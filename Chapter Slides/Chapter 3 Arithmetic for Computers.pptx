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C_0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4A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notesSlides/notesSlide25.xml" ContentType="application/vnd.openxmlformats-officedocument.presentationml.notesSlide+xml"/>
  <Override PartName="/ppt/ink/ink2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3.xml" ContentType="application/inkml+xml"/>
  <Override PartName="/ppt/notesSlides/notesSlide28.xml" ContentType="application/vnd.openxmlformats-officedocument.presentationml.notesSlide+xml"/>
  <Override PartName="/ppt/ink/ink4.xml" ContentType="application/inkml+xml"/>
  <Override PartName="/ppt/notesSlides/notesSlide29.xml" ContentType="application/vnd.openxmlformats-officedocument.presentationml.notesSlide+xml"/>
  <Override PartName="/ppt/ink/ink5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6.xml" ContentType="application/inkml+xml"/>
  <Override PartName="/ppt/notesSlides/notesSlide34.xml" ContentType="application/vnd.openxmlformats-officedocument.presentationml.notesSlide+xml"/>
  <Override PartName="/ppt/ink/ink7.xml" ContentType="application/inkml+xml"/>
  <Override PartName="/ppt/notesSlides/notesSlide35.xml" ContentType="application/vnd.openxmlformats-officedocument.presentationml.notesSlide+xml"/>
  <Override PartName="/ppt/ink/ink8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9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10.xml" ContentType="application/inkml+xml"/>
  <Override PartName="/ppt/notesSlides/notesSlide40.xml" ContentType="application/vnd.openxmlformats-officedocument.presentationml.notesSlide+xml"/>
  <Override PartName="/ppt/ink/ink11.xml" ContentType="application/inkml+xml"/>
  <Override PartName="/ppt/notesSlides/notesSlide41.xml" ContentType="application/vnd.openxmlformats-officedocument.presentationml.notesSlide+xml"/>
  <Override PartName="/ppt/ink/ink12.xml" ContentType="application/inkml+xml"/>
  <Override PartName="/ppt/notesSlides/notesSlide42.xml" ContentType="application/vnd.openxmlformats-officedocument.presentationml.notesSlide+xml"/>
  <Override PartName="/ppt/ink/ink13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4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15.xml" ContentType="application/inkml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16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63"/>
  </p:notesMasterIdLst>
  <p:handoutMasterIdLst>
    <p:handoutMasterId r:id="rId64"/>
  </p:handoutMasterIdLst>
  <p:sldIdLst>
    <p:sldId id="270" r:id="rId2"/>
    <p:sldId id="269" r:id="rId3"/>
    <p:sldId id="271" r:id="rId4"/>
    <p:sldId id="280" r:id="rId5"/>
    <p:sldId id="281" r:id="rId6"/>
    <p:sldId id="283" r:id="rId7"/>
    <p:sldId id="343" r:id="rId8"/>
    <p:sldId id="337" r:id="rId9"/>
    <p:sldId id="284" r:id="rId10"/>
    <p:sldId id="353" r:id="rId11"/>
    <p:sldId id="356" r:id="rId12"/>
    <p:sldId id="355" r:id="rId13"/>
    <p:sldId id="285" r:id="rId14"/>
    <p:sldId id="330" r:id="rId15"/>
    <p:sldId id="286" r:id="rId16"/>
    <p:sldId id="287" r:id="rId17"/>
    <p:sldId id="288" r:id="rId18"/>
    <p:sldId id="331" r:id="rId19"/>
    <p:sldId id="357" r:id="rId20"/>
    <p:sldId id="358" r:id="rId21"/>
    <p:sldId id="359" r:id="rId22"/>
    <p:sldId id="289" r:id="rId23"/>
    <p:sldId id="325" r:id="rId24"/>
    <p:sldId id="290" r:id="rId25"/>
    <p:sldId id="292" r:id="rId26"/>
    <p:sldId id="360" r:id="rId27"/>
    <p:sldId id="293" r:id="rId28"/>
    <p:sldId id="294" r:id="rId29"/>
    <p:sldId id="295" r:id="rId30"/>
    <p:sldId id="351" r:id="rId31"/>
    <p:sldId id="329" r:id="rId32"/>
    <p:sldId id="335" r:id="rId33"/>
    <p:sldId id="361" r:id="rId34"/>
    <p:sldId id="362" r:id="rId35"/>
    <p:sldId id="334" r:id="rId36"/>
    <p:sldId id="296" r:id="rId37"/>
    <p:sldId id="297" r:id="rId38"/>
    <p:sldId id="328" r:id="rId39"/>
    <p:sldId id="299" r:id="rId40"/>
    <p:sldId id="300" r:id="rId41"/>
    <p:sldId id="345" r:id="rId42"/>
    <p:sldId id="301" r:id="rId43"/>
    <p:sldId id="302" r:id="rId44"/>
    <p:sldId id="347" r:id="rId45"/>
    <p:sldId id="303" r:id="rId46"/>
    <p:sldId id="304" r:id="rId47"/>
    <p:sldId id="305" r:id="rId48"/>
    <p:sldId id="306" r:id="rId49"/>
    <p:sldId id="307" r:id="rId50"/>
    <p:sldId id="308" r:id="rId51"/>
    <p:sldId id="310" r:id="rId52"/>
    <p:sldId id="336" r:id="rId53"/>
    <p:sldId id="311" r:id="rId54"/>
    <p:sldId id="312" r:id="rId55"/>
    <p:sldId id="319" r:id="rId56"/>
    <p:sldId id="320" r:id="rId57"/>
    <p:sldId id="321" r:id="rId58"/>
    <p:sldId id="322" r:id="rId59"/>
    <p:sldId id="316" r:id="rId60"/>
    <p:sldId id="275" r:id="rId61"/>
    <p:sldId id="318" r:id="rId62"/>
  </p:sldIdLst>
  <p:sldSz cx="9144000" cy="6858000" type="screen4x3"/>
  <p:notesSz cx="7315200" cy="96012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8EC766-A41E-D1CD-D49A-DF261CE0978B}" name="Neeraj Kumar Singh" initials="NKS" userId="S::singhn23@montclair.edu::824440ef-3f47-4f77-ac64-af21219e86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60000"/>
    <a:srgbClr val="CC0000"/>
    <a:srgbClr val="008000"/>
    <a:srgbClr val="CCFFFF"/>
    <a:srgbClr val="66FF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9" autoAdjust="0"/>
    <p:restoredTop sz="94698" autoAdjust="0"/>
  </p:normalViewPr>
  <p:slideViewPr>
    <p:cSldViewPr>
      <p:cViewPr varScale="1">
        <p:scale>
          <a:sx n="123" d="100"/>
          <a:sy n="123" d="100"/>
        </p:scale>
        <p:origin x="65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992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9.xml"/><Relationship Id="rId3" Type="http://schemas.openxmlformats.org/officeDocument/2006/relationships/slide" Target="slides/slide31.xml"/><Relationship Id="rId7" Type="http://schemas.openxmlformats.org/officeDocument/2006/relationships/slide" Target="slides/slide38.xml"/><Relationship Id="rId12" Type="http://schemas.openxmlformats.org/officeDocument/2006/relationships/slide" Target="slides/slide43.xml"/><Relationship Id="rId2" Type="http://schemas.openxmlformats.org/officeDocument/2006/relationships/slide" Target="slides/slide30.xml"/><Relationship Id="rId1" Type="http://schemas.openxmlformats.org/officeDocument/2006/relationships/slide" Target="slides/slide29.xml"/><Relationship Id="rId6" Type="http://schemas.openxmlformats.org/officeDocument/2006/relationships/slide" Target="slides/slide35.xml"/><Relationship Id="rId11" Type="http://schemas.openxmlformats.org/officeDocument/2006/relationships/slide" Target="slides/slide42.xml"/><Relationship Id="rId5" Type="http://schemas.openxmlformats.org/officeDocument/2006/relationships/slide" Target="slides/slide34.xml"/><Relationship Id="rId10" Type="http://schemas.openxmlformats.org/officeDocument/2006/relationships/slide" Target="slides/slide41.xml"/><Relationship Id="rId4" Type="http://schemas.openxmlformats.org/officeDocument/2006/relationships/slide" Target="slides/slide32.xml"/><Relationship Id="rId9" Type="http://schemas.openxmlformats.org/officeDocument/2006/relationships/slide" Target="slides/slide40.xml"/></Relationships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045FAA-CF80-4846-950A-6F2B3928DFBE}" authorId="{6C8EC766-A41E-D1CD-D49A-DF261CE0978B}" created="2025-11-10T02:12:38.985">
    <pc:sldMkLst xmlns:pc="http://schemas.microsoft.com/office/powerpoint/2013/main/command">
      <pc:docMk/>
      <pc:sldMk cId="0" sldId="284"/>
    </pc:sldMkLst>
    <p188:txBody>
      <a:bodyPr/>
      <a:lstStyle/>
      <a:p>
        <a:r>
          <a:rPr lang="en-US"/>
          <a:t>+</a:t>
        </a:r>
      </a:p>
    </p188:txBody>
  </p188:cm>
</p188:cmLst>
</file>

<file path=ppt/comments/modernComment_14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19E534-F3C3-034B-BFFA-3ADE7990BAB4}" authorId="{6C8EC766-A41E-D1CD-D49A-DF261CE0978B}" created="2025-11-10T02:12:24.253">
    <pc:sldMkLst xmlns:pc="http://schemas.microsoft.com/office/powerpoint/2013/main/command">
      <pc:docMk/>
      <pc:sldMk cId="0" sldId="330"/>
    </pc:sldMkLst>
    <p188:txBody>
      <a:bodyPr/>
      <a:lstStyle/>
      <a:p>
        <a:r>
          <a:rPr lang="en-US"/>
          <a:t>+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4039CEA-89D1-48B4-B79C-887ADA12B7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6022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F96F6AF-EDD1-4D52-912F-F8A10C00FA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45163" y="0"/>
            <a:ext cx="1570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59AEEB1-CC42-4B5A-BC31-B8FD1776AF73}" type="datetime3">
              <a:rPr lang="en-AU"/>
              <a:pPr>
                <a:defRPr/>
              </a:pPr>
              <a:t>9 November, 2025</a:t>
            </a:fld>
            <a:endParaRPr lang="en-AU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5D19DB8-1DBD-476D-9E01-1C00C3B294B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56022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3 — Arithmetic for Computers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3258A465-7CFF-47B9-9E61-32827BCDB8F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45163" y="9121775"/>
            <a:ext cx="1570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07E4846-1D9F-48FC-A6F1-FC3E85900F2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2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11062 12145 8055,'-13'-11'-451,"1"1"243,3 1 214,-2 0 1,9 0-94,-2 1 336,2 5-88,2-3 1,5 7 0,0 2-95,3 2 0,1-1 0,4-4 1,0 1-30,0 4 1,4-4-1,2 4 1,3-4-23,6-1 0,-1 0 1,10 0-1,4 0-24,5 0 1,10 0-1,2 0 1,1 0 13,4 0 1,6 0 0,-1 0 0,-2 0 12,-4 0 0,-5 0 0,4 0 0,0 0 19,-1 0 0,4 0 0,-3 0 1,3 0-23,2 0 0,7 0 0,-2-1 0,-4-2 5,-1-2 0,-7 1 0,2 4 0,1-2 1,-3-2 0,1 3 0,-3-4 0,5 4-42,7 1 1,-31 0 0,1 0-1,2 0 1,1 0 0,-2 0 0,0 0-12,-2 0 1,0 0 0,33 0 0,-5-2 0,-1-1-2,1-1 0,-7 0 1,0 2-1,0-1 23,7-1 1,-29 2 0,2 0-1,2 1 1,1 2 0,-1-1 0,-1 0 13,1 0 0,-2 0 0,36 0 0,-3 0 0,-2 0-24,-6 0 1,0 0 0,-5 0 0,2 0 10,6 0 0,-29 0 1,1 0-1,4 0 1,0 0-1,1 0 1,-1 0 6,1 0 0,0 0 1,-3 0-1,-1 0 1,2 0-1,1 0 0,-2 0 1,-1 0 0,0 0 1,-1 0 0,2-1-1,-1 0 1,-1 0 0,0-1-1,2 0 1,2 0-51,2 0 1,2 1 0,4 0 0,1-1 0,-2 1-1,-1-1 1,-1 0 0,-1-2 50,-1 1 0,-2-1 1,-5 3-1,-1-1 1,2-1-1,0 0 1,1 1-1,0 0 2,2 0 1,0 0 0,2-3 0,2 1 0,1 1 0,1 0 0,2 0 0,0 0-3,1 0 1,0 0-1,0 0 1,-1 1-1,-6 0 1,-1 1 0,-4-2-1,0 1 0,-3 1 0,0-1 0,2 0 1,-1-1-1,2 0 0,0 1 0,4 0 1,1 0 15,2-1 1,1 0-1,0 2 1,0 1-1,-3-3 1,0 0 0,-1 0-1,0 1-2,-2 0 1,-1 0 0,-2 0 0,0 0 0,36 0 0,-4-1-16,0-1 1,2 0-1,-32 3 1,0 2-1,0-1 1,1 0-28,-1 0 0,1 0 1,0 0-1,-1 0 1,24 0-1,-6-2 40,-9-2 0,0 2 0,-8-4 0,-2 2 53,-4 0 1,-1-2 0,4 3 0,1-1 5,-1 1 0,-1 0 1,-2 0-1,-2-2-28,-2 3 1,-2-1 0,-5 0 0,-3-2 11,-5 2 1,-6-4-170,-3-2 0,-5 2-467,2-2 580,-4 1 0,-7-5 0,-1 0 0</inkml:trace>
  <inkml:trace contextRef="#ctx0" brushRef="#br0" timeOffset="1">6527 14726 7412,'-7'0'-268,"-5"0"1,9-1 517,-6-3-137,6 2-76,-2-4 0,6 6 1,3 0-1,5 0 7,3 0 1,1 0-1,0 0 1,2 2 2,2 2 0,5-2 0,7 3 0,5 0-16,3-1 0,6 1 1,11-5-1,4 0-3,7 0 0,7 0 0,-33 0 0,2 0 0,-1 0 0,0 0 43,-1 0 1,0 0 0,2-1-1,0 0 1,32-2 0,0-1-31,-3 1 0,-33 0 0,1 0 1,1 0-1,-1 0 0,2 0 1,1 0-81,1 1 1,1-1 0,4-2 0,1 1 0,2 1 0,1 0 0,0 0 0,0 0 38,-1 0 1,0 0-1,-4 1 1,0 0 0,-4 1-1,-1 1 1,-1-2 0,0 1-17,-1-1 1,1-1-1,4-1 1,0 0-1,2 1 1,0 1 0,0 0-1,0 0 11,-2-1 1,1 0-1,-3 2 1,0-1-1,-2-1 1,-1-1 0,-1 1-1,-1 0 14,33 0 1,-1 0-1,-11 0 1,3-1-15,6 1 1,3 1 0,4 2 0,-5 0-25,-7 0 0,-3 0 0,-8-1 0,-5-2 12,-6-1 1,-8-2 0,-9 3 0,-3-1 69,-1 1 1,-1-3-32,-5 2-62,-6-7 261,-1 10 1,-6-3-222,0 8 0,0 3 0,0 6 0</inkml:trace>
  <inkml:trace contextRef="#ctx0" brushRef="#br0" timeOffset="2">18375 14543 8176,'0'-13'-476,"0"0"398,0 0 0,1 4 1,5 2-1,6-1 302,4 1 1,12 3 0,-1-5 0,7 0-50,7 2 1,1-9 0,9 1-1,4-2-54,3-2 1,-1-4 0,3 1 0,0-3-127,-1-1 1,-3 6-1,0 1 1,-2 1 5,-1 1 1,-5-1 0,-3 5 0,-6 0-279,-10 0 1,-8 4 43,-13 0 1,-5 2 0,-11-3-1,-10 3 151,-5 1 1,-9-4 0,-2 1-1,-1-1 100,0 1 1,6-3 0,-1 4 0,2-4 276,2-1 0,7 0 88,6 0 0,8 1 1,16 3-203,11 5 1,12 3 0,12 1 0,2 0-85,6 0 1,-2 0 0,3 1 0,-5 3-52,-6 5 0,-10 7 1,-4 2-1,-7-2-29,-6-2 0,-8 4 0,-7-1 0,-8 1-195,-7 0 1,-11-2-1,0 5 1,-7-1-339,-3 1 1,5-4 0,-1 3 0,5-1 515,8-3 0,-1 5 0,11-1 0</inkml:trace>
  <inkml:trace contextRef="#ctx0" brushRef="#br0" timeOffset="3">20144 13560 8171,'-7'-5'-78,"-5"2"0,5-6-182,0-1 0,-3-2 0,4 0 912,-1 4-388,4-4 1,-3 12-112,6 0 1,4 12-1,2 10 1,0 2-47,0 2 0,2 6 0,-2 5 0,0 4-61,0 2 0,0 7 1,-3-2-1,1 3-78,-1 1 0,-2 9 1,-2 0-1,-3-4-136,-5-6 1,2-7-1,-2-11 1,-1-6 107,-2-9 0,3-9 1,0-7-1,1-8 70,0-7 0,-3-11 0,4-2 0,-1-7 4,4-5 0,2-3 0,2-3 0,0-2 0,0-1 0,2-4 1,1 3-1,4-4-11,5-5 0,-1-1 1,11-3-1,3 4 29,4 3 1,0 8-1,8 2 1,0 5 15,1 4 0,3 10 0,-12 12 0,-4 7-29,-6 5 0,-6 2 1,-4 5-1,-5 7-26,-2 7 0,-8 6 0,-4 5 1,-6 4 28,-6 3 0,-7 6 1,-3 1-1,-2 0 18,-2 0 1,4 3-1,1-4 1,5-4 107,4-3 1,3-5-1,7-5 1,4 1 165,3-2 0,11-2 1,9-11-1,9 0 8,10 0 1,5-1 0,3-2 0,2-2-215,-2 3 1,-1-4-1,-1 2 1,-3-1-89,-2 0 1,-7 3-1,-8-3 1,-1 0-549,-3 1 0,-3 0-1144,-4 4 1,-3 0 1671,-6 0 0,-6 0 0,-1 0 0</inkml:trace>
  <inkml:trace contextRef="#ctx0" brushRef="#br0" timeOffset="4">20603 14058 8114,'-7'-13'-54,"2"0"0,0 0 0,0 0 0,2 0 120,2 0 0,5 4 1,2 0-1,0-1-48,0-2 0,4-1 0,-3 0 0,2 0 13,0 0 0,-2 0 0,3 0 0,-1 0 10,1-1 0,-3 1 0,1 0 42,-3 0 1,0 0 38,-5 0 1,-2 6 0,-2 4 21,-5 6 0,-2 5 0,-1 10 0,2 2-71,1 1 0,2 3 0,-2-2 0,3 3-28,0 1 1,5-1 0,-3-3 0,4-5-80,4-2 1,-1-2 0,6 0 0,1-1-90,1-4 1,4-2 0,1-6 0,3 0-50,1 0 0,1-6 0,1-2 0,-4-5 40,1-5 1,-4 2-1,2-4 1,-3-1 79,-6 1 1,2 0 0,-5-4-1,-2 4 64,-2 1 0,-1-3 0,0 5 0,0 1 194,0 1 0,0 6-11,0 1 1,-1 5-1,-2 0-89,-2 6 0,1 5 1,3 8-1,-2 3-84,-2 2 0,1-1 0,4 3 0,0-2-125,0-2 0,0 0 0,1-3-55,4 1 1,-4 1-1,5-7-69,0-2 166,-5-3 0,7-8 0,-5-2 0,1-5 32,-1-2 0,0-4 0,0-1 1,1-3 37,-1-1 0,3 2 0,0-4 0,1 1-4,3 0 0,2-2 1,1 4-1,0 0 30,0 0 1,0 0-1,0 5 1,0-1 120,1 3 0,3 4 1,0-1-62,-1 5 0,-1 2 0,-3 4 0,-4 2-14,-3 5 1,1 4-1,-2 3 1,-1 3-66,-2 1 0,-1-4 0,0 3 1,0-1-89,0-1 1,0 5-1,0-5-19,0-1 1,0-1 29,0-2 0,-1-1 23,-3-4 0,2-3 1,-2-10 17,2-3 0,2-4 0,2-1 0,2-2 51,5-2 0,2 1 1,3-5-1,0 1 94,4 0 0,-4 4 1,4-2-1,-2 4 2,1 1 0,-2-1 0,2 3 0,-2 2-14,-2 5 0,0 2 0,0 2 1,0 0-187,0 0 1,-4 2 0,-2 2 0,1 5-206,-1 2 0,-4 7 0,1-1 1,-2-1-295,-2-1 0,0-6 1,1-1-636,3 3 1207,-2 0 0,10-3 0,-5-3 0</inkml:trace>
  <inkml:trace contextRef="#ctx0" brushRef="#br0" timeOffset="5">21521 13587 8114,'0'-14'-40,"0"1"136,0 0 1,0 5 136,0-1 0,0 7 0,1 2 1,2 8-90,1 3 0,1 7 0,-5 1 0,0 0-157,0-1 1,0 6-1,0-4 1,0 2-54,0 0 0,0-6 0,0 1 1,0-2-476,0-2 0,0 0 0,0 0-1015,0 0 1556,0 0 0,5 0 0,3 1 0</inkml:trace>
  <inkml:trace contextRef="#ctx0" brushRef="#br0" timeOffset="6">21521 13508 8114,'-6'-32'-33,"3"4"1,-4-4 0,1 2 45,3-1 0,-3 6 1,2 8-1,1 2-119,1 2 0,4 2 0,1 0 1,2 4-208,3 1 1,-4 2 312,5 4 0,0 0 0,4 0 0</inkml:trace>
  <inkml:trace contextRef="#ctx0" brushRef="#br0" timeOffset="7">21652 13390 8135,'0'9'-207,"0"-1"0,0 3 64,0 0 1,0 2 0,0 2 0,0 2 295,0 5 1,1-1-1,2 1 1,1 1-73,-1 2 0,3-1 0,-2 0 0,1-4-83,1-1 1,-5 0-1,3-3-164,-2 1 195,-2-5 0,0-8 0,0-8-47,0-5 0,1-7 1,2-3-1,2 0 17,-2 0 1,-2-4 0,0 3 0,2-2 4,2 0 1,1 2 0,-3-2 0,2 3 10,3 0 1,-5 4-1,2-2 1,0 2 76,-1 2 0,5 5 1,-3 0 84,1 2 0,2 2 0,4 4-32,0 0 0,-4 6 0,-1 3 0,1 4-91,-2 4 0,4 2 0,-6 4 0,1-1-86,0 2 1,3-1-1,-3-1 1,-1-5-75,1-2 0,4-2 1,-1-1-1,3-4-53,1-3 1,0-4 0,2-1 0,1 0-51,1 0 0,5-7 1,-3-5-1,0-5 93,0-4 1,-2-1 0,-4-2 0,0 0 75,1 3 0,-7 3 0,-3-2 164,-2 1 0,-4 3 0,-2 7 150,-5 5 1,-4 8 0,-3 6 0,-2 5-95,2 2 1,2 5 0,2-3 0,2 0-109,1 0 1,6-2 0,-1-4 0,3 1-197,1-1 1,0-5-1,1 0 1,3-3-56,5-2 1,4-1-1,3-4 1,2-2 20,-2-5 1,-2-2 0,-1-4-1,-1-1 110,-3-1 1,1-7-1,-4 2 1,0-4 111,-1-4 0,0 1 0,-5-6 0,-2-2 35,-2-1 0,3-1 0,-5 0 0,1 0 84,1-1 0,0 2 0,2 3 0,-1 6 680,-1 6-740,0 10 1,4 14-1,0 14 1,0 8 19,0 6 1,-5 12 0,1-2-1,1 2-85,1 0 0,2-2 1,0 1-1,0-1-162,0 0 1,6-5 0,3-4 0,3-2 12,1-2 0,0-4 1,0-3-1,0-5-32,0-6 1,0-5 0,0-3-1,0 0-93,1 0 0,-3-6 1,-1-3-1,-2-3 96,-2-1 1,2-4 0,-3-2 0,-2-2 102,-2-2 0,-1 3 1,0-1-1,1 1-6,4 0 1,-4 4-1,4-2 1,-4 4 192,-1 1 0,0-1 1,-1 3 184,-4 2 1,2 3-198,-5 6 1,5 2 0,-2 2 0,4 5-37,1 2 0,0 4 0,0 1 0,0 1-46,0-1 0,0-1 0,1-3 0,2-2-74,2-1 0,5-1 0,-1 4-155,2-3 1,2 1 0,0-6 55,1-1 0,-1-3 1,0-3-1,0-3 23,0-1 0,-4-2 0,-2-4 0,0-1 43,1-4 0,-6 4 0,3-5 0,-4 1-1,-1 1 0,0-1 0,0 4 0,0-2 9,0-2 0,0 1 0,0 4 62,0 0 1,-1 5 154,-4 4-147,4 3 1,-3 6-1,7 4 1,2 3 66,3 1 0,-4 4 1,3 2-1,1 0 24,-1 0 1,-4 4 0,3-2 0,-2 1 13,0-1 0,5-3 1,-3 2-1,1-1-92,3-3 0,-1-6 0,3-1 0,4 0-163,3-2 0,0-1 0,5-6 0,6-1-993,2-4 1096,3-2 0,4-6 0,0 0 0</inkml:trace>
  <inkml:trace contextRef="#ctx0" brushRef="#br0" timeOffset="8">20957 14569 8156,'-13'0'-347,"0"0"0,0 0 373,0 0 1,-1 2-1,3 2 69,2 5 0,3 2 1,6 2-1,0 1-61,0-1 0,0 0 0,0 0 1,0 0-6,0 0 1,0 0 0,2-1-80,2-3 1,3 1-1,6-6 1,1-1 28,-1-1 0,0-4 1,0-1-1,0-3 5,0-1 1,-4-3 0,0-6-1,-1-2 19,0 2 0,2 0 0,-6 0 1,-1-3 118,-2-1 1,4 4 0,-1-1 0,-1 2 52,-1 2 1,-1 0 0,2 0-102,1 0 0,7 5 0,-3 4-71,4 2 1,1 8 0,-1 4 0,-2 5-52,-1 3 0,-2 5 0,3-1 0,-3 1-202,-1-1 0,-1 1 0,-5-4 130,0 1 0,0-4 178,0 2 1,-2-9 0,-1-6 0,-1-8 67,1-8 0,1-2 0,4-6 0,2-3-6,5 0 1,4-3 0,3 1 0,2 0-129,-2 0 0,3 4 0,0 2 0,-1 1-360,1 3 1,-1 3 0,-5 4 367,0 4 0,6 4 0,1 1 0</inkml:trace>
  <inkml:trace contextRef="#ctx0" brushRef="#br0" timeOffset="9">20341 15211 8064,'0'-13'-250,"0"0"0,1 0 0,2 0 0,2 0 126,-2 0 1,-2 4-1,-2 2 224,-4 1 0,1 1 0,-8 5 1,-4 0 64,-3 0 0,-3 6 0,-4 4 0,0 5-25,0 2 0,-5 8 1,1 0-1,1 4-19,1 0 0,3-1 1,3-2-1,6 0-96,6 0 1,4-5 0,6-4 0,2-4-112,2-4 0,6-3 0,11-9 0,6-6-59,5-8 1,2-6-1,2-5 1,-1-1 76,2-2 0,-5 1 0,-2 3 0,-4 3 135,-4 2 1,2 4 0,-7 10 207,-1 3 1,-7 7-1,-5 8 1,-2 13-12,-2 14 1,-6 9-1,-3 9 1,-3 2-129,-1-1 1,0-3 0,2 0 0,0-1-148,3 1 1,0-8 0,0-6-1,3-7-500,4-4 1,-4-6-406,1-1 0,1-10-529,7-3 1445,4-11 0,5-10 0,0-7 0</inkml:trace>
  <inkml:trace contextRef="#ctx0" brushRef="#br0" timeOffset="10">20524 15172 7869,'-8'0'170,"0"1"-41,3 4 1,0 6-1,5 10 1,0 2 19,0 5 0,2 1 0,1-2 0,2 3-98,3 0 0,-4 5 0,3-4 0,1-4-108,-1-3 1,-3-1-1,5-6-82,1-1 0,2-3 0,1-4 51,0-4 1,-4-10-1,0-5 1,-1-6 0,0-6 1,3 0-1,-3-2 1,0-4 32,1 0 0,-2 1 0,3 0 0,-2 1 175,-2 0 0,2 6 1,-3 2-1,-2 4 265,-2 0 0,1 3-243,2 2 0,-3 5 0,4 10 0,-4 5-80,-1 5 0,0 6 0,2-3 0,1 1-127,1 4 0,5-4 1,-4 0-1,1-1-157,0-3 0,4-1 0,-1-3 0,3-2 62,1-2 1,-4-5 0,-1 2-1,2-4 69,2-1 1,1-6 0,0-2 0,0-5 68,1-5 1,-6-2-1,1-6 1,1-2 36,2-3 1,1-1 0,-1-4 0,-2 1 8,-1-1 0,-1-2 0,5-2 0,-1 3 59,-3 2 1,2 3-1,-3 7 1,0 3 299,1 4-96,-6 4 21,3 7-270,-6 1 1,-4 7-20,-1 4 0,-1-2-25,2 5 1,1-3-40,-6 3 18,6-5 1,-7 5 1,6-4 1,-2-3-20,2 4 22,2-4 1,-5-1-1,3 0 1,2 2 35,-2 2 42,2-2 1,1 3 53,-4-5 1,4 6-57,-3 3 1,2 3 0,4 1 0,1 1-31,1 4 1,6-2 0,-1 6 0,2-1-40,3 0 1,-1 2-1,0-5 1,0-2-52,0-2 1,2-1 0,1-1-1,1-3 39,-1-5 1,-1-3-1,-2-1 1,-2-1 13,-2-3 0,1-4 1,-5-6-1,-2-4 56,-2-4 0,-1-2 1,0-3-1,-1 1 23,-4 0 0,-1 0 0,-4 0 0,2 1-90,-3 3 1,0 0-1,-4 8 1,-1 3-428,-1 4 1,-1 3 0,5 4-181,0 0 0,6 7 630,2 6 0,-2 6 0,0 7 0</inkml:trace>
  <inkml:trace contextRef="#ctx0" brushRef="#br0" timeOffset="11">21403 14674 7991,'0'-9'435,"0"1"-243,0-1 1,0 3 0,1 7 0,2 11-15,1 8 1,2 7 0,-3 3-1,1 5-17,-1 3 0,3 6 1,-1-1-1,-1 0-118,2-3 0,-5-2 0,4-1 0,-4-5-172,-1-5 0,4 1 0,1-11 1,-2-1-405,-2-1 1,1-6 11,2-1 1,-3-6-1,4-2 70,-4-7 1,4-5 0,-1-1 450,-1 0 0,-2-6 0,-1-2 0</inkml:trace>
  <inkml:trace contextRef="#ctx0" brushRef="#br0" timeOffset="12">21403 14975 7503,'-14'0'-601,"6"-5"792,-1-4 0,6 2 1,0-2-105,6-1 1,3 2 0,4 0-1,-1-1-44,1 2 0,2-5 1,2 5-1,2-2-6,2 0 0,-1 0 0,-4-2 0,0 1 38,1 1 1,-1 2-1,0-4 1,0 3 31,0-3 0,-4 6 1,-1-1-1,3 1 25,0 1 0,-2 0 0,-2 5 1,1 4 9,-1 3 1,-4 4 0,3 2-1,-2 2-82,0 2 1,1 5-1,-5-2 1,0 0-128,0 1 1,0-4 0,0 2 0,0-1-336,0-3 1,0-1 0,0-2 0,0 0-524,0 0 0,0-4 925,0-1 0,-6-10 0,-1 0 0</inkml:trace>
  <inkml:trace contextRef="#ctx0" brushRef="#br0" timeOffset="13">21691 14661 7991,'-7'-20'-43,"-5"1"1,5 5-1,-1 1 23,4 0 1,1 2-196,-1 2 215,2 3 0,-4 18 0,6 2 0</inkml:trace>
  <inkml:trace contextRef="#ctx0" brushRef="#br0" timeOffset="14">21783 14831 7991,'-6'8'-839,"3"-3"538,-6-5 519,6 0 0,-1 0 1,8 0-1,5 0-92,3 0 1,1 0 0,1 0 0,2 0-70,2 0 1,4-4-1,-5-2 1,-1-1 8,-1-3 0,2-1 1,1 1-1,-2 2-90,-2-3 1,-5 0 0,-2-2 0,-1 0 87,-3-1 0,3 1 1,-3 2 15,-5 2 0,1-1 0,-8 5 0,-3 2 24,-4 2 1,0 5 0,-4 4 0,0 2-11,-1 4 1,5 4 0,-1-1-1,2 5-36,2 3 1,1-3 0,4 0 0,3 1-102,4 2 1,2-4 0,5 0 0,7-4-78,8-5 1,5 0 0,4-8 0,5-1-129,3-2 0,0-6 0,-1-4 0,-4-3 92,-1-1 0,-1-6 1,-7-1-1,-2-2 74,-4 0 0,-5 0 0,-4-3 0,-5 2 110,-3 1 1,-1 6 0,0-3-1,0 2 289,0-1 0,-5 1 106,-4 4 0,-3 6-241,-1 2 1,6 5 0,2 5-47,4 3 0,1 4 0,0 1 0,0 0-87,0 0 0,0 2 1,0 1-1,0 1-81,0-1 1,0-5-1,0-3 1,0 2-107,0 2 0,4 1 12,1 0 0,1-1-41,-2-3 0,-1-3 116,6-6 1,-7-6 0,4-3-1,-1-4 9,-1-5 1,6-1-1,-1-4 1,3 1 28,1-1 0,0 0 1,0-1-1,0 4 67,0 1 1,5 2 0,-1 5 0,-1 3-13,-1 5 1,-2 2-1,-2 4 1,0 2-6,-3 5 1,-3 7 0,2 3-1,0 0-36,1 0 0,-6-2 0,3-4-3,-4 1 0,-1-6-41,0 1 0,0-8 31,0-1 1,0-5 0,0-10 0,0-1 29,0-1 0,-1-7 0,-2 2 0,-1-4-5,1-4 0,-3-4 0,1-7 0,3-2-9,0-5 1,2-3 0,0-2 0,0 2 77,0 3 1,2 0-1,0 10 1,4 9 165,2 9 0,-4 7 0,3 6-15,-1 7 0,0 11 0,-3 11 1,1 4-12,-1 5 0,-1 2 1,-2 7-1,0-1-116,0 0 0,1 1 0,2-1 0,1 0-185,-1 0 0,0-5 0,0-3 0,1-2-251,-1 1 1,3-6 0,-2 0 0,1-3-360,1-5 1,-5-2 0,5-2 0,-2-2-336,1-1 0,-1-8 1024,-4-1 0,0-11 0,0-10 0</inkml:trace>
  <inkml:trace contextRef="#ctx0" brushRef="#br0" timeOffset="15">22530 14530 7991,'-9'-2'46,"2"-2"312,1-5 0,2 2-34,4-2 0,1 2 1,3-3-130,5 1 0,3 5 0,1-4 1,1 1-31,4 0 0,-4 3 0,4-4 1,-2 1-156,1 0 1,-2-2-1,2-3-437,-2 4 0,-2-3-409,0 7 836,-6-6 0,5 8 0,-5-3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2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4731 12434 18432,'-8'-6'-2777,"0"-3"1591,3-3 0,-4-1 477,4 0 1,0 2 137,0 2 771,4 3 0,-5 12 0,6 3 0,0 2-179,0 2 0,0 2 0,0 2 0,0 7 63,0 5 0,-2 6 0,0 10 0,-4 7-145,-2 8 1,4 7 0,1-31 0,-1 2 0,0 4 0,1 1 54,-1 3 0,0 1 1,3-1-1,-1 1 0,0 0 1,0 0-1,1-2 1,1-1-12,-1-2 0,2-1 0,0 34 0,3-9 0,5-7-85,3-11 0,2-12 1,2-7-1,2-5 103,-2-7 0,0-4 0,0-4 0,1-3-227,-1-1 1,3-3-1,-1 1 1,-1-5 128,2-2 1,-4-11 0,4 1-1,-2-5-22,1-4 1,3-2-1,-2-3 1,0-2-34,0-5 1,5-3 0,-4-1-1,2-1 37,0 1 1,-6-2 0,1-2-1,-1-5 73,2-3 0,-5-2 0,0-1 1,-6-1 58,-1-2 1,-5-7 0,4 2 0,-5-4 36,-5 2 0,-6 3 1,-8 0-1,-2 4 68,-2 3 0,-2 9 0,-1 6 0,-2 7-5,-2 4 1,2 8 0,-2 2 0,2 5-141,2 4 1,0 3 0,1 8 0,1 2-261,3 5 1,-1 9 0,-3 3 0,3 4-227,5 1 1,-2 6 508,1 3 0,1 3 0,4 1 0</inkml:trace>
  <inkml:trace contextRef="#ctx0" brushRef="#br0" timeOffset="1">5518 12407 15826,'-9'-4'-1147,"0"0"0,5-5 0,-3 3-642,1-1 1555,-4-2 1,7 0-82,-6 1 360,6 5-48,-3-3 0,6 12 21,0 2 0,0 4 0,0 1 0,0 2-134,0 2 0,0 2 0,0 6 0,0 1 163,0 6 1,0 5 0,0 3-1,0 4 9,0 4 1,0 9 0,0 4 0,0 3 27,0 1 0,0 1 0,0 1 0,0 1-131,0 2 0,-1-6 0,-2-7 0,-2-3 22,3-2 1,0 1 0,2-4 0,2-5 10,2-9 0,-1-6 1,6-4-1,-1-3 1,0-5 1,5-2 0,-2-4 0,7-2-15,2-5 0,2 2 0,4 0 1,0 0-48,1 0 0,0-2 0,4-3 0,2 2 9,1 2 1,-1-1 0,-2-4 0,4 0 8,3 0 1,3 0 0,1 0-1,2 0 17,-2 0 0,0 0 1,0 0-1,2 0 20,-2 0 0,-3-1 0,-4-2 0,-4-2 31,-3 2 1,-4 1 0,-2-1-1,-4-2 58,-4 2 1,-1-2 0,1-1-34,-1-2 1,0 0 0,0-4-21,0 3 1,-4-2 0,-1 2-1,1-3-19,-2-1 1,4 0 0,-6 0-1,1 0-7,0 0 0,3-2 1,-5-1-1,1-3-6,0-1 1,-2-2 0,5-4 0,-1 0-30,0-1 1,-4 0 0,3-2 0,-2-2-3,1 2 1,-1-3 0,-4 1-1,0 1 41,0-2 0,0 4 1,0-4-1,0 2 14,0-1 1,0-1 0,-1 1-1,-2-2 16,-2-1 1,1 1 0,4 4-1,-2-2-15,-2 2 0,3-3 0,-4 2 0,4 0-7,1 3 0,0 1 0,0-1 0,0 1-5,0 0 0,0 1 0,0 3 0,0 3 2,0 0 1,0 5 0,1-4 0,2 4 11,2 1 1,-1 0 0,-4 0 0,0-1 31,0 1 0,0 0 0,0 0 20,0 0 1,0 0 20,0 0 1,-6 0-53,-3 0 0,-2 5 0,-2 4 1,-1 3-16,1 1 1,-4 0 0,-2 0 0,-1 0-10,-4 0 1,0 0 0,-4 0-1,-3 1 4,-4 3 0,-4-1 0,-5 5 1,-5-1 1,-7 0 1,-3-2 0,-5 2-1,1-1 20,2-3 1,6 2-1,-2 0 1,6-1-27,7 2 1,6-5 0,12 4 0,1-2-83,3 1 0,-1-1 1,6 6-396,1 1 0,7-3 0,5 2 468,2 1 0,8 2 0,1 1 0</inkml:trace>
  <inkml:trace contextRef="#ctx0" brushRef="#br0" timeOffset="2">8781 12499 8517,'-11'-13'0,"0"0"-161,3 0 1,3 0 0,-2 0-1,1-1-223,3 1 0,2 0 0,-1 0 617,-2 0 0,3 0 220,-4 0-196,4 0 1,1 7 0,0 6-178,0 7 0,0 6 0,0 6 0,0 7 61,0 8 0,0 8 0,0 3 0,0 2-37,0 2 0,0 5 0,0 2 0,0-4-111,0-1 0,0 1 0,-2-8 0,-1-2 83,-1-1 1,0-3-1,2-5 1,-1-5-26,-1-5 1,-1-5 0,5 2-1,0-1-26,0-3 1,2-1-38,2-2 0,5-6 1,7-3-1,3-2 2,1-2 1,8 0 0,7-2 0,4-2-34,5-5 1,-2 2 0,6-2 0,0-1-76,-1-2 0,2-1 0,-5 0 0,0 0 71,1 0 0,-9 4 0,5 1 1,-2-1 55,-1 2 0,3-5 1,-10 5-1,-1-2 13,2 0 0,-4 5 1,1-4-1,-6 3 61,-5 2 1,-8-3-1,-3 0 57,-1-1 1,-1 2 0,-7-3-71,-2-2 1,1-2 0,-6-1 0,-1 0 32,-2 0 1,-1-1-1,0 0 1,0-2-135,0-2 1,4-3 0,0 2-1,-1-3 31,-2-6 0,4 1 1,0-8-1,3-2-43,2-1 1,1-1 0,2-2 0,0 1 48,0 0 0,2-2 0,1 8 0,2 0 16,3-1 0,-1 6 0,3-1 0,-1 7 0,1 6 0,-4 1 1,-2 0 13,-2-2 1,-4 5 0,-3 6-34,-9 1 0,-5 2 1,-7 4-1,-1 0-13,-4 0 0,2 1 0,-8 2 0,-2 3-17,-3 1 0,-3-3 0,1 5 1,-4 0-55,-3-2 0,-6 3 0,0-4 1,2 0-70,1 0 1,6 4 0,2-3 0,0 2-288,4 0 0,3 1 0,3 6 437,1 1 0,0 7 0,-5-4 0</inkml:trace>
  <inkml:trace contextRef="#ctx0" brushRef="#br0" timeOffset="3">9607 13403 10853,'-13'0'-146,"1"-1"0,2-2-403,1-2 0,0 1 372,-4 4 1,5 0-1,0 1 216,3 4 0,0 4 1,5 7-1,0 3-19,0 1 0,5 2 0,0 4 1,3 2-16,2 2 1,3-1 0,3 6 0,3 2-11,1 0 0,2 4 1,4 1-1,2 4-59,3 0 1,-4 2 0,5 5 0,-1-1 18,-1 0 1,5 1 0,-3-1 0,0-1 70,1-3 0,3-3 1,-1-5-1,3-1 14,1 0 1,5 1-1,1-3 1,1-2-16,4-4 1,8-3-1,8-1 1,-30-13-1,2 0-20,3-1 1,0 0-1,-1 2 1,0-1-1,1-2 1,1 0-1,-3 1 1,0 1-48,-2 1 0,1 1 1,2 0-1,0 0 1,-3-2-1,0 1 1,0 1-1,0 0-1,1 1 1,1-1 0,4 1 0,0 0 0,8 1 0,0 0 0,2-1-1,-1 0-56,1-1 1,-1 0-1,-1-1 1,-2 0 0,-4-1-1,-2-1 1,-1-1-1,0 0 55,0-1 0,1 0 0,0 1 1,1-1-1,4-1 0,0-2 1,2 1-1,1-1 34,0 2 1,1-1-1,0-1 1,0-1-1,-1 2 1,-1-1-1,0 0 1,-2-1 13,-1-1 0,-1 1 0,-1 0 0,-1 1 0,-4-1 0,0 2 0,2-1 1,1 1-9,2-1 0,1 0 0,4 1 0,-1 1 0,2-1 0,-1 1 0,-6-1 0,-1 1-2,-5-1 0,-1 1 0,31 7 0,-11-2 0,-2-1 14,-1-1 1,-7 3-1,-2-8 1,0-1 33,3-3 1,1 2 0,-1-1 0,-4-3-19,-3 0 1,-8-2 0,-2 0-1,-5 0 219,-4 0-243,-9-6 0,-13 0 0,-10-2 0,-6 3 95,-6 4 0,-3-4 1,-1 0-1,0-1-156,0 0 0,0 0 1,-1 3-1,1-1 2,0 1 1,1-3-1,3 0 1,3 0 37,0 1 1,5-6-1,-5 3 1,1-3 18,1 3 0,1-4 1,6 3-1,1-1 121,-1 1 0,4-2 1,2 2-1,2-3 52,2-1 0,2 5 0,3-1 0,9 0-39,6 2 0,6 1 0,5 6 0,4 0 12,3 0 1,1 1 0,0 4 0,1 4-4,-1 2 1,0 8 0,0 3 0,-1 3-21,-3 1 0,-3-1 1,-7-2-1,-5-1-44,-6 1 0,-3 2 0,-8 0 0,-6-4-44,-8-3 0,-10 1 0,-11-2 0,-6-1-236,-4-1 0,-9-1 0,0 2 0,-4 2-645,-1-2 1,3 3 847,0-2 0,7 7 0,0-4 0</inkml:trace>
  <inkml:trace contextRef="#ctx0" brushRef="#br0" timeOffset="4">14758 15421 8092,'0'-15'0,"0"-1"0,0-3-40,0-1 1,0 4-1,0-2 1,0 2 294,0-1 1,0 2-1,0-2 1094,0 2-1168,0 8 0,-2 9 0,-1 11 0,-3 8-17,-1 9 1,4 3-1,-1 6 1,2 1-57,2-1 0,0 0 0,2 1 0,2-3-168,5-2 1,4-4 0,5-8 0,3-2-142,4-2 0,3-8 1,1-6-1,3-5 40,2-5 1,-4-9 0,2-11 0,-3-6 102,-4-2 0,-9-2 0,-3-6 0,-7-1 33,-5-2 1,-2 1 0,-5 3 0,-7 1 50,-7 0 1,-5 5 0,-1 4 0,-2 5-72,-3 7 1,4 7-1,-4 11 1,4 1-416,0 4 0,7 5 0,2 10 0,4 8 460,1 4 0,0 3 0,0 4 0</inkml:trace>
  <inkml:trace contextRef="#ctx0" brushRef="#br0" timeOffset="5">15230 15290 7990,'-8'0'-89,"2"1"0,6 4 320,0 3 1,2 4 0,2 3 0,4 1-151,-1 1 0,3 2 1,-4-2-1,0 5-64,-1 3 0,4-5 0,-4-1 0,-1-1-73,2-1 1,-5 1-1,4-5-145,-4 0 190,-1-6 1,0-2-1,2-10 1,0-4 27,3-2 0,-1-7 1,-2-1-1,1-1 50,1-3 0,2 2 1,-3 0-1,2-1 34,3 1 1,-4-2-1,5 6 1,0-1-5,-2-1 1,3 9-1,-4-2 1,1 5 55,3 4 0,-2 2 0,0 2-114,3 4 1,-4 3-1,0 10 1,-1 4-20,-3 2 1,3 3-1,-2-1 1,-1 0-409,-2 0 1,-1-4 0,0-2 0,0-1-218,0-3 0,0-1 1,0-2 604,0 0 0,-5 0 0,-3 0 0</inkml:trace>
  <inkml:trace contextRef="#ctx0" brushRef="#br0" timeOffset="6">15518 15159 8152,'-6'-8'-244,"3"-3"0,-4 2 472,1-3 307,2 5 1,4 3 0,0 8-260,0 5 0,0 7 0,0 3 0,0 3-170,0 5 1,4 1 0,0 5 0,-1 1-173,-1-1 1,-1 1 0,2 1 0,1-5-1,-1-2 1,0-2-1,0-1 1,2-3-648,-2-5 1,4-4-1,2-4 86,2-4 1,-2-5 626,0-5 0,-1-8 0,5-7 0</inkml:trace>
  <inkml:trace contextRef="#ctx0" brushRef="#br0" timeOffset="7">15649 15329 8133,'-13'0'327,"4"2"1,2 2-1,1 5-182,3 2 0,2 2 0,2 1 0,2 0-195,1 4 0,7-4 0,-3 2 0,2-4-213,-1-4 0,3 0 0,-3 0 0,2-3 106,2-4 1,0-1-1,2-1 1,0-4 86,-2-3 1,3-4-1,-8-1 1,4 0 359,1 0 0,-6 4 0,-1 2 284,0 1 1,-4 5 0,0 9-119,-4 10 1,-3 6 0,-6 7 0,-4 4-213,0 3 0,-3 5 1,-1 3-1,0-1-190,0 0 0,-3-3 0,4-6 0,2-2-411,2-2 1,2-3 0,2-7-2584,1-5 2940,6-8 0,3-3 0,8-6 0</inkml:trace>
  <inkml:trace contextRef="#ctx0" brushRef="#br0" timeOffset="8">16370 15146 8122,'-2'-13'-232,"-2"-1"0,2 1 1,-3 2-1,0 1 1658,1 1-1050,0 6 1,4-1-1,0 9 1,0 8-188,0 8 0,0 4 1,0 2-1,0 4-129,0 4 0,0 3 1,0 1-1,0 0-340,0 1 1,0-6 0,0 0-1,0-2-339,0-3 1,0-3-1,0-4 1,0-4-678,0-4 1296,0-7 0,0 5 0,0-5 0</inkml:trace>
  <inkml:trace contextRef="#ctx0" brushRef="#br0" timeOffset="9">16252 15395 8096,'-5'-13'40,"1"-1"0,0 6 0,5 0-27,4 3 0,3-4 0,8 3 0,3 0-6,2 0 0,-4-2 1,3 2-1,1 0-26,-1 0 0,-2-4 0,2 1 1,-1-1-16,-3 1 0,2-2 0,-4 2 1,-2-3 86,-1-1 1,-5 0-1,0 0 1,-2 0 51,1 0 1,-1 0 0,-4 0 67,0-1 0,-4 1 0,-1 0-9,2 0 1,1 6-138,-3 3-28,4 2 0,-5 4 0,6 2 1,0 5 39,0 2 0,0 4 0,0 2 0,0 5 37,0 3 1,0 1-1,0 0 1,1 0-23,4 1 1,-4 3 0,4 1 0,-4-2-62,-1-1 1,1-2 0,2 0 0,2-1-125,-2-3 0,-2-3 0,-1-6-196,0 0 276,0 0 1,5-12 0,-1-5 0,0-8-25,2-5 0,-4 2 0,3-4 1,0 2 47,-1-1 0,6-3 1,-1 3-1,3 1 43,1-2 1,-4 4 0,-1-2 0,2 4 82,2 4 0,1-1 0,0 5 5,0 2 0,1 2 1,-3 2-1,-1 4-52,-1 3 1,-6 6 0,3 2 0,-2 1-325,1-1 1,-1 3-1,-4-2 1,0 1-662,0 1 0,0-5 933,0 4 0,6-4 0,1 0 0</inkml:trace>
  <inkml:trace contextRef="#ctx0" brushRef="#br0" timeOffset="10">16881 15395 8108,'-7'0'-734,"2"-2"903,10-2 1,-2 1 0,5-6-87,2-1 1,2-2 0,0-1 2,-3 0 0,1 0 0,-4 1 0,-1 2 100,1 1 0,-1 1 77,-5-5-159,0-1 0,-2 7 0,-1 4 1,-3 8 16,-1 8 1,0 1-1,-3 7 1,2-1-45,2 0 1,2 2-1,4 3 1,0-2-90,0-1 0,0-6 0,2 2 0,3-5-92,9-5 1,-1 0-1,4-5 1,-1 1-137,2-1 1,-2-3 0,4-4 0,-1-5 13,-3-3 0,-1-5 0,-2-2 1,-2-2 129,-2-2 0,1 0 0,-5 0 0,-3 2 90,0 2 1,-2-3-1,0 5 1,0 1 189,0 1 0,-2 8 189,-2 3 0,4 4-240,0 4 1,2 5 0,5 7-1,0 3-3,0 1 1,1 1-1,2 2 1,-3-3-1,-1-1 0,-2 3 0,-4-3 1,0 0 26,0 0 1,-1 0-1,-3-3 1,-5 1-58,-3-1 0,-2-6 0,-2-2 0,-2-1-128,2 0 1,2-4-344,0 1 1,7-4 0,6-4 28,8-5 0,5-4 0,12-3 0,4-1-111,0 1 0,4-3 0,0 1 1,1 2 253,4 2 1,-4-4-1,1 1 1,-1 1 297,1 1 0,-10 2 0,1 0 0,-6 0 127,-7 0 1,-5 0-1,-8 0 76,-4 0 0,-2-1 0,-6 3 0,0 2 43,0 5 1,-5 2 0,-1 2 0,0 0-78,0 0 0,2 2 0,4 2 0,0 5-61,0 2 0,-1 8 0,3 2 0,1 1-60,1-1 0,6 1 1,-1 5-1,2-1-61,2 0 1,2-6-1,3-2 1,7-4-195,4-1 0,7 1 0,-1-3 0,4-2-276,5-5 1,-3-2 0,4-2 0,-2-2-794,1-2 1,-2 1 1176,-7-6 0,3 1 0,-5-6 0</inkml:trace>
  <inkml:trace contextRef="#ctx0" brushRef="#br0" timeOffset="11">18283 15041 7977,'-13'0'-72,"0"0"0,0 0 77,0 0 196,6 0-28,1 0 0,7 0 0,4 0-74,3 0 0,0 0 0,0-2 0,3-1-63,0-1 1,7-2-1,-1 3 1,1-1-10,1 1 0,-3 0 1,4 0-1,0-1-54,1 1 0,-4 0 0,4 0 1,-2-1-30,-3 1 1,-2 1-1,-1 2 1,-1 2-98,-3 2 0,-4 5 1,-5 7 41,0 1 0,-5 2 0,-4-3 0,-3 2 44,-1-2 1,4 4-1,2 1 1,1-1 58,3-2 1,3-2 0,6 0-1,6 1 21,4-1 1,7 3-1,-2-2 1,-1-1 60,-3-1 0,-2-2 0,-3 0 0,-4 0 147,-3 0 1,-11 1 0,-7-1 0,-11 0 36,-9 0 0,-3-4 0,-11-2 0,0 0 57,1 0 0,2-4 0,-1 2 0,4-4-268,8-1 1,5 0-376,6 0 0,9-1 0,12-4 0,8-2-1370,10 0 1698,12-5 0,5-1 0,5-7 0</inkml:trace>
  <inkml:trace contextRef="#ctx0" brushRef="#br0" timeOffset="12">19083 15133 7397,'0'-14'-60,"0"6"1092,0-1-894,0 6 0,1-3 0,2 8 0,3 2-118,1 5 1,-2 4-1,2 3 1,0 3 4,0 1 0,-4 1 1,3 2-1,-1-1-155,-1 1 1,0 0-1,-4-1 1,0-3 46,0 0 0,0-4 0,0 2 37,0-2 23,0-8 0,0-3 0,0-10-25,0-7 1,0 0 0,0-6 0,2 2 22,2-1 0,-1-3 0,4 2 0,1-2 17,-1-2 1,6 3 0,4-1 0,-1 1 79,-1-1 0,3 5 1,0-1-1,1 2 96,0 2 1,5 2-1,-4 2 1,2 5 61,0 2 0,-6 2 0,1 0 0,-2 3 85,-2 6 0,-4 1 0,-2 13 0,-1 3-178,-3 4 1,-2 2 0,-1-3 0,-1 3-330,-4 1 0,2-2 0,-4 1 1,0-3-170,-1-4 0,4-6 0,-3 1-2023,1-1 1100,2-2 1284,9-15 0,3-4 0,5-11 0</inkml:trace>
  <inkml:trace contextRef="#ctx0" brushRef="#br0" timeOffset="13">19555 15329 8096,'7'0'-471,"0"0"0,-4-1 785,1-4 1,2 4-1,-1-5-88,3 0 1,0 5-1,0-5-101,3 0 1,0 3-1,2-6 1,0-1 0,-1 3 1,-2-2-102,-1-1 0,-6-2 0,3 1 1,-2 1 47,1 1 0,-1 4 0,-4-3 0,-2-1 91,-2 2 0,1 1 0,-6 6 20,-1 0 1,-1 0-1,-3 1 1,3 4-42,2 3 0,-3 6 1,5 3-1,-2 5-59,1 3 1,5 1 0,-2-1 0,4-2-217,1-1 1,0-5 0,1 4 0,4-3-175,3-2 1,8-2-1,2-6 1,-1-3-189,2-4 1,0-1 0,5 0 0,-4-1 172,-1-4 0,-2-2 0,-2-6 1,0 0 160,-2 0 1,1 0 0,-9 0 0,-1-1 194,2 1 1,-5 0 0,4 0 982,-4 0-52,-1 0-664,0 6 0,0 2-173,0 10 1,1-2-145,4 5 0,-2-5-54,6 2 0,-5-4 18,5-1 1,-2-1 103,2-4 1,-4-2 15,-5-6 1,0 0 0,-1 1 86,-3 3 1,-4-1-1,-5 6 7,0 1 0,0 1 1,0 4-1,0 1 11,0 1 1,0 6 0,0-1-1,1 3-100,3 1 1,3 1 0,5 2-1,-2 2-116,-1-2 1,1-3-1,8-3 1,7-3-291,4-1 1,7 3 0,-1-5-1,4-1-25,5-1 1,-3-4-1,4-2 1,-2-5 133,1-2 1,-5-3 0,-5 1-1,-3 0 104,-2 0 1,-7 0-1,-4 0 332,-4 0 0,-8 6 0,-5 2 0,-5 4 176,-4 1 1,-1 0 0,-2 1 0,0 4-102,3 3 0,4 4 1,1 1-1,5 0-198,2 0 1,6 0 0,-1 0 0,2 1-131,2-1 1,2-6 0,4-1-1,5-2-326,5 0 0,3 1 1,-1-7-1,2-2 50,0-5 0,1 1 0,-5-4 0,1-4 253,-1-3 1,-5 1-1,-4-3 1,0-3 168,0 0 0,-4-3 0,2 0 0,-4-2 41,-1-2 0,-1-1 0,-2 3 0,-2-2 119,3 2 1,0 2 0,2 2 0,0 3 924,0 4-940,0 10 1,0 9 0,0 14-1,0 8-14,0 6 1,0 8-1,0-2 1,-1 2-36,-4 3 1,4-1 0,-4-1 0,4-3-176,1-5 0,0 2 1,0-1-1,0-3-435,0-5 0,1 0 0,2-5-891,2-2 0,5-3 491,-1-5 1,-2-3-1,2-10 1,1-3-611,1-4 1418,3-1 0,5-6 0,1-1 0</inkml:trace>
  <inkml:trace contextRef="#ctx0" brushRef="#br0" timeOffset="14">20354 15172 8091,'-9'-7'0,"2"1"-12,1 0 0,-3 3 1,4-4 425,-3 1 0,4 2-160,-5 4 0,6 1 0,-1 5-105,3 7 1,1 0-1,0 6 1,0 0-1,0 3 0,1-2 1,2 2-1,1 0 95,-1-2 1,-1 5-1,-2-5 1,-2 1 34,-2-4 1,-9-1 0,-9 0-1,-3 0-196,-1-4 1,-2 1 0,-1-6-1,-1 0-655,0-2 0,3-4 0,2-1 572,3 0 0,3 0 0,6 0 0</inkml:trace>
  <inkml:trace contextRef="#ctx0" brushRef="#br0" timeOffset="15">20918 14897 8027,'-12'-6'0,"2"-1"-173,1-1 0,0 3 0,-4 6 638,0 3 1,6 9-1,2 11 1,4 3-130,1 4 0,-4 5 0,-1-1 0,2 3-129,2 1 0,2-1 0,2-1 0,2-4-283,-2-1 1,2-1 0,0-6-1,-2-2-338,-2-1 1,-1-11-1063,0 2 747,0-8 1,0-5 0,0-9 728,0-3 0,0-7 0,0-1 0</inkml:trace>
  <inkml:trace contextRef="#ctx0" brushRef="#br0" timeOffset="16">20773 15146 8113,'-8'0'-318,"-1"0"-83,-1 0 1,3 0 981,-2 0-336,0 0 1,3 0 0,6 0-1,8 0-146,3 0 1,4-2-1,2-1 1,5-1-106,3 1 1,0 0-1,-2 0 1,0-1-46,5 1 0,-6 1 0,2 2 0,-3 0 52,-5 0 0,-2 0 0,-1 2 67,1 2 1,-7 4 0,-3 5-1,-2 0-8,-2 0 0,0 0 0,0 0 1,1 0-60,4 0 1,2 0 0,6-1 0,1-3-79,4-5 0,-2-2 0,6-2 0,1 0-102,2 0 0,0-2 0,-4-2 0,-3-5 138,-3-3 1,-4-1 0,-2 0 0,-5-1 161,-2-4 0,-4 4 1,-4-2-1,-5 4-17,-5 3 0,-8 2 0,1-2 0,-4 5-721,-4 2 617,-5 2 0,8 12 0,-4 3 0</inkml:trace>
  <inkml:trace contextRef="#ctx0" brushRef="#br0" timeOffset="17">21704 14884 8089,'-4'-13'0,"-1"-1"-69,2 1 0,2 5 1,1-1 508,0-1-90,0 4 1,0 1 0,0 10 0,0 5-153,0 6 0,0 4 0,0 7 0,0-1-194,0 0 0,0 5 0,0-1 0,0-2-166,0-5 0,0 2 0,0-5 1,0 2-256,0 0 0,0-6 85,0 1 0,1-8 260,4-4 1,3-5 0,10-5-1,2-2 69,1 0 1,3-4 0,-2 7-1,3 1 77,1 2 1,-4 1 0,-1 1 0,-4 3-53,-5 5 0,-1 7 0,-6 2 1,-4-1 28,-4 2 0,-10-4 0,-9 2 0,-4-2 77,-5-2 1,-1 0-1,-4-1 1,3-4 48,1-3 1,1 0 0,6 0 0,3-4-109,5-4 1,2-4 0,4-6 0,2 0-167,5 0 1,4-5 0,5-1 0,8 0-129,8 1 0,5 0 0,5 5 0,2 0-28,1 0 1,3 4-1,-2 2 1,3 1 56,2 3 0,2 2 0,-1 1 0,-5 0 180,-2 0 1,-4 0 0,-4 0 0,-1 0 101,-3 0 0,-3 0-34,-6 0 0,-6-2 34,-2-2 1,-5-2 0,-5-3-19,-3 5 0,-6 2 0,-2 2 0,-1 0 252,1 0 0,0 0 0,0 0 0,-2 2-22,2 2 0,2 5 1,1 7-1,0 3-119,-1 1 0,7-4 0,3 3 0,2-1-108,2-1 0,2 1 1,4-5-1,5 0-138,5 0 1,8-4-1,-3-2 1,4-1-181,1-3 0,1-2 0,-3-2 1,-2-4-172,-4-3 0,-4 0 0,-1 0 0,-1-3-737,-3 0 1155,2 3 0,-3-9 0,5 2 0</inkml:trace>
  <inkml:trace contextRef="#ctx0" brushRef="#br0" timeOffset="18">23054 14805 8083,'-1'-12'-356,"-4"4"1,4-4 0,-4 3 490,4-2 1,-3 2 140,-1 0 0,-1 6 317,2-1-423,2 2 0,-3 4 0,5 2 1,0 6-44,0 6 1,0 0-1,0 6 1,0 2-69,0 0 0,0 3 0,0-1 0,0 0-76,0 0 0,0 0 0,0 1 1,0-3-21,0-2 1,0 1 0,0-5 0,0-2-286,0-2 1,0 0 0,0-1-1040,0 0 181,0-6 1180,0-1 0,5-18 0,3-2 0</inkml:trace>
  <inkml:trace contextRef="#ctx0" brushRef="#br0" timeOffset="19">22949 14988 8083,'-22'-1'-85,"2"-2"0,1-3 3,3-1 0,1 3 587,2-5-429,0 6 1,12-4-1,5 4 1,6-2-39,3 2 0,5 2 0,1 1 1,0-1-29,0-4 0,4 4 1,-1-4-1,1 2 14,-1-1 1,1 1 0,-4-4 0,0 1-18,0 3 0,-1-3 1,-4 2 34,4 1 0,-4 2 1,4 1-13,-4 0 1,-1 1-26,0 3 0,-5 4 0,-4 6 1,-3 2-24,-1 2 0,0 1 0,0-3 1,0 1 3,0-1 0,0 3 0,0-1 1,-1-2-20,-3-2 1,1-1-1,-6 0 63,-1 0 0,3-5 131,-2-4 0,6-4 0,-2-4-60,4-5 0,1-3 1,0-1-1,0-1-19,0-4 0,4 2 0,2-4 0,2-1-53,2 1 1,0 3 0,0-4 0,-1 1-124,1-1 0,2 7 0,-1-1 1,0 5-369,-3 0 1,1 3 0,4-1-597,0 3 1,-1 2 1057,-3 7 0,2 3 0,-3 6 0</inkml:trace>
  <inkml:trace contextRef="#ctx0" brushRef="#br0" timeOffset="20">23460 14910 8083,'8'-13'79,"-4"0"0,-1 5 0,0 3 374,1-1-32,0 4-323,-4-4 1,0 8-1,-1 2 1,-2 5-17,-1 3 1,-6 1 0,1 0 0,-1 1-17,1 4 0,-3-2 0,3 4 0,-1 1-55,2-1 0,-3-3 0,7 4 0,1-2-220,2-3 1,-4-6 88,1-1 1,5-6-1,8 1 1,3-4 9,1-4 1,0-4 0,0-6-1,0-2 91,0-2 1,0-1-1,0 3 1,1-1 38,-1 1 1,-5 6 0,1 2-1,0 1 6,-2 0-170,5 4 1,-6 3 0,4 9-360,-1 2 0,-6 2 0,2 1 20,1-1 0,-3-2 483,6-2 0,0-3 0,4-6 0,-2-6 0,-1-3 0,-1-2-30,1-2 0,-2-1 0,-1 1 0,-1 0 335,-3 0 1,4 0-1,0 0 266,1 0 0,-1 6-314,-3 2 1,-1 4-1,4 2-123,-1 4 1,-1 2-1,-5 6 1,0 0-142,0 0 0,0 0 1,0 0-1,0 0-78,0 1 1,0-1 0,1 0-83,3 0 1,-2 0-73,2 0 0,-1-6 188,2-2 1,2-5 0,6-5 60,0-3 0,-4-6 1,0-2-1,1-1 83,1 1 1,2 1 0,1 2 0,-3 0 100,-2 0 1,3 4 0,-4 2-96,4 1 0,-3 2-135,-1 4 1,-5 6-1,2 2 1,-4 4-271,-1 1 1,0 0-1,2 0 1,1 1-18,1-1 1,2-2 0,-3-1 0,3-2 129,1-2 1,-3-2 0,5-4-1,1 0 193,2 0 0,1-1 0,0-4 0,0-4 9,0-2 1,0-7 0,0 1 0,-1-1 29,-3-1 0,2 5 1,-3-5-1,0 1 412,1 1 1,-6 0 0,1 3 251,-2 1 0,-2 5-404,0-1 1,-6 7 0,-1 2-84,0 8 1,-4 3 0,7 2 0,1 1-203,2-1 0,1 1 0,0 2 1,0 2-18,0-2 1,0 3-1,0-2 1,1 1 187,3 0 0,-1-2 1,5 5-1,-3-2-42,-2-3 1,3-2 0,-1-1 0,-3 1-83,0-1 1,-2-5 0,0 1-1,-2 1-221,-2 2 0,-3-5 0,-6-1-894,0 0 1,4-5 198,0 4 1,6-5 854,-1-5 0,2-2 0,2-6 0</inkml:trace>
  <inkml:trace contextRef="#ctx0" brushRef="#br0" timeOffset="21">24443 14622 8086,'0'-14'0,"-1"1"0,-2 0 253,-1 0 0,-7 2 457,3 2-620,2 3 0,-4 7 1,5 4 11,2 4 0,2 2 0,-1 2 0,-1 2 30,-1 2 0,0 4 1,4 5-1,0 2 6,0 2 0,-2 4 0,-1 5 0,-1 0-13,1 1 0,2 0 1,1 3-1,0 0-107,0-1 0,0-5 0,0-2 1,0 0-115,0-2 1,0-5 0,0-8-369,0-1 0,5-7-62,4-8 0,-2-4 0,1-4 0,-2-5-1200,-4-3 1726,0-7 0,4-1 0,1-6 0</inkml:trace>
  <inkml:trace contextRef="#ctx0" brushRef="#br0" timeOffset="22">24378 14988 8086,'-8'-13'-176,"3"0"1,5 0 9,0 0 0,0 4 499,0 1 1,5-1 0,4-3-238,3 3 1,1 2-1,0 4-51,0-1 1,0 0 0,0 4-1,0 0-74,1 0 1,-1 0 0,0 0-74,0 0 0,-4 0 141,-1 0 1,0 1 18,0 3 20,4 4 0,-11 5 0,7-6-56,-4-3-30,-2-2 1,5-2-1,-4-2 118,1-2 0,1 1 0,-5-6-12,0-1 1,0 3 0,0-2 105,0-1 0,0 3-81,0-2 1,-2 6-12,-2-1 1,-4 2-1,-5 4-2,0 2 1,4-1-1,1 6 1,-2 1-12,-2 2 0,3 1 0,2 0 0,0 0-61,-1 0 0,4 1 1,-3 3-1,1 1-60,3 3 1,1-4 0,2 4-1,0-2-154,0-3 0,0-2 1,2-1-1,2-1 17,5-3 1,3 1 0,1-6-1,0-1 14,0-1 1,2-2 0,1-2-1,2-2-73,3-5 1,-5-3 0,3-1 0,-2 0 120,1 0 0,-1-4 0,-4-1 0,-1 2 76,-3 2 1,2 0-1,-3 1 45,-1 0 0,0 0 520,-2 0-216,-4 6 0,3 1 0,-6 7-160,-3 4 1,1 2 0,4 6 0,-2 0-112,-2 0 1,3 0-1,-4 1 1,4-1-65,1 0 0,-5 0 0,1 0 0,1 0-5,2 0 1,1-4 0,0 0-141,0 1 1,1-4-42,3-2 1,4-3-1,5-1 1,0-1 39,0-3 0,-1 1 0,-2-6 0,-1-3 46,1-4 1,0 2-1,0-4 1,-3 4 146,-1 1 1,3 0-1,-5-1 258,-1 1 1,-1 0 527,-2 0-609,0 6 1,-2 7 0,-1 9-200,-1 2 0,-5 2 1,5 0-119,1 1 1,3-1-198,4 0 1,-1-6-1,6-3 40,1-2 1,2-2 0,1 0 181,0 0 0,-4-5 0,-2 0 714,-1-3-61,-2 5-374,-4-2 1,0 6-356,0 3 0,0 4-252,0 5 1,2-6 162,2-2 0,-1-4 1,4-2-1,1-2 112,-1-2 1,-4-5 0,3 1 0,-2-4 223,0-4 0,5 1 0,-5-6 0,1-1 91,1-2 0,-3-3 0,4-1 1,0-2 96,0 2 0,-4 2 1,3 2-1,-1 3 701,-1 5-764,0 8 0,-4 12 1,-1 13-1,-4 10-55,-3 6 1,0 3 0,0 4 0,-1 2-309,2 3 1,-4-3 0,6 4-1,-1-2-448,0 1 1,-3-2 0,3-5 589,-1-2 0,-2-1 0,-4 6 0</inkml:trace>
  <inkml:trace contextRef="#ctx0" brushRef="#br0" timeOffset="23">15138 16286 7858,'0'-9'-525,"-2"0"484,-2-1 0,1-2 43,-6-1 1,5 1 0,-3 2 0,-1 3 91,1 1 0,3-3 1,-4 4-1,1-1 96,0 0 1,-2 0 0,-4 3-68,0-1 0,0 0 1,1 5-1,2 3 14,1 5 0,0 4 0,-2 5 0,1 3-20,1 4 0,6 3 1,-1 1-1,2 2-144,2-2 0,6-2 0,3 0 0,4-3-125,4-2 0,-1-3 1,6-7-1,1-4-13,2-3 1,-3-4-1,-2-4 1,-1-4 66,-3-6 0,-1-7 0,-3 1 1,-2-2 53,-1-2 0,-7 3 0,3-1 0,-4 2 180,-1 3 0,-1 2 250,-4 1 0,-2 8-286,-6 10 0,6 2 0,2 10 0,4-1-89,1 2 1,1-4 0,4 4-1,4-4-97,2 0 1,2-7 0,0-1 0,1-2-73,-1 0 0,4 1 0,1-7 1,-2-2 4,-2-5 1,-1-7 0,0-3 0,-1 0 78,-3 0 1,1-4 0,-6 3 0,-1-2 104,-1 0 0,-2 5 0,0-4 1,0 2 364,0 3 0,1 6-208,4 1 0,2 8 0,6 1-112,0 7 0,-1 11 0,-2 2 0,-1 3-35,1 4 0,0-9 0,-1 9 0,-3-3 23,-1 1 1,-3 1 0,2-1-1,-4-2 123,-4-1 0,-3-6 0,-8 2 1,-1-4 4,-2-1 0,-3 0 0,2-1 0,0-3-143,0-5 1,1 2 0,5-2-351,0-1 0,2-3-3,2-4 1,4 1 303,10-6 0,8 1 0,7-6 0</inkml:trace>
  <inkml:trace contextRef="#ctx0" brushRef="#br0" timeOffset="24">16239 16286 7971,'0'-9'0,"-2"0"0,-1-1-10,-1-2 0,-5 3 0,3 2 3,-1 1 1,-2 2 0,-4 4 0,0 0 104,0 0 1,0 6 0,0 3-1,1 2 58,3 2 0,-2 5 0,4 1 0,-2 0-68,0 0 1,6-1 0,-1-1 0,2 0-50,2-1 1,0-1-1,0-2 1,2-2-104,2-2 1,3 1 0,7-5-1,-1-3-145,0 0 1,4-2-1,1-2 1,-1-2 26,2-5 0,-4-4 1,2-3-1,-2-1 56,-2 1 1,-2-3 0,0 0 0,-4-1 94,-1-4 1,2 4 0,-3-2 0,-2-1 76,-2-2 1,-1-1 0,-1 1 0,-2 2 87,-2 1 1,-3 4 0,2-2 0,0 1 220,0 3 1,0 7-155,2 5 0,3 4 1,-4 4-30,4 5 0,1 9 1,0 5-1,0 5-40,0 2 0,0 5 0,0-3 0,0 2-128,0 2 0,4-4 0,1-1 0,-3-4-148,0-1 1,-1-5 0,2-2 0,2-2-172,-2 1 1,-2-5 0,0-6-1298,4-1 1612,-4-2 0,11-10 0,-5-1 0</inkml:trace>
  <inkml:trace contextRef="#ctx0" brushRef="#br0" timeOffset="25">16514 16246 7974,'-13'-6'-84,"0"3"1,0-4-245,0 1 0,-1-2 1,1 3 724,0 2 1,0 3-1,0 6-154,0 7 0,0 0 1,1 6-1,2-1-151,1-1 0,6 5 0,-1-4 0,2-1-57,2 2 1,0-4 0,2 1 0,1-5-159,1-2 1,8-6 0,-1 1 0,7-2-92,2-2 1,-4-6 0,3-3 0,-1-4-9,-1-4 0,5 2 1,-6-3-1,-3 4 98,-3 1 1,-1 0 541,4 0-239,-5 5 0,-3 8 0,-5 9-141,0 3 0,0 1 1,0 0-156,0 0 0,6-1 1,3-4-112,3-3 1,5-4 0,1-1 0,-2 0 34,-2 0 1,4-6 0,-1-2 0,-1-5 192,-1-5 0,-2 2 0,-2-6 0,-2-1 37,-5-2 0,-2-1 1,-2 0-1,0 0 200,0-1 1,0 1-1,-2 1 1,-2 4 50,-5 3 0,2 4 0,-2 2 159,-1 3 0,3 5 0,0 8-198,1 5 1,1 4 0,4 6 0,-2 6-145,-1 4 1,-1 1-1,5-2 1,0 1-362,0 2 1,0-1 0,0-3 0,0-1-56,0 0 0,0-4 1,0-2-1,0-1-1670,0-3 1981,0-1 0,-6-2 0,-1 0 0</inkml:trace>
  <inkml:trace contextRef="#ctx0" brushRef="#br0" timeOffset="26">16632 16272 7974,'13'-5'-187,"-4"-1"1,1-4-1,3 1-99,3-1 0,6 2 0,-3 1 0,1 0 379,4 0 1,0 4 0,2-3-1,1 1 27,-1 1 1,-4-2-1,-2 3 1,-1-1 12,-3 1 1,3 2 0,-2 1 258,0 0-272,-9 0 1,-3 0-69,-10 0 0,2 0 0,-5 0 0,-3 0-2,0 0 0,-2 4 1,0 2-1,-1 0 11,1-1 1,0 4 0,0-3 0,1 1-7,4 3 1,-4 1 0,5-1 0,-2-1-39,0 1 0,5 1 0,-3 3-47,1-1 0,1 0 0,5 0-103,0 0 1,6-6 0,3-2 0,4-4-3,5-1 1,-2 0 0,4-1 0,0-4 4,1-4 0,-4-2 0,4-2 0,-2 0 208,-3 0 1,-6-1 0,-1 3 0,-1 1 424,0 1-451,-3 6 1,-5-1-1,0 8-144,0 5 1,0 2 0,-1 1 0,-2-2-262,-1-1 0,-1 0 0,5 4-560,0 0 913,0-6 0,2-1 0,2-6 0,5 0 0,-2 0 0,2-2-13,1-2 1,2 1 129,1-6 0,-4 7 0,-1-4 95,2 0 1,-2 4-158,1-2-55,-7 3 0,10 1 0,-5 0 0</inkml:trace>
  <inkml:trace contextRef="#ctx0" brushRef="#br0" timeOffset="27">17327 16286 6275,'0'13'0</inkml:trace>
  <inkml:trace contextRef="#ctx0" brushRef="#br0" timeOffset="28">5046 12381 19925,'-13'0'-686,"0"0"1,0 0 0,-1 0 686,1 0 0,0 0 0,0-1 1,0-2 22,0-2 1,0 1-1,0 3 1,0-2-23,0-2 1,-5 1 0,-1 4 0,-1-1-6,-4-4 1,0 4-1,-3-4 1,1 4 40,0 1 1,-6 0 0,-3 1 0,-3 2-5,-1 2 0,0 0 1,-2 0-1,-3 2 16,-4 0 1,1 4-1,2-6 1,3 1 44,4 0 1,8 3 0,-1-5-1,5-1-33,4-2 0,3-1 0,6 0 273,0 0-16,6 0-238,1 0 0,6 2-284,0 2 0,0-1 0,0 6 1,-2 1 64,-2 2 0,2 1 0,-2 1 0,3 2-87,1 2 1,0 5-1,0-1 1,0 4-8,0 5 1,0-2 0,0 4 0,0 1 53,0-1 0,0-2 0,0 4 0,0 0 13,0-2 1,0 1 0,0-5-1,0 3-6,0 1 1,4-3-1,0 0 1,1-2-52,1-2 1,-4 5 0,6-1 0,-2 1 176,-4 1 1,4-6 0,-1 2 0,-1-5-90,2 0 1,-5 0 0,4 1 0,-2-4 82,1-1 1,-3 0 0,4-3 0,-4 1 39,-1-1 1,0 3 0,0-1-1,0-1 12,0 2 1,-1-3 0,-4 5 0,-2-2 29,0-3 1,-3 3 0,4-2 0,-1 0-6,-4 2 1,4-6 0,0 2-1,1-5 27,3 0 1,0-2 8,-1 0-32,2-5 1,2 3-1,9-6 19,3 0 0,-1 2 0,0 1 0,-3 1-57,3-1 0,0-2 0,2 1 0,0 1-36,0 1 0,1 2 1,-1-3-1,1 3-44,4 1 0,-4-4 0,4 1 1,-2-2 39,1-2 0,5 0 0,9 0 0,4 0 25,3 0 1,7-2 0,4-1 0,6-3-114,7-1 0,-3-2 0,1-4 0,0 0-103,-1 0 0,-6 4 0,1 1 0,-2-1-142,-2 2 0,-5-4 0,1 6 0,1-1-933,0 0 1278,-11 2 0,8-2 0,-11-2 0</inkml:trace>
  <inkml:trace contextRef="#ctx0" brushRef="#br0" timeOffset="29">4692 15814 7647,'-6'-7'-1533,"5"-5"1510,-4 3 1,4-2-1,1-3 127,0 1 0,0 0 0,0 0 40,0 0 0,0 0 1,0 0 8,0 0 1,0 0-1,0 0 1,0-2-4,0-2 1,1 2 0,2-3 51,2 4 0,1 1 66,-2 0-207,-3 0 1,5 11 0,-6 8 0,0 9 38,0 6 1,0 10 0,0 5-1,0 7-22,0 5 0,0 7 0,0 3 0,0 2-24,0 2 1,0 1 0,0 0 0,0-4-38,0 0 1,0-1 0,0-6 0,0-2-46,0-8 1,0-10 0,0-2 0,0-2 67,0-2 0,-1-5 0,-2-2 0,-2-2-10,3 1 0,0-1 0,2-4 1,0 0-19,0 0 0,0-4 0,0 0-12,0 1 1,6-4-2,3-2 0,2-2 0,2-2 0,0 0 5,1 0 1,-1-5 0,1-1 0,2 1-6,2-1 1,4-3-1,-3 3 1,-1 0 2,1 1 1,5-4 0,-2 5 0,2-1-9,2-1 1,1 5 0,-1-3-1,0 1-21,0-2 0,-4 4 0,-1-4 0,-2 3 10,-3-3 0,-2 4 1,-1-4 11,0 4 0,-1-5 4,-3-3 1,-3 2 0,-8-2 4,-2-1 1,1-2 0,-6-1-1,0 0-2,2 0 1,-5 0 0,4-2-1,-4-2-29,-1-5 1,1 0-1,2-2 1,1-4-14,-1 0 0,0-7 1,0-3-1,2-4 4,3 0 1,-4 1-1,5 2 1,-1-2 16,-1-2 1,5 2 0,-4-1 0,4 4 27,1 3 1,0 4 0,0-2 0,0 1 13,0 3 0,0 1 0,0 3 0,0 2 34,0 1 1,0 5 0,0-4-1,0 2-23,0 3 0,0 2 0,0 1 32,0 0 1,0 4 94,0 0-152,0 0 0,-1 2 1,-4 3-1,-4 2 7,-2 2 1,1 2-1,-2 1 1,-4 1 23,-3-1 0,2 3 1,-4 0-1,1-1-7,-1 1 1,0 4-1,-4-2 1,1 0-62,3 1 1,3-2 0,-2 4 0,-1-3-366,1 2 1,4 2 0,-1 3 0,2 1 392,2 1 0,0 12 0,0-1 0</inkml:trace>
  <inkml:trace contextRef="#ctx0" brushRef="#br0" timeOffset="30">4836 16639 8403,'-13'-13'-46,"4"6"86,1 3 0,5 8 1,-2 6-1,4 8-48,1 8 0,4 6 1,2 9-1,0 2 142,0 5 1,4 3-1,-3 3 1,2 1-116,0 2 1,-2 0-1,3-5 1,-3-1-88,-1-3 0,0-8 0,-3-11 0,1-6-256,-1-5 0,-1-4-363,-2-1 1,0-4-218,0 0 904,-6-6 0,-1-3 0,-6-8 0</inkml:trace>
  <inkml:trace contextRef="#ctx0" brushRef="#br0" timeOffset="31">4784 17242 8403,'-13'0'0,"4"0"0,0 0-116,-1 0 1,3-4 363,-2-1 1,6 2-92,-1 8 0,2-2 0,4 5 0,2 3-33,5 0 1,2 2 0,3 2 0,0 1-37,4 1 1,-2 5-1,4-3 1,0 0-68,1 0 0,-5 3 1,3-5-1,-2-1 5,1-1 0,-1-4 1,-4-2-1,0-4 0,0-4 0,1-1 1,-1-1-1,0-4-12,0-4 1,-1-4 0,-2-4 0,-1-5-42,1-3 0,-3-1 0,2 0 0,-1-2-171,0-2 0,-1 2 0,-3-4 0,4 1-491,-1 1 1,3-1 688,-5 5 0,5 0 0,-3 0 0</inkml:trace>
  <inkml:trace contextRef="#ctx0" brushRef="#br0" timeOffset="32">5478 17307 8475,'-13'-13'-356,"5"6"0,-1 3 307,-1 2 0,2 2 1,1 3 355,1 6 1,0 1 0,4 12 0,-3 3-171,2 4 1,3 0-1,5 4 1,2-1-97,0-2 1,9 0-1,-3-2 1,2-5-50,-1-3 1,1 1-1,1-7 1,1-3 55,0-4 1,-3-3-1,-1-4 1,0-1-228,0-4 0,-1-6 0,-2-8 0,-2-2-51,-3-2 1,0-3 0,-5-3-1,0-2 224,0 2 0,-6 1 0,-3 2 1,-3 0 28,-1 0 1,-1 0-1,-2 1 1,-3 3-80,-2 5 0,4 4 1,-3 4-1,1 4-234,3 4 1,5 1 0,4 1 0,0 5 289,0 7 0,4 0 0,3 12 0,7-4 0</inkml:trace>
  <inkml:trace contextRef="#ctx0" brushRef="#br0" timeOffset="33">5662 17255 7891,'6'7'-337,"-3"1"475,5-4 0,0-1 0,2 6-77,-1 1 0,-5 1 0,3 3 0,1-1-47,-1 0 0,-3 0 1,3 0-1,1 0-62,-1 0 1,-4 0 0,1 2-1,-1 1 2,2 1 1,-4 5 0,3-4 0,-2-2-138,-2-2 0,0-1 91,0 0 1,0-7-1,0-6 72,0-7 0,0-11 0,1-3 0,2-4 30,2-1 0,-1-5 0,-3 1 1,2 0-5,2 3 0,1 2 0,-4 2 0,4 1 5,2-1 1,-4 2 0,5 2 0,-1 3 5,0 5 0,3 0 0,-2 0 7,3 2 1,-1 5-1,0 7 1,-4 2-7,-1 3 0,0 5 1,-4 6-1,3 1-108,-2 3 0,-2-2 0,-1 1 0,0-1-194,0 0 0,0-2 284,0-6 0,6 6 0,1 1 0</inkml:trace>
  <inkml:trace contextRef="#ctx0" brushRef="#br0" timeOffset="34">5976 16875 8475,'-13'0'-254,"5"-1"370,-1-4 0,6 5 61,-1 0 1,4 6 0,3 9 0,2 2-64,3 5 1,0 3 0,5 1 0,1 2-42,-1 2 1,0 1 0,0 5 0,0 2-191,0-2 0,0-1 0,0 0 0,-1-3-118,-3 0 0,2-6 0,-3 1 0,-1-8-483,-3-5 1,2-1 462,-2 0 0,1-11 1,-4-8-1,2-7 255,2-5 0,0-5 0,-2 0 0,3-3-41,1-1 1,-2-2-1,2 9 1,-1 0 317,-3 2 0,4 9 17,2 5 0,-2 4 0,0 4-132,-1 5 1,-1 4-1,-4 3 1,2 2-109,1-2 1,2-2 0,-3-1-107,1 0 0,7-4 0,-3-2-14,4-1 0,-3-1 1,-1-7-1,1-2 226,-1-5 1,3 2 0,-2 0 239,3 1 0,-5 3 1,-1 9-54,-1 7 1,-3 6 0,2 8 0,-2 2-166,-2 2 1,-2 5 0,-1-1 0,-2 5-276,-3 3 1,1-6 0,-3 1 0,1-5-420,-1-4 1,3-1-1,-2-2 512,-1 0 0,-2 0 0,-1 1 0</inkml:trace>
  <inkml:trace contextRef="#ctx0" brushRef="#br0" timeOffset="35">6763 17255 8475,'0'13'-254,"-5"2"1,0 2-1,-1 4-57,0-1 1,2 5-1,4-3 1,0 4 248,0 4 0,0-2 0,0 3 0,0-5 159,0-4 0,-2 1 0,-1-6 0,-1-1-279,1-1 153,2-8 0,1-2 0,0-10 1,0-5 17,0-6 1,0-4 0,-2-8 0,-1-1 71,-1-2 1,-1-4 0,5 3 0,0 0 110,0 0 0,0 2 1,0 5-1,2 3 96,2 5 0,-1 2 0,6 3 1,1 4-113,2 3 1,1 4 0,1 2-1,2 5-54,2 7 1,4 5 0,-3 5 0,1-1-124,3 1 1,2-2 0,1-1 0,-1-1 25,-3-3 1,-2-2 0,-4-2 0,2-3 327,-2-5 1,-6-2-227,-1-2 1,-6-11-1,1-2 1,-4-3-5,-4-3 1,-2 0 0,-4-5 0,1-1-58,-1-3 1,-2-1-1,-1 3 1,1-2-203,4-2 1,-3 2-1,6-1 1,-1 4-679,0 3 1,2 6-1006,4-1 1839,0 8 0,5 9 0,3 7 0</inkml:trace>
  <inkml:trace contextRef="#ctx0" brushRef="#br0" timeOffset="36">7261 17386 7525,'0'7'195,"4"-2"16,1-10 1,-1 2 0,-4-5 0,0-2-92,0-2 0,0-1 1,0 0-1,0 0-145,0-1 1,0 6 0,-1 0-396,-4 3 1,-2 0 0,-6 7 419,0 2 0,0 3 0,-1 6 0</inkml:trace>
  <inkml:trace contextRef="#ctx0" brushRef="#br0" timeOffset="37">7353 17216 8318,'0'13'-293,"0"-4"1,0-1 0,1 3 567,3 0 0,-2-2 0,4 0 0,-2 1-135,0 1 1,2 3 0,-3-1 0,2 0-98,-3 0 1,4-4 0,-1-1-1,-1 1-130,2-2 0,-3 4 10,6-7 1,-5 0 0,3-5 0,0-4 68,1-3 0,-5-4 0,2-1 1,0-2 179,-1-2 1,5 2 0,-3-2 0,0 2 158,-1 2 0,6 2 277,-3 2 0,4 3-429,1 6 0,-1 6 0,-2 3 0,-1 4-339,1 4 1,-4-1 0,0 5 0,-2-1-170,0 0 0,1 1 1,-5 2-1,0-3 329,0-1 0,5 5 0,3-4 0</inkml:trace>
  <inkml:trace contextRef="#ctx0" brushRef="#br0" timeOffset="38">7824 17294 8475,'9'-5'-302,"0"-3"0,1 0 282,2-1 1,2 2-1,2-4 1,3 3 191,2-3 0,1 1 0,2 0 1,0 1 7,-3-1 1,0 3 0,1 0 0,-5-1-449,-2 1 0,-2 4-1156,0-1 1424,-6 2 0,5 8 0,-5 1 0</inkml:trace>
  <inkml:trace contextRef="#ctx0" brushRef="#br0" timeOffset="39">8152 17059 8475,'2'-12'-474,"0"2"1,4 1 488,2-1 1,0 2 0,5 0 0,1-2 336,-1-2 0,6 0 1,1 2-1,2 3-240,0 1 0,-6-3 1,3 3-1,-2 1-80,1-1 0,-1 1 0,-5 7-47,-4 2 0,3-1 0,-7 6 0,-1 1-44,-2 2 1,-5 2-1,-2 2 1,-1 3 10,-3 2 1,-2-1-1,-1 3 1,-2-1 32,-2 1 0,2 2 1,-1 0-1,5-2 15,2-1 0,0-5 1,-4 4-1,1-2 0,4-3 1,-3-2-1,7-1-11,1 1-5,-4-7 1,11-1 0,1-8-3,5-2 1,2 1 0,-2-6 0,-2-1-10,3-2 1,0 4 0,1-1 0,-2-1-13,-1-2 1,0-1-1,4 0 1,-2 0-7,-2 0 1,3 4 0,-4 0 0,3-1 16,-3-2 1,4-1 0,-5 0-1,2 1 21,0 4 0,-5-2 0,3 4 47,-1-2 243,-1 0-23,-5 0-192,0 3 1,0 6-134,0 3 0,4-1 34,0 6 1,2-6-180,-1 1 64,2-2 1,5-8 104,-4-3 0,2-2 1,-5-2-1,-2-1 30,-2 1 1,-1 0 0,0 0 10,0 0 0,0 0 0,0 0 244,0 0 1,-1 1 0,-4 3 1,-2 4 0,-5 6-66,4 3 1,-2 8-1,4 7 1,0 1-112,0 4 1,2-4 0,4 2 0,0 0-46,0-2 1,5 3-1,4-5 1,3-2-162,1-2 1,6-6 0,4-4 0,5-3-205,2-1 1,3-5-1,-4-6 1,0-3 71,-4-4 1,-1-1-1,-6 3 1,-2-2 205,-2-3 0,-6 1 1,-4-2-1,-3 3 25,-1 0 0,-1 5 0,-3-4 0,-5 4 211,-3 0 0,-1 1 1,0 2-1,0 0 133,0 3 0,0 3 0,0-2-51,-1 1 0,6 2-160,-1 4 1,5 0-37,-5 0 1,7 1 0,2 2-83,8 2 0,3 0 0,2-2 0,1 3-2,-1 1 1,0 1 0,0 2 0,0 0 9,0 5 0,0-2 0,-1 6 0,-2-2 3,-1 1 0,-2 1 1,3-3-1,-2 3 6,-3 1 1,4-4 0,-5 1 0,-1-2-119,-1-2 0,2 0-108,1 0 0,3-7 1,-2-6-35,1-7 1,-2-6 0,4-3 0,-1-2 96,0 2 0,3-3 0,-4 2 0,2 1 124,0 1 1,-2 2-1,3 1 1,-2 2 254,-2 2 1,4 5-1,-2-2 71,4 4 1,-3 1-1,0 0-3,1 0 0,-3 1 0,2 2-81,1 2 1,-3-1-13,2-4 1,-6-2 0,1-2 20,-2-5 0,-2-2 0,0-2 0,0 0-20,0-1 0,-5 1 0,0 0 1,-3 0-122,-2 0 1,3 4 0,-2 2 0,-1 1-206,-2 3 1,-1 2-1,0 1 140,0 0 0,-6 11 0,-1 4 0</inkml:trace>
  <inkml:trace contextRef="#ctx0" brushRef="#br0" timeOffset="40">9725 17045 8316,'7'-5'350,"0"-3"-68,-2-5 0,-4 4 0,4 1 27,-4-2 1,-2 4-146,-4 1 0,-2 4 1,-6 1-1,0 0-76,0 0 0,-5 6 0,1 2 0,1 4 7,1 1 1,2 5 0,0-1 0,1-1-107,4-1 1,-3 2 0,7 1-297,1-2 0,3-8 131,4-3 1,5-4-1,7-4 1,2-4 1,-2-6 0,-2-5 0,1 2 0,-1-2 73,-1-3 1,3 4 0,-7-4 0,1 1 52,-1 0 0,1-2 1,-5-3-1,-2 2 90,-2 1 0,-1 0 0,0-3 1,0 2 133,0 1 1,-1 5 0,-2-4 598,-2 2-623,1 2 1,4 11-1,0 6 1,0 9-50,0 7 0,4 4 1,2 6-1,1 1-58,4-1 0,-4 4 0,2 1 0,1-2-160,2-1 0,-1-6 0,-1-2 1,-1 0-249,1 1 1,2-10 0,1 1 27,0-5 1,0-4-1,0-7 168,0-5 0,-4-7 1,-2-3-1,-1 0 129,-3 0 0,3-3 0,-2 5 0,-1 1 245,-1 1 1,2 7 384,1-1-513,-1 6 1,-4-1 0,0 8-335,0 5 1,0 2 0,0 3-577,0-1 1,0 0 830,0 0 0,0 0 0,0 0 0</inkml:trace>
  <inkml:trace contextRef="#ctx0" brushRef="#br0" timeOffset="41">10000 16836 8475,'-4'-18'-30,"-1"1"0,1-2 0,3 3 0,-2-2 161,-2 2 0,1 2 1,4 1-1,0 0 160,0 0 1,0 4-671,0 0 0,0 8 110,0 1 1,1 5 0,2 9 268,2-1 0,5 6 0,-3 1 0</inkml:trace>
  <inkml:trace contextRef="#ctx0" brushRef="#br0" timeOffset="42">10197 16796 8475,'-13'6'-253,"-1"-4"1,1 2-1,-1-1 434,-4 1 0,8 2 0,-3 4 0,1-1 238,1 1 0,-2 1 0,1-1-165,3-2 0,3-3-347,6 4 0,2-7 1,2 3-156,5-4 1,3-2 0,1-2 0,1-3 77,4-1 0,-4 4 1,4-1-1,-4 2 192,-1 2 1,-4 6-1,0 3 1,1 4 153,2 4 1,-3 1 0,-2 6 0,0 6 95,0 2 0,-4-2 0,2 5 1,-4 1-228,-1 2 0,0 2 0,0-1 0,0 0-86,0 1 0,-6-5 0,-2-3 0,-4-3-73,-1-5 0,0-8 1,0-1-1,-1-6 130,1-3 1,-4-8 0,-1-7 0,2-4 13,2-4 0,2-4 0,2-5 1,3 0-9,1 0 1,0-5 0,3 1-1,-1-1-114,1-1 0,6 3 1,3-5-1,1 1-71,3-1 1,6 5 0,2-1 0,-1 2-29,2 2 1,-3 0 0,6 1 0,0 2 41,-2 1 1,0 6 0,-4-2-1,2 4 136,-2 1 770,-1 5-304,-8 3 0,-1 6 0,-6 5-117,0 7 0,0 0 1,0 6-1,-2-2-102,-2 1 1,2 4 0,-2-3 0,3 0-161,1 0 0,0-2 0,0-4 0,0 2-291,0 2 1,0-2-1,0 2-575,0-2 1,0-7-92,0 1 1,1-6 0,2 0 882,1-6 0,1-4 0,-5-6 0</inkml:trace>
  <inkml:trace contextRef="#ctx0" brushRef="#br0" timeOffset="43">10315 16692 8475,'-13'-12'-408,"-1"3"1,6-2 0,0 2-218,3-3 699,-6 5 0,11 1-417,0 6 1,2 2 342,7 2 0,5-3 0,7 5 0</inkml:trace>
  <inkml:trace contextRef="#ctx0" brushRef="#br0" timeOffset="44">10393 16587 8475,'0'-9'-428,"0"0"1082,0 6 1,0-1-501,0 8 0,5 8 0,0 7 0,3 1-95,2 4 0,-3 0 1,1 4-1,-3 1-226,-2 2 1,3 1 0,-2-3 0,1 2-295,1-2 1,-5-2-1,3 0 1,-2-1-225,-2 0 1,0-6 684,0-2 0,0-9 0,0-4 0</inkml:trace>
  <inkml:trace contextRef="#ctx0" brushRef="#br0" timeOffset="45">10446 16941 8143,'0'-8'50,"0"-3"0,6 5 0,4-3 0,4 3 48,4 0 1,5 4 0,-1-6 0,4 1-117,5 0 0,-4 2 0,4-2 1,-5 0-607,-4 0 0,-3 4 624,-6-2 0,6-2 0,1 0 0</inkml:trace>
  <inkml:trace contextRef="#ctx0" brushRef="#br0" timeOffset="46">7720 17989 8206,'-2'-13'89,"-1"0"354,-1-1-360,-6 1 1,8 8-1,-1 5 1,5 7 33,2 4 0,2 8 0,-3 3 0,3 3-13,1 1 0,-4 0 1,3 1-1,-2-3-149,0-2 1,1 3 0,-5-5 0,1 1-285,4-4 0,-4-2 1,3-2-927,-2 0 1255,-2 0 0,-6-6 0,-1-1 0</inkml:trace>
  <inkml:trace contextRef="#ctx0" brushRef="#br0" timeOffset="47">7733 17832 8206,'-2'-14'-108,"-2"1"0,2 5 0,-2-1-618,3-1 1,1 2 659,0 0 0,1 5 1,2 0-1,3 4 66,1 4 0,2 5 0,4-3 0</inkml:trace>
  <inkml:trace contextRef="#ctx0" brushRef="#br0" timeOffset="48">7916 17949 8206,'0'18'0,"0"1"0,0 0-43,0 0 1,0 3 0,0-4-1,2 1 83,2 0 1,-1 3 0,4-3 0,1 0-125,-1 0 1,-3-2-1,3-4 26,-1 1 1,0-7 12,-2-3 1,-1-2 0,5-4-17,-3-2 0,0-5 0,-4-7 0,2-3 56,2-1 1,3-2 0,-2-3 0,0 2 87,0 1 0,4 2 0,-3-2 0,2 4 148,0 4 1,-2 1 0,3 0-1,-1 1 41,1 3 0,2 3 0,1 8-198,0 2 1,-4 8 0,-2 7-1,0 1-131,1 4 0,-5 0 0,2 2 0,0 1-331,-1-1 1,0-1 0,-4-2 0,0-3 387,0-1 0,6-1 0,2-5 0</inkml:trace>
  <inkml:trace contextRef="#ctx0" brushRef="#br0" timeOffset="49">8440 17884 8131,'5'13'131,"-1"0"0,1 0 0,-5 2 0,0 1-131,0 1 1,1 7 0,2-4 0,1 2-56,-1 0 1,-1-2 0,-2 2 0,0-5-44,0-2 1,0-6 0,0-1 97,0 3 0,-6-6 1,-1-2 50,-1-6 1,-2-4-1,6-6 1,-1-2 27,0-2 1,3 1 0,-2-6 0,2 0-13,2 2 0,0-5 0,0 5 0,0-1-15,0 4 1,0-3-1,0-1 1,0 1-9,0 2 1,2 4 0,1-1 0,2-1-27,3-1 1,-4-1-1,5 5 1,0 0-8,-2 0 0,4 1 0,-2 2 0,3 1-8,1-1 1,0 4 0,0 1 0,0 0-108,0 1 1,-4-1 0,-2 7 20,-1 2 1,-1 4 0,-5 6 0,0 2 23,0 2 1,-6 5 0,-3-1 0,-3 1-9,-1-1 1,5 1 0,0-4 0,1 0-57,0 0 1,4-2-1,-2-4 35,4 1 1,2-3 0,4-2 0,4-3 39,2 0 0,8-5 0,2 3 0,0-2 87,1-2 0,-1 4 0,0 2 1,-5 1 177,-5 4 1,-6 0 0,-5 2 0,-1 0-9,-3 0 1,-5 5 0,-10 1-1,-6 0 108,-4 0 1,-1 0-1,3-5 1,1 1-150,0-4 0,1-2 0,3 0-333,5-5 0,8-4 0,6-6-223,6-7 0,6-1 0,8-7 0,5 1-63,3 0 1,7-2-1,1-4 1,2 1 131,0 3 0,-6-3 0,2 5 1,-3-1 318,-2 4 0,0-2 0,0 2 0,-1 2 16,-3 5 0,-8-2 0,-5 5 498,1 0 17,-4 1 0,0 7-152,-6 4 1,0 2 0,0 7 0,0 3-133,0 0 1,0 2 0,0-2-1,0 4-237,0-1 1,0 3 0,0-5 0,0-2-98,0-2 1,0 4 0,0-1-486,0-1 1,0-1 571,0-2 0,-6 0 0,-1 0 0</inkml:trace>
  <inkml:trace contextRef="#ctx0" brushRef="#br0" timeOffset="50">8834 17753 8206,'-13'-13'-174,"5"4"0,2 0-66,1-1 0,3-1-28,-2-3 268,2 7 0,2 1 0,0 6 0</inkml:trace>
  <inkml:trace contextRef="#ctx0" brushRef="#br0" timeOffset="51">9056 17845 8206,'-13'0'-162,"5"0"0,-1 0-128,-1 0 455,4 0 169,-6 0 1,12 0-33,0 0 1,2 0-108,6 0 0,1 1 1,3 3-117,-3 5 1,1 3 0,-6 1-1,0 0-86,2 0 0,-4 5 0,2-1 0,-2-1-10,-2-1 1,4 2 0,0 1 0,-1-2-109,-1-2 0,-2-1 1,0 0-47,0 0 1,-2-1 42,-2-3 1,2-5 0,-2-8 66,3-5 1,1-4-1,0-3 1,0-3 34,0-1 1,0 2 0,1-2 0,2-1 28,1 1 0,5 3 0,-3-4 0,1 2 51,3 3 0,2 2 1,1 1-1,0 0 207,0-1 1,0 6 0,1 0-92,-1 3 1,0 0 0,0 5 0,-2 2-6,-2 2 0,1 3 0,-5 6 1,-1 2-101,2 2 1,-5-1 0,4 5 0,-4-1-98,-1 1 0,0-5 1,0 3-1,0-2-140,0 0 0,0 1 1,0-5-158,0 0 0,-4 0-1236,0 0 801,-1-5 1,5-4 763,0-8 0,0-4 0,0-5 0</inkml:trace>
  <inkml:trace contextRef="#ctx0" brushRef="#br0" timeOffset="52">9450 17805 8206,'-9'-1'372,"0"-3"0,5 2-117,-5-2 1,5 2-1,-5 2-109,-1 0 0,2 6 1,1 3-1,0 2-96,0 3 0,4 0 0,-2 2 0,2 2-168,-1-2 0,3-2 1,-4-1-35,4 0 1,2-5 0,4-4 32,3-3 1,3-2-1,-1-3 1,-2-5 97,3-3 1,0 4 0,1-1-1,-2 0 1,-1 2 1,-5 1 0,5 6-132,1 0 1,-4 1 0,0 4-118,0 3 1,-5 4 0,4 1 0,-4 0-171,-1 0 0,0 1 1,0-1 437,0 0 0,0 0 0,0 0 0</inkml:trace>
  <inkml:trace contextRef="#ctx0" brushRef="#br0" timeOffset="53">9554 17792 7685,'6'-13'-461,"2"0"738,5 0 1,0 6 0,0 2 179,0 4 0,0 2 0,-1 4-336,-3 3 1,1 4 0,-6 1-1,0 0-196,2 0 1,-4 0 0,2 1-1,-2-1-23,-2 0 1,0 0 0,-2 0-61,-2 0 1,1-4 36,-6 0 1,5-7 0,-4 1 47,3-6 1,0-4 0,5-7 0,0-2 9,0-2 1,5-1 0,0 3 0,3-1 31,2 1 0,2-3 0,1 1 0,1 4-13,4 4 1,-4-1 0,4 7-1,-4 1-4,-1 2 0,1 1 1,-1 1-1,0 3-19,0 5 0,-2 3 0,0-1 0,-3 0-44,3-3 0,-4 1 0,2 3-21,1-3 0,-4-2 0,-1-4 86,1 1 0,-4-1 1,4-7-1,-2-5 66,0-3 1,1 3 0,-5 1-1,0-2 319,0-2 1,4 3-1,0 0 185,-1-1 1,-1 6 0,-2 4-95,0 7 1,0 6 0,0 5-1,0 4-92,0 2 1,0 8 0,0 3 0,0 3-200,0 1 1,-2 1-1,-1 1 1,-2 1-546,-3 1 0,4 1 0,-3-5 0,-1 1-1879,1-1 2285,4-6 0,-8 0 0,3-7 0</inkml:trace>
  <inkml:trace contextRef="#ctx0" brushRef="#br0" timeOffset="54">10236 17910 8206,'0'0'0</inkml:trace>
  <inkml:trace contextRef="#ctx0" brushRef="#br0" timeOffset="55">5583 15722 8211,'-6'-13'-531,"1"0"1,-4 0 429,5 0 0,-2 0 1,1 0-1,2-1 190,2 1 0,1 5 0,0-1 140,0-1 0,0-2-79,0-1 0,4 4-64,1 0 0,1 8 0,-4 1 14,3 7 0,-1 5 1,-4 2-1,0 4-9,0 4 0,0 3 0,0 1 1,0 1-12,0 4 1,0-2-1,0 6 1,0 1-17,0 2 0,0 2 0,0-1 0,0 0-71,0 0 1,0 1 0,0-1 0,0 0-4,0 1 0,2-5 0,1-2 0,1 1-10,-1-1 0,3-4 1,-2 2-1,0-4 11,2 0 0,-4-6 1,3 1-1,0 0-21,-1-1 0,2-3 1,-3-4 15,1-1 0,2-2 88,-1-2-69,-4-3 0,5-5 1,-5 2 40,4 2 0,-2 0 35,5 0 1,-3-4-25,3 4 0,-3 0 1,4 0-39,1-2 1,1-2 0,2-1-12,1 0 1,-1 0 0,1 0-14,4 0 0,1 0 0,4 0 0,-3 0-4,-1 0 0,5 0 1,-3 0-1,6 0 2,3 0 0,-1 0 0,6 0 1,2 0 5,1 0 0,1 5 0,0-1 0,0-1 0,1-2 1,3 4-1,1-1 1,-3-1-7,-5-2 1,2 1-1,-3 1 1,2 1-25,-2-1 1,-3-2 0,-6 1 0,1 1-7,4 1 1,-3 2 0,2-3 0,-2 1 7,-2-1 0,6 3 0,3-2 0,2-1 12,-2-1 1,7-1-1,-3 2 1,3 2 0,3-3 1,-4 0-1,3-2 1,-3 0 16,-2 0 0,-3 0 1,1 0-1,-1 0-40,-4 0 1,2-2 0,-4 0 0,1-4 33,1-2 1,0 6-1,4-4 1,-1 1-6,2 1 0,2-5 0,3 3 0,3 1 0,2-1 0,-3 0 0,2 3 0,1-1 9,0 1 0,-10 1 1,1 2-1,-4 0 27,-5 0 1,0 0 0,-1 0 0,-1 0 4,-2 0 0,-3 0 0,1 0 0,-1 0-51,1 0 0,-4 0 1,-1 0-1,-4 0-1,-1 0 0,5-1 0,-1-2 0,-1-1 26,-1 1 0,-2 1 0,2 1 0,1-2-7,1-2 0,1 0 0,-5 2 1,0-2-12,0 2 0,-4 1 0,-1-1 41,3-2 0,-4 1 1,0 2 126,-1-2 1,0 1-109,-2-6-1,-1 5 1,6-3-29,1 1 1,-3-3-1,1 3 1,-1 1 4,0-1 1,-2 0-1,3 3 12,2-1 0,-2-5 0,-1 3 22,-1-1 0,0 4 1,-2-3-36,5 0 1,-3 3-1,-1-4-15,1 1 1,-3-4 0,4 1-9,-1-2 1,3-2 0,-5-2-4,-1-2 0,-1 2 0,-1-4 0,2 2-7,1-1 1,1-7 0,-5 1-1,0-7-19,0-2 0,4 2 0,2-4 1,1-3-15,4-4 0,0 1 0,2-2 1,0 2 9,0 1 0,1 1 1,-1 0-1,0 0 8,0-1 1,0 7-1,-1 2 1,-4 2 26,-3-1 1,1 8-1,-2-2 1,-1 5 38,-2 2 0,-2 0 0,-3 3 13,-5 1 1,1 5 0,0 0 0,-2 1-18,-2 0 0,-1 2 0,0-2 0,0 0-1,-1 0 0,-4 2 0,-3-4 0,-1 1-15,0 0 0,1 1 1,-6 4-1,0-3-42,-4-1 1,-7 4 0,-5-1 0,-1 2-27,-1 2 0,-3 0 0,-8 0 0,-2 0 8,-2 0 1,-1 0-1,-6 0 1,-6 2 18,32 0 1,-1 0 0,-1 0 0,-1-1 0,-5 3 0,-1-1 0,1 1 0,-1 0-12,0-1 0,1 1 0,4-1 1,0 1-1,-1 1 0,1 0 0,3-1 1,0 0 36,3-1 1,1 0-1,-35 2 1,6-2-1,-4 2-2,32-4 1,-1 1 0,1-2 0,1 1 0,-2-1 0,0 0 0,-33 0 13,6 0 0,0 0 0,12 0 1,4 0 12,5 0 1,6 0-1,0 0 1,0 0-31,-4 0 1,3-4 0,-4-1 0,0 2-25,-3 2 0,-5 1 1,0-2-1,-1 0 9,3-3 1,11 1 0,2 4 0,5 0 10,4 0 1,7-2-1,5-1-66,2-1-188,8 0 1,2 4-325,10 0 0,-2 1 582,5 4 0,7 2 0,5 6 0</inkml:trace>
  <inkml:trace contextRef="#ctx0" brushRef="#br0" timeOffset="56">7707 15395 8249,'0'13'-219,"0"-5"1,0 1 121,0 1 290,0-4 0,0-1-66,0-10 0,0-4 1,0-7-1,1-2 9,3-3 1,-2-2-1,4-6 1,-2-2-38,0 2 0,5-4 1,-3-1-1,0 1-47,0 2 1,-1-1-1,0 0 1,2 0-64,0 0 1,4 1-1,-6 5 1,1 1-217,0 4 1,4 0 0,-1 7-571,3 1 0,-4 2-139,1 11 936,0 6 0,4 1 0,0 7 0</inkml:trace>
  <inkml:trace contextRef="#ctx0" brushRef="#br0" timeOffset="57">8021 14871 8151,'-7'-6'-371,"1"-3"321,0-3 0,5 4 1,-4-1 193,4-1 1,7 4 0,1 0-1,2 2 21,-1-1 0,1 1 1,4 4-1,0 0-75,0 0 1,-4 6 0,0 2 0,1 6-116,2 3 0,-1 3 1,0 7-1,-4-1-58,-1 0 1,0 0 0,-4 2 0,3 1-49,-2 2 1,-2-5-1,-1-6 1,0-1 88,0-3 0,-1-1 1,-4-4 31,-3-2 1,-4-3 0,-1-8 35,0-2 0,0-3 1,1-6-1,2-2 28,1-2 1,0-2 0,-2-5-1,1 3 45,1-3 1,2 0 0,-4-4-1,4-1-42,1-2 0,2-4 0,4 5 0,0-1 12,0-1 0,0 0 0,1-3 1,4 5 8,3 2 1,6 6 0,2 0 0,1 0-16,-1 2 1,4 3 0,1 6-1,1 3-37,-1-3 1,-3 1-1,2 2 1,-1 3-98,-3 4 1,3 1-1,-1 0-212,-2 0 1,-3 6 0,-4 2 0,-5 4-436,-3 1 1,-1 2 0,0 1 717,0 1 0,-5 6 0,-3-2 0</inkml:trace>
  <inkml:trace contextRef="#ctx0" brushRef="#br0" timeOffset="58">8113 14884 7643,'9'0'-559,"-2"-2"1,0-1 617,0-1 1,1-2-1,2 3 1,-1-3 165,1-1 0,1 3 1,3-4-1,-3 1-36,-2 0 0,3 4 0,-4-3 0,4 2-159,1-1 1,0 1 0,0 5-54,0 4 1,-4-2 0,-2 7 0,-1 3 18,-3 3 0,-1 6 0,-1-3 0,2 0-57,1 0 0,1 3 0,-5-5 0,0-1 77,0-1 1,-2-2-1,-1 0 122,-1 0 0,-6-6-43,1-2 0,-1-5 0,1-5-44,5-4 1,2-2 0,2-2 0,0-2-45,0-2 0,6 1 0,3-6 0,2 0-103,3 2 0,-1-5 0,0 4 1,1 1-119,4 3 0,-4-2 0,4 1 0,-4 4 33,0 3 1,-1 4 0,0 4 180,0-1 0,0 5 0,0 7 0</inkml:trace>
  <inkml:trace contextRef="#ctx0" brushRef="#br0" timeOffset="59">8624 14766 7968,'-4'-9'-449,"-1"0"0,-1 5 576,2-5 1,1 6 0,-4-3 133,1 1 1,0 3-54,2-2 1,-3 2-123,-7 2 0,6 2 0,0 2 0,1 5-62,0 3 1,4 1 0,-3 0 0,2 1-36,-1 4 1,1-4-1,4 5 1,0-1-16,0-1 1,0 1-1,0-5-6,0 0 0,1-6 1,2-1-1,3-2-7,1 1 1,2-2 0,4-6-1,2-3 5,2-1 1,-2-2 0,2-4-1,-2 0 34,-2 0 0,0-1 0,0 3 1,-1 1-27,-3 1 0,2 6 1,-2-1-107,3 2 0,-5 4 0,-1 2 1,-2 5-180,1 2 1,-1 7 0,-3-1 0,2-1 167,2-1 0,-1-2 0,-3-1 1,2-2 142,2-1 0,11-7 0,-2 4 0</inkml:trace>
  <inkml:trace contextRef="#ctx0" brushRef="#br0" timeOffset="60">8886 14779 8151,'0'-13'-75,"0"0"0,0-5 0,0 1-26,0 1 1,0 5 290,0 3 1,-4 6 5,-1 2 0,1 6 0,4 7 0,0 0-156,0 0 1,0 2 0,1 1-1,4 1-91,4-1 0,-2-1 1,2-2-1,-1 0-101,0 0 0,3-1 0,-4-2 0,2-3-29,0-1 1,-5 0-1,5-3-11,1 1 1,2 1 0,1-7 128,0-2 1,-6-3-1,-1-6 1,-1-2 61,-1-2 1,0 0-1,-4-4 1,0-3 35,0 0 1,0 2 0,0-2-1,0-2 36,0-3 1,0-3 0,0 3-1,0-3 85,0-1 0,-4 3 1,0 0-1,1 4 69,1 4 0,2 3 0,0 6-23,0 0 0,0 7 0,0 7-18,0 11 1,5 7-1,-1 9 1,-1 1-93,-2 1 0,-1 5 1,0-4-1,0-1-76,0 2 1,2-4-1,1 3 1,1-5-196,-1-4 1,-2 2 0,1-2-1,1 1-235,1-1 1,1-3 0,-5-6 0,0 0-363,0 1 1,0-6 775,0 1 0,0-6 0,-6 3 0,-2-6 0</inkml:trace>
  <inkml:trace contextRef="#ctx0" brushRef="#br0" timeOffset="61">9043 14779 8019,'-7'-2'-272,"3"-2"0,2-3 0,4-5 242,2 3 0,3-1 0,6 4 1,1 1 55,-1-1 1,-3-3 0,2 3-1,2 0 50,1 0 0,-1-2 1,-1 3-1,-1 1 36,-3-2 1,2 5 0,-2-4 62,3 4 0,-4 1 0,1 0-66,1 0 1,-4 6-1,-1 2 1,-4 4-111,-1 1 0,0 0 1,0 0-1,0 1-169,0-1 1,0 0 0,0 0 0,-1 0-207,-4 0 0,2 0 0,-4 0-325,1 0 701,-4 0 0,3 1 0,-6-1 0</inkml:trace>
  <inkml:trace contextRef="#ctx0" brushRef="#br0" timeOffset="62">9227 14582 8151,'-2'-17'-168,"-1"-1"-193,-1 2 1,0 2 171,4 1-854,0 5 1043,0 3 0,6 5 0,1 0 0</inkml:trace>
  <inkml:trace contextRef="#ctx0" brushRef="#br0" timeOffset="63">9292 14700 8151,'0'13'-610,"0"0"1,2 1 0,1-1 491,1 0 0,5-5 0,-3 1 255,1 1 1,2-4-1,4-1-59,0-4 1,0-1 0,0-1 0,0-2-4,0-2 1,0-5-1,1 1 1,-1-4 17,0-4 1,-5 2 0,0-2 0,-2 2 15,-3 2 1,-2-1 0,-1-2 0,-1-2-72,-4 2 0,2 3 1,-6 3-1,-1 2-193,-1 3 1,-7 0 0,1 5 0,1 2-153,1 2 0,2-1 0,0 6 307,0 1 0,0 2 0,0 1 0</inkml:trace>
  <inkml:trace contextRef="#ctx0" brushRef="#br0" timeOffset="64">9528 14582 6667,'8'6'103,"-3"-3"0,-3 6 226,2 1 1,-2-3-150,2 2 0,2 0-142,-2 4 0,2-4-8,-2-1 1,-1-5 0,6 2-13,1-4 1,-2-7 0,0-3 0,2-2 66,2-2 1,6-5 0,1-1-1,1 0 43,3 0 0,-2 3 0,-1 6 0,-1 3-125,-3 1 1,-1 2 0,-2 4-94,0 0 0,-2 6 0,-2 2 0,-5 5-156,-2 5 1,-2-4 0,0 4 0,0-4-333,0 0 1,0-6 577,0 1 0,-6 6 0,-1 5 0</inkml:trace>
  <inkml:trace contextRef="#ctx0" brushRef="#br0" timeOffset="65">8742 15211 7668,'13'0'-228,"0"0"1,2 0-1,2 0 1,6-1 81,7-4 0,9 2 0,9-5 0,3-2 118,1-2 0,7-1 0,2-2 1,3-1 175,1-1 1,1-1-1,-1 4 1,2-2-70,3-2 0,2 1 1,0 4-1,-7 1-77,-12 3 1,-7-1 0,-11 6 0,-6 1-597,-6 1 594,-4 2 0,-12 0 0,-1 0 0</inkml:trace>
  <inkml:trace contextRef="#ctx0" brushRef="#br0" timeOffset="66">11180 16338 7518,'-13'0'-1212,"-1"0"1281,1 0 0,5 0 1,-1 0 132,-1 0 1,2 0-21,0 0 0,-1 0-31,-4 0 0,4 0-28,0 0 0,8 0-104,1 0 0,6 1 0,8 2 0,5 2-42,7-2 1,8-2 0,10 0-1,5 2 19,6 2 1,7-1-1,8-4 1,4-1 1,-36-1 0,1-1 1,2 0-1,1-1 1,-1-2-1,0-1 1,-3 0-1,1 1 15,32-7 1,-4 0-1,-1 1 1,-2 2-6,-3 1 1,-9 2 0,-10-2 0,-5 3-102,-7 0 1,-3 5-197,-5-3 1,-11 2 95,-11 2 0,-1 0 0,-9 0 0,-4 0 193,-2 0 0,-7 6 0,3 1 0</inkml:trace>
  <inkml:trace contextRef="#ctx0" brushRef="#br0" timeOffset="67">12123 16548 8089,'0'-14'0,"0"1"0,0 0-4,0 0 0,0 0 0,2 0-37,2 0 0,-1 1 0,4 2 111,-1 1 0,-1 5 0,-4-3 174,3 1-161,-2 1 0,4 11 0,-6 3-8,0 3 0,0 1 0,0 0 0,0 1-22,0 4 1,0 1-1,0 4 1,0-1-25,0 1 0,0 2 1,0 1-1,0 0-8,0 1 1,0-3 0,0 0 0,0-4-53,0-1 1,0 3 0,0-5-17,0-1 1,0-1-96,0-2 0,1-6-307,3-2 0,4-10 1,5-2-164,0 0 1,-4-4 611,-1 7 0,1-6 0,4 3 0</inkml:trace>
  <inkml:trace contextRef="#ctx0" brushRef="#br0" timeOffset="68">12333 16823 7878,'0'7'9,"0"5"0,0-9 0,0 5 157,0 2 0,-1 2 0,-2 1 0,-2 0-35,2 0 0,2 5 1,1 1-1,-2 1-57,-2 3 0,3 2 0,-4 1 0,4 1-96,1-1 0,0-1 1,0-2-1,0-3-6,0-1 1,0-1 0,1-7 0,2-1 1,2-1 1,5-6 0,-2 2-7,4-4 1,1-1 0,0 0-151,0 0 1,1-4 0,-1-2 0,0 0-176,0 0 0,0-3 1,-1 4-167,-4-3 0,0 5 523,-4-1 0,-3-3 0,5-1 0</inkml:trace>
  <inkml:trace contextRef="#ctx0" brushRef="#br0" timeOffset="69">12307 17111 8066,'13'-2'-121,"0"-2"1,0 1 0,0-4-1,2 0 70,2-1 0,-2 4 0,4-3 0,-2-1 93,1 1 1,1 3 0,-3-3 0,1-1-150,-1 1 0,-1 4 1,-4-3-1,0 2-299,-3-1 406,-5 1 0,3-2 0,-6-1 0</inkml:trace>
  <inkml:trace contextRef="#ctx0" brushRef="#br0" timeOffset="70">12372 16928 7782,'0'-14'-522,"2"6"0,2-1 583,5-1 0,3 2 1,1 1-1,0 0 158,0 0 0,1 2 1,2-2-1,2 0-190,-2-1 0,0 6 0,0-3 0,1 2-601,-1-1 572,-1 2 0,-2-3 0,0 5 0</inkml:trace>
  <inkml:trace contextRef="#ctx0" brushRef="#br0" timeOffset="71">12726 16954 8044,'5'8'-90,"-1"1"0,5-4 1,-3 3-1,-1 2 36,1 2 1,4 1 0,-2 0 0,0 0 16,1 1 1,-5-1-1,4 0 1,-2 0-195,-3 0 0,2 0-327,0 0 406,-1 0 0,-5-7 0,-2-6 152,-2-7 0,1-5 0,3-1 0,-2-2 0,-2-2 0,1-2 0,4-4 0,0 2 0,0 2 0,0 1 0,0 2 192,0-2 1,0 1 0,0 4 309,0-1 1,-2 7-208,-2 3 1,-2 8-1,-4 5 1,3 4-89,1 4 1,-4-1 0,1 6 0,-3 2-234,-1 0 1,4-2 0,2-1 0,0-3-259,0-2 1,2-1-1,-2-2 1,1 0-492,3 0 775,2-5 0,1 3 0,0-3 0</inkml:trace>
  <inkml:trace contextRef="#ctx0" brushRef="#br0" timeOffset="72">13028 17032 8129,'0'-13'-629,"0"0"1,0 4 861,0 1 0,0 6 0,0 2-32,0 7 0,0 7 0,0 3 1,0 6-106,0 6 1,-2 1-1,-1 3 1,-1 1-66,1-1 1,2-2 0,-1 4 0,-1-1-245,-1 0 1,-1 2 0,4-5-1,-2-2 4,-1-1 0,-2-9 0,3-5 0,-3-5 113,-1-3 1,2-3 0,-2-8-1,0-3 81,0-4 1,2-11-1,-2-4 1,0-2 4,-1-3 0,6 0 0,-3-4 0,2 1 96,-1-2 0,2 0 0,-2-3 0,4 1-58,4 0 0,4 5 1,5 4-1,1 2 28,4 2 0,-2 7 1,4 4-1,1 7 54,-1 2 1,-2 1 0,2 7 0,-3 2-8,-5 5 0,0 8 0,-8 4 0,-1 1 27,-2-1 1,-2 0 0,-5 2 0,-6-2-46,-4-3 0,-5 4 1,2-4-1,0-2-89,0-2 0,-3-1 1,4-1-1,1-2-207,-2-1 1,5-2-17,-4 2 1,5-5 0,6-8-249,7-5 0,5-2 1,10-2 474,3-1 0,2-10 0,6-4 0</inkml:trace>
  <inkml:trace contextRef="#ctx0" brushRef="#br0" timeOffset="73">13172 17006 8129,'0'13'-319,"0"0"0,0 0 0,1-1 0,2-2 204,2-1 0,0 0 0,-2 4 205,2 0 1,5 0 0,-1-1-12,2-4 1,-2-2-1,0-6 1,1 0-48,2 0 0,1 0 0,0-1 1,-2-4 34,-2-3 1,1-4 0,-5-1 0,-2 0 61,-2 0 1,-1-2 0,-1-1 0,-4-1-82,-3 1 1,-4 1 0,-1 2-1,0 1-42,0 4 0,-1-3 0,1 7 0,0 1-189,0 2 1,0 1-1,1 1 183,4 4 0,-4 2 0,5 6 0</inkml:trace>
  <inkml:trace contextRef="#ctx0" brushRef="#br0" timeOffset="74">13408 16928 8129,'0'8'-215,"0"1"0,-5-5 0,1 5 0,1 1 345,2 2 1,1 2-1,0 2-107,0 2 1,0-1 0,0-3 0,0-1-91,0 0 1,0 0-1,0 0 1,0 0 19,0 0 0,0 0 1,-2-1-24,-2-3 1,1 1 22,-6-6 0,6-1 1,-1-7-1,2-5-5,2-3 1,2-2 0,1-2 0,3-2 36,1 2 1,-3-3 0,4 0 0,-1 1 15,0-1 0,0-3 1,4 4-1,-3 2 107,3 2 1,-4 1 0,2 0 149,1-1 1,1 3 0,2 2 8,1 5 1,-6 2 0,0 4 0,-3 2-109,-2 5 1,-1 4-1,-2 4 1,0 4-191,0-1 1,0 5-1,0-3 1,0 1-212,0-1 0,0 1 1,-2-4-1,-1 0-410,-1 0 0,-5-2 652,5-4 0,-6 6 0,2 2 0</inkml:trace>
  <inkml:trace contextRef="#ctx0" brushRef="#br0" timeOffset="75">13578 17059 7774,'9'-2'-242,"0"-1"227,1-1 1,-3-5 0,0 3 0,1 0 35,-1 1 1,-3-6 0,5 4 0,0-2 21,-2 1 0,3-1 1,-4-3-1,0 2-9,0 1 0,0 1 0,-4-5-26,3-1 0,-1 6 22,-4-1 1,-1 6 66,-4-1 1,-2 2-1,-6 4-17,0 2 1,4 3 0,2 6 0,1 1-41,3-1 1,-3 0-1,2 0 1,1 0-78,2 0 0,1 0 0,0 0-98,0 0 0,1-5 0,2-3 0,3 0-55,1-1 1,-3 1 0,5-5 0,1 0 87,2 0 1,-3-5 0,-1-1 0,1-1 34,-2-3 0,4-2 0,-7-1 171,-1 0 0,3 0-113,-2 0 0,1 0 578,-5 0 1,1 5-186,3 4 1,-2 4 0,2 4-339,-2 5 0,-2 3 1,0 1-1,0 0-140,0 0 0,0-4 0,0 1-56,0 5 1,0-2 0,0 4 0,0-2-253,0-2 1,0-5 56,0 1 259,0-6 1,0 1 0,0-8 79,0-5 0,0 1 1,0-4-1,1-3 13,3 1 0,-1-1 0,5 2 0,-1 0 27,0 0 1,-2 0 0,3 0 46,2 0 1,2 1 0,1 3 2,0 5 1,-4 3 0,-2 2-1,1 3-52,-1 5 1,-3 3-1,4 1 1,-1 0-11,0 0 0,2 4 1,3 1-47,-4-2 0,0-6 1,-4-1-236,5 1 0,-2-4 155,2-2 1,-6-8 0,1-5 85,-3-2 0,-1-3 1,0 1-1,0-1 74,0-4 1,-1 2 0,-2-6 0,-1 1 51,1 0 1,-3-8-1,2 3 1,1-2 2,1 1 0,2-4 0,0 0 1,0 2 136,0 2 1,0 6 0,0 4 241,0 2 0,0 5-194,0 6 0,0 15 0,0 16-144,0 0 0,0 1 0,0-2 1,0 0-111,0 0 1,0 1 0,0-3 0,0 0-164,0-2 0,0-5 0,0 5 0,0 0-330,0-2 0,0-1 0,0-6-858,0 0 0,-6 0 174,-2 0 1135,-4-5 0,-1-8 0,0-8 0</inkml:trace>
  <inkml:trace contextRef="#ctx0" brushRef="#br0" timeOffset="76">13906 16901 8129,'9'0'156,"-1"0"0,1 0 0,4 0 55,0 0 0,0-4 0,0 0 0,-1-1 95,-3-1 1,2 5 0,-2-5-60,3 0 0,1 0-523,0-2 0,-7-2-189,-6 5 1,-2 1-1,-8 4 1,-3 0 464,-3 0 0,-7 11 0,2 4 0</inkml:trace>
  <inkml:trace contextRef="#ctx0" brushRef="#br0" timeOffset="77">12569 17517 7592,'15'0'-582,"3"0"0,10 0 577,10 0 1,10-4-1,15-2 1,-26 2 0,1 1 2,6-2 1,1-1-1,4 1 1,1-1-1,4-1 1,0 1-1,1-1 1,1 1 18,0-1 0,0 0 0,-8 1 0,0-1 0,-2 0 0,0 0 0,-5 0 0,-1-1 30,-2 2 0,-2-1 0,36-9 0,-8 7 1,-3-2 32,-4-2 1,-9 1 0,-4 3 0,-5 3-64,-4 1 0,-9 3-388,-8-2 371,-10 2 0,-14 2 0,-8 0 0</inkml:trace>
  <inkml:trace contextRef="#ctx0" brushRef="#br0" timeOffset="78">13827 16128 8092,'-12'-6'0,"2"-2"-130,2-4 0,5 3 1,-2 1 129,4-3 1,4 1 0,4 0-1,8 1-24,4-1 0,8 3 1,8-2-1,4-1 13,5-2 1,3-1 0,5 0 0,2 1 18,3 4 1,-3-4-1,1 5 1,-5-1-1,-7 4 1,-3 3-1,-5 4 1,-5 4 14,-2 6 0,-8 9 0,-4 0 0,-6 4 10,-5 4 0,-4 4 0,-1 7 0,0 2 42,0 5 1,0 3 0,-1 2 0,-4 1 9,-3 2 0,0 4 1,1 4-1,1-1-1,3-2 0,-2 0 0,0 4 0,2 0-5,2-4 0,1 3 0,0-3 0,0 4 13,0 5 0,0-3 0,0 3 0,0-3-39,0-1 1,0-1 0,1 1 0,2-2-26,2-3 0,-1-3 0,-3-6 0,2 1 12,2-1 1,-1-5 0,-4-5 0,0-4 14,0-3 1,0-6 0,0 2 0,0-5 68,0-4 0,-6-1 0,-3-5 1,-2-1-28,-2 1 0,0-4 1,-1-4-1,0 1-51,-4-2 0,2 5 1,-4-5-1,0 1-57,-1-4 1,4 2-1,-5-2 1,0-1-84,2-1 1,-5-2-1,5 0 1,-2 0-346,0 0 1,4 0-1,-2 0 1,1 0 438,3 0 0,1-6 0,2-2 0</inkml:trace>
  <inkml:trace contextRef="#ctx0" brushRef="#br0" timeOffset="79">14535 17674 8098,'-13'0'-127,"5"-6"1,4-2-133,3-4 0,8 0 1,6 2-1,9 2 475,7-3 1,2 4-1,8-2 1,8-1-4,6-2 1,7 4 0,7-1 0,2-1-161,0-2 0,1-1 0,-7 0 0,-8 1-26,-11 4 0,-11-3 0,-11 6-145,-4-3 1,-9 4-1,-7-3 1,-4 1 9,-7 3 1,-3-3 0,-2 0 0,-4-1 95,-4-3 0,3 3 0,0-2 0,2 0 55,-1 2 0,1-5 1,4 5-1,1-2 325,3 0 1,2 6-174,3-1 1,8 3 0,2 1 0,9 1 18,6 3 0,0 8 0,1 7 0,1 1-111,2 4 1,-1 5 0,-2 3 0,-4 0-32,-4 0 0,-6 0 0,-4-3 0,-3 2-57,-1-2 0,-7-2 1,-6 0-1,-7-1-206,-5 0 0,-3-4 0,-1 0 0,-1 0-657,0-2 1,4-1 0,3-6 847,1 0 0,6 0 0,-3 0 0</inkml:trace>
  <inkml:trace contextRef="#ctx0" brushRef="#br0" timeOffset="80">16029 17307 8098,'-7'-13'-662,"-1"6"1,6 1 505,-3 0 538,1-1-282,4-6 100,0 6-106,0 1 1,0 4-50,0-2 1,0-3 0,0-6-2,0 0 0,0 4 0,0 0 1,0-1 17,0-2 1,0-1-1,0 0 1,0 0 86,0 0 1,0 4 0,0 0 199,0-1-254,0-1 1,0 6-1,0 10-23,0 11 0,0 8 0,0 7 1,0 5-46,0 7 1,0 2 0,0 3 0,0-3-33,0 0 1,0-4 0,0 2-1,0-3 43,0-5 0,0-5 0,0-8 0,0-4-16,0-4-399,0-1 1,0-7-904,0-6 1280,0-6 0,11-7 0,4 0 0</inkml:trace>
  <inkml:trace contextRef="#ctx0" brushRef="#br0" timeOffset="81">16842 17307 7996,'0'-13'-150,"0"5"1,0-1 210,0-1 0,0 2 141,0 0 1,-6 0 0,-3 0-80,-3 3 0,-1 4 1,0 1-1,0 1-6,0 4 1,-5 3 0,0 8 0,-1 3-23,0 2 0,-3 5 0,4 5 0,2-1-79,2 2 0,7-4 0,2 2 0,4-2-13,1-2 1,1-5-1,4-5 1,5-5-50,6-2 1,4-6-1,5 1 1,-2-2-24,-1-2 0,-2-2 1,4-1-1,-4-2-99,-1-3 1,-2 4-1,-5-5 1,-2 0-509,-1 2 0,-2-5 25,2 4 651,-3 2 0,0-6 0,1 5 0</inkml:trace>
  <inkml:trace contextRef="#ctx0" brushRef="#br0" timeOffset="82">17156 17268 8098,'-9'-11'0,"1"2"0,3-1 0,-2 4 16,1-2 0,-4 6 0,1-1 162,-2 6 0,2 4 0,0 7 1,0 2-88,2 2 0,-3 5 1,4-1-1,0 3-88,0 1 1,1 0 0,2-1-1,-2-2-72,2-1 1,2-6 0,1 2 0,1-4-98,4-1 0,2-6 0,6-2 0,0-7 91,0-6 0,2-3 0,1-10 0,1-4 116,-1-4 0,-1 1 1,-2-2-1,-1 3 60,-3 5 0,1-1 0,-4 6 0,-1 1 467,1 1-513,-1 8 0,-5 7 1,0 9-1,0 4-62,0 4 0,0-1 0,0 5 1,0-1-113,0 0 1,0-4-1,0 2 1,1-4-79,3-1 0,-1-4 1,6-2 63,1-1 0,-2-1 0,0-7 0,1-2 99,-2-5 1,5-3 0,-3-2 0,1-2 64,-1-2 1,2 0 0,-3 2 0,0-2 187,1 2 1,-5 1 62,5 2 0,-5 2-153,5 2 1,-6 9-1,1 9 1,-2 2-110,-2 2 1,0 2 0,0 1 0,0 3-106,0 1 0,0-4 0,0 2 0,0-4-62,0-1 1,0 1 0,1-3-1,2-1 33,2-1 1,1-6 0,-2 1 86,5-2 0,2-8 0,2-4 0,0-5 69,1-2 1,-1-5 0,0 5 0,0 1 126,0 1 1,0 2 0,0 1 0,0 3 109,0 5 0,-4 3 1,-2 2-140,-1 3 0,3 4 0,-5 6 0,-1 2-185,-1 2 1,-2 4-1,0-3 1,0-1-350,0 1 1,0 3 0,0-4 393,0-2 0,6 4 0,1 0 0</inkml:trace>
  <inkml:trace contextRef="#ctx0" brushRef="#br0" timeOffset="83">18021 17019 7741,'0'-13'0,"-1"0"-311,-4 0 0,4 4 570,-3 0 0,2 8 0,2 1-70,0 7 0,0 9 1,0 3-1,0 2-120,0 2 1,0 2 0,0-1-1,0 0-77,0-2 0,0-2 0,0 3 0,0-2-101,0-3 0,0 0 1,0-5-1,0 0-70,0 0 1,2 0 0,2-1 148,5-3 0,-2-3 1,2-6-1,1 0 61,1 0 0,3 1 0,0 2 0,2 1-2,2-1 0,-5 3 1,-6 0-1,-1 1-3,-3 3 1,-2 2-1,-1 1 1,0 0 15,0 0 1,-6 0-1,-2 0 1,-5 1 53,-5-1 1,2-5 0,-4 0 0,-1-1 151,1 0 0,2-4 1,-2 2-269,1-4 1,3-7 0,7-3-1,5-2-211,3-2 1,2-5-1,3 1 1,7-1-71,5-1 0,0 5 1,5-2-1,3 4 2,0 3 0,-2 2 1,0-3-1,1 3 299,2 1 0,1-3 0,-1 5 0,-2 1-4,-1 1 0,-4 2 0,2 0 0,-1 0 241,-3 0 0,-1-1 244,-2-3 0,-6 1-220,-3-6 1,-4 6 0,-4-3-141,-5 0 1,-2 5 0,-2-3 2,-1 2 0,1 8 1,2 3-42,2 2 1,-1 4 0,4 1 0,0 1-69,0-1 0,2-1 0,4-2 0,0 0-47,0 0 0,1 0 0,4-1 0,2-2-82,0-1 0,6-6 0,-1 1 0,4-2-200,0-2 0,3 0 0,-1-2 314,-2-2 0,4-4 0,0-5 0</inkml:trace>
  <inkml:trace contextRef="#ctx0" brushRef="#br0" timeOffset="84">18886 17111 8098,'-9'0'-510,"2"1"510,1 4 0,1 3 0,2 9 0,-2 1 227,2 3 0,2 1 1,1 4-1,0 0-249,0 0 0,0 0 0,0-1 1,0-3-290,0-4 0,0-4 1,0-1-329,0 0 639,0 0 0,6-5 0,1-3 0</inkml:trace>
  <inkml:trace contextRef="#ctx0" brushRef="#br0" timeOffset="85">18847 16849 8098,'-13'0'-1099,"0"0"909,0 0 0,1 1 0,3 4 190,5 3 0,2 4 0,8 1 0,1 0 0</inkml:trace>
  <inkml:trace contextRef="#ctx0" brushRef="#br0" timeOffset="86">19148 17124 8098,'-13'0'-35,"0"0"0,0 0 0,0 0 0,0 0 95,0 0 0,0 6 0,-1 3 1,1 4 218,0 4 0,2 2 0,0 4 1,4-2-362,1-2 0,0-2 1,4-4-173,-3 0 1,2-5 0,8-4 131,3-3 1,4-2-1,1-3 1,0-4 128,0 1 1,-4-5 0,-2 4-1,1-4 269,-1-1 1,-4 4 0,3 2 815,-1 1-836,-3 2 0,8 10 0,-5 2 0,-3 5-146,0 5 1,-2-1 0,0 8-1,0 4-208,0 3 0,4 3 0,1 6 1,-1 1-176,2 2 1,-3 8-1,4-2 1,-1-2-38,-3-2 0,-2 2 0,-1-4 0,0-5-18,0-7 1,-1-2 0,-4-14 241,-3-5 1,-8-4 0,-2-8 0,1-3 237,-2-5 1,0-4-1,-5-5 1,4-4 92,1-2 0,-3-2 0,6-1 0,3 1-99,3 0 0,6-5 0,-4 1 0,3-1-130,2-1 1,7 0 0,6-4 0,6 1-125,6-2 1,3 1-1,2 0 1,4 2-174,4 2 1,3-3 0,0 5-1,-2 2 64,-1 5 1,-6-1 0,2 7 0,-5 1 159,-4 1 0,-5 7 446,-8-1 1,-5 6-214,-8-1 1,-2 4 0,-4 3 0,3 2 108,1 3 1,-3 0-1,5 5-220,1 1 1,-3-1 0,2 0 0,1 0-159,1 0 1,2 0 0,0 0-7,0 0 1,0 0-1,0 0 17,0 1 1,0-1 0,0 0 46,0 0 0,0-4 41,0-1 1,2-5 9,2 2-46,-2-4 1,3-2 0,-3-2 10,2-2 1,-2-5 0,2 1 14,-2-2 1,2 2 0,0 0-1,-1-1 19,-1-2 1,-1 4-1,2-1 1,1-1-1,-1-2 1,0 1 0,0 0 0,2 3 4,-3-3 0,4 0 1,0-2-16,1 0 1,1-1 0,2 1-2,-1 0 0,-5 2 0,5 0 78,1 3 1,2 0 19,1 0 0,0 2-62,0 6 1,-4 4 0,-2 2 0,-1 3-20,-3 5 0,-2-1 0,-1 5 0,0-4-40,0 0 0,0 3 0,0 0 0,0-1-210,0-1 1,0-2-1,0 0-356,0 0 1,0 0-754,0 1 1338,0-7 0,4-7 0,2-10 0,2-5 0,2-2 0,-3-5 0,2 3 0,-1 0-13,0 0 1,2 6-1,-4 6 28,1 1 166,-4 1 1,3 11-1,-6 3 1,0 4-37,0 5 1,0-4-1,1 4 1,2-4-100,2-1 0,-1-4 0,-3-2 52,4-1 1,2 3 0,6-5 0,-1-5 0,-3-8 0,-4-1 71,1 1 1,-4-7 0,2 3 0,-3-2-34,-1 1 0,0 1 1,0 0-1,0 0-311,0-1 0,-1 1-1047,-3 0 1221,-4 6 0,-11 7 0,-1 7 0</inkml:trace>
  <inkml:trace contextRef="#ctx0" brushRef="#br0" timeOffset="87">19817 17203 7447,'0'-13'-230,"0"-1"1,0 6 608,0-1 1,0 5 165,0-5 99,0 6-483,0-3 0,0 16 0,-2 3-123,-2 2 0,2 0 0,-2-1 0,3 2-71,1 2 1,-5-1-1,1-4 1,1 0-77,2 0 0,1-4 1,1 0-148,3 1 0,-1-4 130,6-2 0,0-4 1,2-4 93,-2-5 1,1-7-1,-5-1 1,-1-1 48,2-1 1,-5 0 0,5-4 0,-1 1 51,-1-1 0,0-3 1,-4-3-1,0-2 2,0 2 1,0 1-1,0 2 1,0 0 87,0 0 1,0 5-1,0 4 1,0 2 54,0 2 1,0 0 0,0 0 58,0 0 0,-1 6 35,-4 2-234,4 4 1,-6 1-33,2 0-123,4 6 54,-5 1 0,6 2 1,-1-2-85,-4-1-71,4-2-126,-5-4-43,6 0 139,0 0 244,0 6 2,0-5 0,0 7 0,-2-6 103,-2 3 1,3 1-70,-4-2 1,-1-1-53,2 6-63,0-1 8,4 6 1,6-7 19,2-3 0,2-1 0,1 0 88,-3 1 0,1 7 0,4-3-1,0 4 0,-5 2 0,-3 4 0,0 2-24,-1 1 1,2 2 0,-3-4 0,1 1-41,-1 4 1,-1-5 0,-2-2-1,0-2-253,0-2 0,4 0 14,0 0 0,7-2 1,-3-2 17,4-4 0,-3-10 1,-1-3-1,3-4 118,0-1 0,2 0 0,-1-2 0,-2-1 59,-1-1 0,0-1 0,4 5 0,-2 0 121,-2 0 0,3 0 0,-5 0 0,0 0-39,-2-1 1,1 1 0,-2 0 212,-1 0 1,-2 4-1,-1 1 31,0-3 0,-1 6-160,-3 0 0,-4 4 1,-5 2-22,0 4 0,1 2 0,2 6 0,3 0-77,1 0 1,-3 0 0,5 0 0,1 1-76,2-1 1,1 0 0,0 0 0,0 0-45,0 0 0,0-4 0,3-2 1,4-1-50,6-3 1,4-2-1,1-1 1,4 0-53,2 0 1,7-6 0,0-2 0,-2-4-22,-2-1 0,-2 0 0,-3 0 1,-4 0 251,-4 0 1,-2 4 120,-4 0 1,-8 8-1,-8 1 1,-4 8 10,-1 8 1,0-1-1,0 4 1,0-2 4,0 1 1,1-1-1,3-4-350,5 0-77,2 1 1,8-7 0,3-4 0,3-6 69,1-6 1,-2-3 0,-1-2 0,-1-4 138,1-3 1,-4 0 0,0-1 0,-2-1 264,1-2 1,-1 2 0,-4-2-1,0-2 59,0-1 1,0 0 0,0 2 0,0 0 124,0 0 0,0 4 0,0 1-8,0 3 0,0 7-283,0 11 0,0 12 1,0 10-1,0 3-79,0 1 1,0 0 0,0 2 0,0 1-342,0 1 0,0 1 1,0-5-1,0 0-384,0 1 1,5-3 0,0 0-1,1-4 688,0-1 0,10 4 0,-1-2 0</inkml:trace>
  <inkml:trace contextRef="#ctx0" brushRef="#br0" timeOffset="88">20538 17203 8098,'-2'24'61,"-1"-2"1,-1-3 264,1 0 1,1-3 0,2 6 0,0 0-78,0-2 0,0 3 0,0-5 0,0-1-547,0 2 298,0-4 0,-5 4 0,-3-6 0</inkml:trace>
  <inkml:trace contextRef="#ctx0" brushRef="#br0" timeOffset="89">20996 16744 8098,'0'-13'-7,"-4"4"1,0 1 526,1-3-302,1 6 1,2 9 0,0 10 0,0 5 16,0 5 0,0 2 0,0 4 0,0 4-24,0-1 0,0 4 0,0-7 1,0-1-125,0-1 1,0 1-1,0-1 1,0-5-353,0-2 1,0 0 0,0-3 0,2-2-1626,2-2 1890,-3-6 0,11 3 0,-5-3 0</inkml:trace>
  <inkml:trace contextRef="#ctx0" brushRef="#br0" timeOffset="90">21468 16914 8098,'0'-8'-619,"0"-1"0,0 5 1457,0-5-463,0 6 0,0-1-264,0 8 1,0 5 0,0 7 0,0 3-69,0 1 0,4-3 0,1 4 1,-2-1-19,-2 1 1,-1-4-1,0 3 1,0-1-231,0-3 1,2-5-1,1-3 4,1 2 1,2-4 152,-2-1 1,3-5-1,5-5 1,-2-3 74,-1-4 0,-2-3 1,3-1-1,-1 0-2,1 5 0,2-2 1,1 5 33,0 1 0,0-3 1,0 5-55,1 3 1,-6 4-1,0 4 1,-1 2-19,0 2 1,-4-3 0,1 2 0,-1 0 2,2-2 0,-4 4 85,4-2 13,-4-3 1,0-2-1,2-8 19,2-5 1,1-2-1,-3-2 1,2-1 44,3 1 1,-4 0-1,5 2 1,-1 0 8,0 3 0,3 0 0,-2 0 0,3 3-71,1 4 1,0 1 0,0 0-249,0 0 1,-4 6-1,-2 2 1,-1 4-217,-3 1 1,-2 0-1,-1 0 1,0 0-1169,0 1 1542,0-1 0,0 0 0,0 0 0</inkml:trace>
  <inkml:trace contextRef="#ctx0" brushRef="#br0" timeOffset="91">21809 16823 8098,'-12'-13'0,"2"-1"-153,1 1 1,6 5 0,-1-1-189,3-1-218,1 4 559,0 0 0,5 0 0,3-1 0</inkml:trace>
  <inkml:trace contextRef="#ctx0" brushRef="#br0" timeOffset="92">21927 16783 8098,'0'15'-57,"0"1"1,0 3-55,0 1 1,0-2 0,1 4 0,2 1 219,2 2 1,-1 1 0,-3-1 0,2-2-59,2-1 1,-1-2 0,-2 3 0,0-2-218,3-2 0,1-3-204,-2-8 0,3-2 0,5-7 187,-3-4 1,1-6 0,-4-8 0,1-2 182,3-2 0,-3 0 0,2 0 0,0-1 0,-2-3 0,3 0 0,-4-5 0,0 2-18,0-1 1,3 1 0,-4 3 0,1 1 495,0 0 1,3 6-77,-5 2 0,1 11 0,-5 8 0,0 11-73,0 8 0,-2 10 1,-2 2-1,-4 1-90,1 3 1,-3 1 0,6-1-1,-1-2-230,-1-2 1,5-2 0,-3-5 0,2-2-750,2-1 1,0-6 739,0 2 0,-6 2 0,-1 0 0</inkml:trace>
  <inkml:trace contextRef="#ctx0" brushRef="#br0" timeOffset="93">22399 16692 7857,'0'-13'-964,"0"-1"1773,0 7-675,0 1 1,0 17-1,0 3-94,0 5 1,0-1-1,0 2 1,0 0-33,0 1 0,0-5 1,0 1-1,0-2-139,0-2 0,0 0 1,0 0-66,0 0 1,1-6 146,3-2 0,4-4 1,5-1-1,0 0 45,0 0 1,0 0-1,0 0 38,0 0 1,1 5 0,-3 0 0,-2 3 55,-5 2 1,-2 2 0,-2 1 0,-2 0-12,-2 0 1,-5 4-1,-7 1 1,-1-1 41,1 2 0,-3-4 0,1 1 0,2-5-19,2-2 0,1-6 0,-1 1-111,1-2 0,6-4 0,3-2-81,2-5 0,8-2 1,3-2-1,4-1 0,4 1 1,-2 0-1,4 0 1,-2 0-47,1 0 0,4 0 0,-3 0 0,0 0 99,-1 0 0,1 1 0,-3 2 0,2 1 56,-2-1 0,-2-2 0,0-1 302,-1 0 0,-2 0-71,-2 0 1,-5 5-1,-8 4 7,-5 3 1,-2 6 0,-2 6 0,-1 3-69,1 4 0,2 3 0,1-2 0,2 0-149,2 0 1,2 0-1,4-3 1,0 2-81,0-2 0,0-2 0,1-2 0,4-2 8,4-1 0,7-6 0,3 1 0,-1-2-305,1-2 0,5-2 1,-2-1-1,1-3-1055,-1-1 1392,-3-2 0,0-4 0,1 0 0</inkml:trace>
  <inkml:trace contextRef="#ctx0" brushRef="#br0" timeOffset="94">23316 16731 7903,'-13'0'-93,"0"0"319,0 0 1,4 0-85,0 0 1,1 1-1,-6 2-76,1 2 1,5 5 0,-1-1 0,0 2-107,2 2 1,0 0 0,4 1-146,-2-1 1,1 0 146,4 0 0,6-6 1,2-4 16,4-6 1,1 0-1,0-4 1,0 0-19,1-1 0,-1 6-95,0-3 1,0 4-1,-1 2-102,-4 4 0,-2-3 1,-4 7-1,0 1 236,3 2 0,-1 1 0,-4 0 0</inkml:trace>
  <inkml:trace contextRef="#ctx0" brushRef="#br0" timeOffset="95">23434 16417 8017,'0'-18'0,"0"1"291,0 1 81,0 1 1,0 9-166,0 6 1,4 7 0,2 11 0,0 4-113,0 3 0,-2 5 0,-4 1 0,0-1-177,0 2 0,0 0 0,0 5 1,0-4 131,0-1 0,0 3 0,0-3 0,-1 0-50,-4 0 0,-2-1 0,-6-5 0</inkml:trace>
  <inkml:trace contextRef="#ctx0" brushRef="#br0" timeOffset="96">23552 16665 7720,'-7'6'218,"1"-3"0,6 6-117,0 1 1,0-3 0,0 2-305,0 1 1,1-2 0,2 0 124,2 3 1,5-6-1,-3 1-10,0 0 0,1-5 1,-4 4 126,5-4 0,-2-1 0,2 0 66,1 0 1,-4-1 0,0-2-65,-1-1 1,3-1 0,5 5 7,0 0 0,-4 0 0,-1 0 29,3 0 1,-4-1 0,2-2 29,1-2 1,2 0-1,1 0 55,0-3 1,-5 0-1,0 0-57,-2-3 1,2 0 0,-3-2-20,-2-1 1,-2 1-546,-1 0-1281,0 0 1739,0 6 0,6 7 0,1 7 0</inkml:trace>
  <inkml:trace contextRef="#ctx0" brushRef="#br0" timeOffset="97">23958 16613 7972,'6'-13'-45,"-3"1"0,4 2-52,-1 1 0,0 6 0,-3-2 298,1-1 1,2 0 0,-3-4 418,1 1-106,1 6-261,-5-3 1,-2 6-184,-2 0 0,1 0 0,-6 2 0,1 2-18,0 5 0,-3-2 0,3 2 1,0 1-142,-1 2 1,4 2-1,-2 2 1,0 2-52,0-2 1,4-2-1,-2-1-267,4 1 1,1-1 179,0 0 1,1-6-1,4-3 128,3-2 1,4-6-1,1-2 1,-1-2 109,-3-2 0,2-1 1,-3-3-1,0 3 133,1 2 0,-5-1 420,5 6-481,0-1 1,0 5-486,-1 0 19,-5 6 146,3 1 253,0 1 1,-3-7 0,4-7 97,-1-1 1,0 3-1,-3-5 107,1-1 0,2 4-34,-2 1 0,-1 4-136,6 1 0,0 0-249,4 0 1,-5 0-57,1 0 1,-4 0 151,3 0 172,1 0 142,4 0 0,-6 1 0,-2 4-125,-4 4 1,-1 2 0,0 4 0,-1 2-70,-4 5 0,2 3 0,-4 1 0,1 0-113,3 0 1,-2 1 0,-1-1 0,0-1-115,0-4 1,2-2 0,4-6 0,-2 1-586,-2-1 0,3-5 794,-4 1 0,8-7 0,3-2 0,0-8 0,0-3 0,4-7 0,-3-1 0,2-1-66,-1-3 0,-3-2 0,4-3 0,1-1 113,1-2 0,-2-5 0,0 1 1,1-1 277,2 1 0,-1-2 1,0 8-1,-4 3 213,-1 3 0,4 8-422,-1 2 0,-2 6 0,0 8 0,-1 4-62,-3 3 0,3 6 0,0 2 0,-1 1-131,1-1 0,0 0 0,-3 0 0,1 1 364,-1 0 1,-1-3-1,-2-1 20,0 0 1,-2 0 0,-2 0 0,-5 1-66,-3-1 0,-1-5 0,0 0-408,0-2 1,0 2-1,0-3 1,1-1-468,4 2 633,-4-5 0,-1 11 0,-8-5 0</inkml:trace>
  <inkml:trace contextRef="#ctx0" brushRef="#br0" timeOffset="98">23290 17163 7538,'0'-13'-185,"0"0"0,0 4 662,0 1 1,0 6 0,0 2-288,0 7 1,0 11 0,0 4-1,0 4-114,0 5 0,0 2 0,0 5 0,0-2-157,0-1 1,0-6-1,0 3 1,0-1-246,0 0 1,-4-2 0,-1-8-1,2-3-331,2-4 1,1 0 656,0-1 0,-6 0 0,-1 0 0</inkml:trace>
  <inkml:trace contextRef="#ctx0" brushRef="#br0" timeOffset="99">23146 17465 7272,'-6'-8'-124,"4"-3"240,-2 2 1,4 2 0,4-1-116,5 3 0,3-4 0,2 3 1,2-1-78,2-3 0,4-1 0,-5 1 1,1 2 24,1-3 1,-5 0-1,5-2 1,-3-1 34,-3 1 1,3 5 0,-7-1-1,1-1 48,-1-2 0,1-1 0,-6 0 233,-1 0 0,-1 4 193,-2 0-104,0 1 3,0 0-231,0 2 0,-5 12 0,1 3-79,1 3 0,2 2 0,1 2 0,0 2-66,0-2 1,-5 4 0,1 0 0,1 2-9,2 0 1,1-1-1,0 2 1,0-3-33,0-1 1,0 4 0,0-2-1,0-1-106,0-2 0,0 1 0,0-2 22,0-1 0,4-6 0,2-2 76,1-3 0,2-2 63,4-7 1,-1-3-1,-2-8 1,-1-1 7,1-1 0,-3-5 1,0 3-1,1 0 78,-1 0 1,0-4-1,3 2 1,-2 1-9,-3 2 1,6 4 0,-4 1 0,0 0 146,-2 0 0,2 5-103,2 4 0,-4 4 0,0 4-85,-4 5 1,-1 3-1,2 2 1,1 2-40,1 2 0,0-1 0,-2-4 0,1 0-76,1 0 1,2-1-1,-2-2 25,5-1 1,-2-6-1,2 1-57,1-2 1,2-2-1,1 0 1,-1-2 55,-4-2 0,4-3 0,-3-6 0,2-1 58,3 1 0,-6 0 1,1 0-1,0-1 59,-2-4 1,3 4-1,-4-4 1,0 4 569,0 0-355,-2 1 0,-5 6-142,-4 3 0,-1 4 0,-4 4 0,3 6-80,1 6 1,-3-1 0,5 2-1,1-2-137,2-2 1,1 0 0,0 0-85,0 0 0,1-4 1,3-2 25,5-1 0,-2-2 0,2-4 6,1 0 0,2-5 1,0-4 155,-4-3 1,3-1 0,-6 2 0,1 0 51,0 3 1,3-1-1,-5-4 1,1 0 222,0 0 1,-2-1-179,6 1 1,-5 6-69,5 3 1,-6 4-1,3 4-83,0 5 0,-5 2 0,4 4 0,-3 1-33,3 2 1,-4-5 0,5-5-1,-2 3 104,1 0 0,1 1 0,-3-2 0,1-1 1,6-2 2,-1 2 1,-2-3 0,0-8-27,-1-2 0,3-4 0,-3-5 1,0 0 14,-1 0 0,1-1 1,-3-2-1,2-2 50,-3 2 0,0 2 0,-2 0 0,0 1 223,0 0-60,0 0 1,-2 6-173,-2 3 1,-2 8 0,-2 5 0,3 2-317,4 2 1,-4-4 0,1 0-116,1 1 0,3 0 0,3 0 0,3-2-248,1-2 0,2-2 0,4-4 610,0 0 0,0 0 0,0 0 0</inkml:trace>
  <inkml:trace contextRef="#ctx0" brushRef="#br0" timeOffset="100">24076 17425 7929,'0'8'-88,"0"-3"1,2-5 0,2 0 163,5 0 0,2-4 0,3 0 1,-1-1 2,0 0 0,0-1 1,0-4-1,0 2-126,0 2 0,0-4 0,0 3-288,1 0 0,-6-1-680,1 4 1015,-6 3 0,-9-5 0,-8 6 0</inkml:trace>
  <inkml:trace contextRef="#ctx0" brushRef="#br0" timeOffset="101">24142 17465 7929,'13'-2'-127,"0"-2"0,0 1 1,0-4-1,-1-1-734,-3 1 861,2 4 0,2-8 0,8 3 0</inkml:trace>
  <inkml:trace contextRef="#ctx0" brushRef="#br0" timeOffset="102">20931 17884 7929,'-18'0'-45,"1"0"0,1 0-65,1 0 0,2 0 1,0 0 759,0 0-502,6-6 1,2 0-1,10-2 1,5 3-40,6 4 1,0-4 0,6 1 0,2 1-75,6 2 0,-3 1 1,4-2-1,-2-1-50,2-1 0,-4 0 1,5 4-1,-1-2-33,-1-2 0,-3 2 0,-6-4 0,1 2-197,-1 0 0,2-1 0,-7 4-611,-4-3 493,1 2 0,-13-5 1,0 4 362,-8-2 0,-3-5 0,-2 3 0</inkml:trace>
  <inkml:trace contextRef="#ctx0" brushRef="#br0" timeOffset="103">21114 17648 7929,'-13'0'0,"-4"4"0,-1 1 0,2-2 75,2-2 0,0 1 1,1 2 100,0 5 0,6 4 1,3 3-1,2 3-93,2 1 1,0-2 0,2 2-1,2 0-176,5 1 0,2 1 0,2 2 0,1 0-304,-1-2 0,0-5 397,0 5 0,0 0 0,0 4 0</inkml:trace>
  <inkml:trace contextRef="#ctx0" brushRef="#br0" timeOffset="104">20773 18225 7992,'-7'-6'272,"4"3"1,11-4-229,5 1 0,9 0 1,1 3-1,6-3-73,6-1 1,3 3 0,3-4 0,1 1 24,1 0 0,6 2 1,-6-2-1,-2 1-84,-5 3 1,-5 2 0,-9-1-1,-5 0-243,-2-3 124,-8 1 1,-3 4 206,-8 0 0,-3 6 0,-6 1 0</inkml:trace>
  <inkml:trace contextRef="#ctx0" brushRef="#br0" timeOffset="105">21468 17805 7509,'0'-13'113,"0"4"0,0 1 59,0-2 0,0 2 1,2 0-107,2-3 0,3 4 0,6 0-13,0 1 1,1 2 0,-1 4 0,0 0-3,0 0 0,0 1 1,-1 3-1,-2 5-40,-1 3 0,-7 7 0,3 4 0,-4 5-20,-1 2 1,0 2 0,-1-3-1,-4 3 35,-3 2 1,-4-5-1,0 2 1,2-5-35,1-4 1,2 1 0,-3-7 0,3-3-31,1-3-30,2-7 0,4-3 1,1-9-1,2-4-112,1-4 1,6-2 0,-1-4 0,3 1 88,1-1 0,0-2 1,0-3-1,0-1 50,0-2 1,0 2 0,-1 6 0,-2 1 84,-1-1 1,-5 2-1,5 1 1,0 1 313,-2 3 1,-1 6 23,-6 1 0,0 9-240,0 5 0,0 2 1,0 12-1,0 0-59,0 3 0,0 2 0,0 3 1,0-1-115,0 0 1,0 0 0,0-1 0,1-2-287,4-1 0,2-5 0,6 4 0,0-2 317,0-3 0,1-2 0,-1-1 0</inkml:trace>
  <inkml:trace contextRef="#ctx0" brushRef="#br0" timeOffset="106">21927 17963 7929,'-13'13'0,"1"0"-8,3 0 1,-1 0-1,6 0 1,1 0-132,1 0 0,4-4 0,1 0 139,1 1 0,12 2 0,-1 1 0</inkml:trace>
  <inkml:trace contextRef="#ctx0" brushRef="#br0" timeOffset="107">22071 17766 7929,'-6'7'-433,"5"1"0,-5-4 376,0 5 1,5-2-1,-4 2 1,4 1 168,1 2 1,6-1-1,2-1 1,4-2-145,1-3 1,-1 1 0,-2-3-1,-1 2-93,1-3 1,3 0 0,3-4-1,0-2 103,-4-5 0,1 2 0,-4-3 0,2-3 57,2-3 1,-4-2 0,-2 5 0,1 0 322,-1 0 0,-3 4 0,4 1 103,-3-3 0,1 6 0,-3 2-175,1 6 1,1 5 0,-5 10 0,0 5-212,0 6 0,0 0 0,-2 6 0,-1 2-65,-1 0 1,-6 3-1,3-2 1,-2-2-381,0-1 1,0-6 0,-2 2-1,1-4-352,1-1 0,2-5 722,-2-4 0,-9 4 0,4-1 0</inkml:trace>
  <inkml:trace contextRef="#ctx0" brushRef="#br0" timeOffset="108">22412 17661 7517,'7'13'-18,"0"-4"0,-4 0 1,2 2 199,-2 5 0,-2 5 1,-1 6-1,0 3-21,0 0 1,0 11 0,-1 0 0,-4 2-250,-4 2 0,-2 1 0,-2-4 0,0 2-103,-1-2 0,1-3 0,-1-3 1,-2-2 190,-2-2 0,-5-1 0,3-5 0</inkml:trace>
  <inkml:trace contextRef="#ctx0" brushRef="#br0" timeOffset="109">20669 17674 7929,'-6'-22'-89,"-3"2"0,-1 1 105,1 3 1,-3-1 0,5 2-1,-2 5 183,1 3 1,3 2 0,-3 7 0,-3 4 18,0 7 1,-2 11 0,-2 13 0,-1 6-57,-1 10 0,-1 9 1,6 10-1,4-1-206,3 0 1,4-33-1,1 0 1,1-1 0,1 0-1,1 1 1,3-1-358,11 33 1,8-8-1,7-14 1,7-6-572,8-5 972,10-11 0,2-7 0,7-6 0</inkml:trace>
  <inkml:trace contextRef="#ctx0" brushRef="#br0" timeOffset="110">22831 17910 7630,'-7'-9'-400,"1"2"624,0 1 339,5-4-257,-5 3 1,7 0-136,4 2 0,-2 5 0,4 5 1,0 3-31,1 4 1,-1 2 0,3 3-1,-3 1-90,-1 3 0,3-4 1,-3 4-1,0-2-125,-1-3 0,4 3 0,-5-2 0,1-1-187,1-1 1,-5-2 0,5 0-874,0 0 1134,-5-6 0,11 5 0,-5-5 0</inkml:trace>
  <inkml:trace contextRef="#ctx0" brushRef="#br0" timeOffset="111">22805 17674 7892,'-18'-1'0,"1"-2"35,1-1 1,1-5 0,4 3 252,2-1 0,5 4-338,8-2 0,3 4 1,6 1-1,1 1-208,-1 4 0,1-2 0,2 5 1,3 1-319,2-2 576,-5 5 0,14-5 0,-2 7 0</inkml:trace>
  <inkml:trace contextRef="#ctx0" brushRef="#br0" timeOffset="112">23067 17753 6743,'-7'6'882,"0"-3"-691,2 5 0,4-3 0,-4 3-126,4 3 1,1 0 0,0 2-1,0 1-29,0-1 1,0 0 0,1 0-1,4 1 71,3 4 1,4-2 0,0 4-1,-2 1 126,-1-1 1,-5-3 0,3 4 0,-1-1-26,-3 1 1,-1-5 0,-2 1-1,-2-1-92,-2 2 1,-8-4 0,-5 2 0,1-4-318,1-3 0,2-2 0,0 2 0,1-4-810,3 1 1,2-4 1010,3 2 0,14-8 0,-1-4 0</inkml:trace>
  <inkml:trace contextRef="#ctx0" brushRef="#br0" timeOffset="113">23329 18041 7929,'-13'0'200,"6"0"0,2-1 1,10-2-1,4-3-242,2-1 0,2 2 1,0-3-1,1-1-21,-1 2 1,-2-5 0,-1 3 51,-1-2 1,-2-3 0,2 1 131,-4 0 0,-4 5 99,-1-1 0,-1 6-75,-4-2 0,-2 5 1,-5 6-1,2 6-79,1 4 1,6 1-1,-1-2 1,3 1-88,1 1 1,0 2 0,0-3 0,0 2-90,0-2 1,5-3 0,4-3-1,3-3-59,1-1 1,0-1-1,0-5 1,0 0 27,0 0 0,0-2 0,1-2 0,-1-5 79,0-3 1,-2-1 0,-2 0 0,-4 0 110,-4 0 0,3 0 1,1 0-1,-2 0 136,-2 0 1,-1 4-13,0 0 0,-1 8-34,-4 1 0,4 6 1,-4 7-1,4 0-115,1 0 0,0 0 0,0 0 0,0 0-111,0 0 0,0 0 0,0 0 14,0 1 0,0-1-5,0 0 0,1-6 42,4-3 0,-4-8 1,5-5-1,-2-2 33,1-2 1,5-2 0,-3-1 0,2-1 11,0 1 1,0 0 0,4-1 0,0 0-3,0 1 0,0 3 0,-1 3 0,-2 2 20,-1 3 0,-1 0 0,5 5-6,1 0 0,-7 2 0,-1 2 1,-2 5-61,0 2 1,1 7 0,-5-1 0,0-1-247,0-1 0,0-2 0,0 0 0,0 0-168,0 0 1,0-4 452,0 0 0,6 0 0,1 4 0</inkml:trace>
  <inkml:trace contextRef="#ctx0" brushRef="#br0" timeOffset="114">23867 17858 7630,'-8'8'488,"4"1"-401,2 1 0,2 2 0,2 1 0,2 0-5,5 0 0,-2 0 0,2 1 0,1-1-128,2 0 1,0-5-1,-2 0 1,-2-2-23,3-3 1,-4-2 0,2-1 69,1 0 1,0-6-1,0-3 1,-2-2 140,-3-2 0,1 0 1,-3-1-1,1 1 106,-1 0 0,0 0 1,0 0 573,2 0-823,-1 6 1,-4 2-1,0 10-332,0 3 1,0 5 0,0 4 0,0 0-307,0-1 0,1-1 0,4-2 23,4 0 1,2-2 614,2-2 0,6-3 0,2-6 0</inkml:trace>
  <inkml:trace contextRef="#ctx0" brushRef="#br0" timeOffset="115">24220 17792 7929,'-5'-19'-55,"2"0"1,-5-4-1,3 3 211,2 1 0,-3 1 0,0 5 335,-1 0 1,2 6-283,-3 2 0,5 5 0,-2 5-108,4 4 1,1 4-1,0 4 1,0 5-74,0 3 0,0 1 1,0 0-1,0 0 89,0 1 0,0 5 1,1 1-1,4 2 113,3 0 1,4-5 0,1 4 0,0-1-87,0 1 1,1-5-1,0 2 1,2-5-246,2-4 1,3-3-1,-3-6 1,-2-2-382,-2-2 0,-5-3 4,0-6 1,-8-6 0,-1-4 0,-7-5-12,-5-2 0,-1-2 0,-1 3 0,-2-3 217,-2-1 1,1 2 0,2-4 0,1-1 284,1-2 1,-3 3 0,8 2 0,0 1 212,-1 3 0,6 2 1,-1 0-1,2 1 51,2 0 1,2 5-1,3-1 1,9 0 132,6 2 1,2-1 0,4 6 0,6-4-190,4-2 1,4 6-1,-1-4 1,0 1-352,1 1 0,-2-2 0,-4 3 0,-3-1-1267,-3 1 1397,-8 2 0,-1-5 0,-6-2 0</inkml:trace>
  <inkml:trace contextRef="#ctx0" brushRef="#br0" timeOffset="116">24784 17897 7406,'-7'0'-136,"-5"-6"1,5-1-1</inkml:trace>
  <inkml:trace contextRef="#ctx0" brushRef="#br0" timeOffset="117">24011 18421 7929,'32'-10'200,"3"-3"0,3-3 1,2 3-1,4 0-18,4 0 1,7-1 0,4 1 0,0 0-28,4 0 1,1 1-1,0 2 1,-3 2-214,-4-3 0,-13 4 0,-6 0 1,-6 1-1194,-8 3-172,3 2 1423,-19 1 0,-8 0 0,-14 0 0</inkml:trace>
  <inkml:trace contextRef="#ctx0" brushRef="#br0" timeOffset="118">19319 18159 7906,'13'0'228,"4"0"0,4 0 0,2 0-34,5 0 1,5 0 0,-1-1 0,2-2-313,2-2 1,-4 0-1,-1 2 1,-2-3-133,1-1 1,-8-1-1,0-2 128,-6 1 1,-7 5-1,-2-5 104,-1-1 0,-2 3 1,-5-1-1,-2 1-20,-1 0 1,-5 3 0,3-4-15,-1 2 0,2 1 0,-2 0 26,1-3 1,-2 0-1,2-1 40,-2-1 0,5 3 1,-2 0 261,-1 1 313,4-4-385,-3 8 1,6-2-1,2 8-40,1 5 1,6 7 0,-2 3-1,0 1-49,1 4 0,-4-4 0,2 2 1,-1 1-43,-3 2 1,2-3 0,0-2 0,-2 0-53,-2 1 1,-1-5 0,0 1-1,-1-2-239,-4-2 1,-3 4 0,-10 1 0,-4-2 217,-2-1 0,-8 3 0,-2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2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2896 3996 8555,'-1'-13'0,"-2"0"-138,-1 0 1,-6 0-1,2 0 145,1-1 1,-5 6-1,2 0 1,-4 3 172,-4 2 1,-5 1-1,1 4 1,-3 2-29,-1 5 0,-5 4 1,1 3-1,1 3-42,1 1 1,8 2 0,2 4 0,5-1-131,4-3 1,5 1-1,10-5 1,8-1-104,11 2 0,7-4 1,9 2-1,3-2-10,4-2 0,-3-5 1,0 1-1,-1 1 77,-1 2 1,-5-3 0,-7-1 0,-5 3 79,-4 0 0,-5 2 0,-8 0 1,-6 2 81,-6 3 1,-10-4-1,-9 5 1,-4 0 92,-5 3 0,-2-2 0,-7 1 0,1-3-223,0-2 0,1 2 0,3-4 0,4-2-276,4 0 0,6-6 1,4-2 3,2-3 1,14-2 0,7-3 295,8-5 0,13-14 0,6-5 0</inkml:trace>
  <inkml:trace contextRef="#ctx0" brushRef="#br0" timeOffset="1">3080 4127 8010,'0'-13'-60,"0"0"1,0 0-1,0 0 1458,0 0-1062,0 5 1,1 4 0,2 8-199,2 5 1,1 3 0,-4 1 0,3 0-206,-2 0 1,3 2 0,-2 1 0,-1 1-289,-2-1 0,-1 3 0,0-2 0,0-1-518,0-1 1,5-2 872,-1 0 0,0 6 0,-4 1 0</inkml:trace>
  <inkml:trace contextRef="#ctx0" brushRef="#br0" timeOffset="2">3080 3891 8526,'-13'-13'-62,"-3"0"1,1 0-1,4 1-614,-1 4 1,5 2 331,-2 6 0,8 6 344,1 2 0,5 10 0,8 2 0</inkml:trace>
  <inkml:trace contextRef="#ctx0" brushRef="#br0" timeOffset="3">3329 3917 8210,'-17'5'-317,"-1"-1"0,-4 6 0,6-1 0,3 1 547,3-1 0,3 3 0,-2-4 1,4 4-67,4 1 1,2-6-239,4-2 0,4-4 0,7-1 0,1-1 34,-1-4 0,0-2 1,0-7-1,2-2 71,-2-2 0,-2 1 1,-1 4-1,0-1 122,1 1 1,-1 2 0,0 0 0,0 4-2,0 1 1,-4 2 0,-1 4 0,3 0-19,0 0 1,-2 12 0,0 5 0,1 8-80,2 5 0,-4 5 0,1 8 0,1 2-155,2 1 1,2 2-1,2 3 1,2-1-56,-2-2 1,-3-6 0,-4 2 0,-3-3-42,-1-2 0,-3-10 0,1-4 196,-6-5 0,-4-8 1,-8-8-1,-1-4 130,-1-4 0,-5-4 1,3-5-1,0-1-93,0-4 0,-3 4 1,5-5-1,1 0-75,1-3 1,3 2 0,4-2 0,3-1-74,4-2 0,1-6 1,0-1-1,1 0-148,4 0 1,2-4 0,8 1-1,2-3 132,5-1 0,3-2 1,1-1-1,0-2 195,0 2 1,-1 5 0,-3 4 0,-3-1 103,0 1 0,-6 10 1,0 1 106,-7 6 0,-5 10 1,-1 6 20,0 7 0,0 6 0,0 5 0,0 4-143,0 2 0,0 3 0,0-3 0,2 0-90,2-3 0,-1 1 0,6 3 0,-1-2-95,0-1 1,2-6 0,-6 2 0,1-4 2,0-1 0,3-1-28,5-3 0,-4-3 0,-2-8 1,0-4-34,0-7 1,-4-4 0,3-8 0,-1 0 49,-1-2 1,5-3 0,-4 4 0,1 0 20,0 0 1,3 0 0,-3 1-1,1 3 208,3 5 0,-3 6 1,2 4-118,1 1 0,2 8 0,1 6 0,0 6-233,0 3 0,-4 3 0,0 5 1,1-2-182,2-1 1,-1-4-1,-1 2 1,-1-1-723,1-3 1060,2-1 0,1 4 0,0 1 0</inkml:trace>
  <inkml:trace contextRef="#ctx0" brushRef="#br0" timeOffset="4">2962 4848 11728,'-45'33'-252,"6"-2"1,5-5 0,9-4-46,3-5 0,11-8 0,11-5 0,10-2 411,10-2 0,4-7 1,12-7-1,5-6-58,5-5 1,7-7 0,4-3 0,4-3-56,-29 19 1,0-1 0,4-3 0,1 0 0,2-3 0,2 1 0,4-4 0,2-1-102,4-2 1,1 0 0,0 1 0,1 0 0,1-4 0,0 0-1,-4 2 1,0 0 97,-3 3 1,-2-1 0,-4 2 0,-2 0 0,-5 4-1,-1 0 1,25-17-285,-10 12 1,-7 8-1,-6 10 1,-6 3-253,-6 5 1,-4 3-1,-7 4 538,-3 5 0,-3 1 0,-6 10 0</inkml:trace>
  <inkml:trace contextRef="#ctx0" brushRef="#br0" timeOffset="5">4417 3262 13600,'-13'0'-1092,"4"0"1001,0 0 1,2 2 0,-2 2 259,5 5 1,2 4-1,2 4 1,0 4-235,0-1 0,6 4 0,3-6 0,3 1-35,1 0 0,1-1 0,2-5 0,3-1 148,2-4 1,-1-2 0,3-6 0,-1 0-65,1 0 0,-4-6 0,-1-2 1,-4-6-12,0-3 1,-1 1 0,-2-6 0,-2-1-59,-5-2 0,-4-1 1,-3 0-1,-4-1-86,-4 1 0,-1 1 0,-8 4 0,-1 3 94,1 4 1,-2 2-1,-4 3 1,-1 5 8,1 2 0,1 10 0,2 5 0,3 7 176,1 5 0,1 7 1,5 1-1</inkml:trace>
  <inkml:trace contextRef="#ctx0" brushRef="#br0" timeOffset="6">4810 3262 6974,'0'-8'155,"1"0"0,4 1-111,4 0 0,2-2 1,4-4-1,1 0 0,1 0 1,7 0-1,-3 0 1,4-1-61,1 1 1,-1 0 0,0 0 0,-2 0-41,1 0 0,2 0 0,-9 1 1,-1 3-238,-1 5 0,-2-2-203,0 2 496,-6 0 0,-1 4 0,-6 0 0</inkml:trace>
  <inkml:trace contextRef="#ctx0" brushRef="#br0" timeOffset="7">4967 3000 8941,'0'18'605,"0"-1"1,0 1-499,0 1 1,5 1 0,0 6 0,1 0-305,0 1 0,4-1 1,-1 0-1,1 0-571,-1 0 1,3 1 767,-4-1 0,10 0 0,2 0 0</inkml:trace>
  <inkml:trace contextRef="#ctx0" brushRef="#br0" timeOffset="8">5518 3040 6687,'0'-13'183,"4"4"0,2 2 0,3-1 9,5 1 1,-1-2 0,6-5 0,0-2-106,3-2 0,3-1 1,1 2-1,0-4-22,0 1 1,-4-3 0,-1 5-1,-1 2-37,0 2 1,-4 1-1,2 1-491,-3 3-396,-8 3 859,-1 6 0,-6 12 0,0 3 0</inkml:trace>
  <inkml:trace contextRef="#ctx0" brushRef="#br0" timeOffset="9">6042 2502 13165,'0'-13'-2749,"-1"2"2963,-4 2 0,4 5 1,-2 8-60,6 5 0,0 8 0,5 5 1,3 3-45,0 1 0,-2 0 1,0 0-1,1-1-26,2-3 0,1 1 1,-2-4-1,-1 0-227,-1 0 1,-1-2-1,2-2 1,-2 1-238,3 2 1,-4-1-1,0-4 1,-1 0 243,-3 0 0,4 12 1,0 3-1</inkml:trace>
  <inkml:trace contextRef="#ctx0" brushRef="#br0" timeOffset="10">5282 2607 8514,'-7'-6'-456,"-4"4"574,7-7 1,0 13 0,4 6 0,0 14 63,0 9 1,1 11 0,3 5 0,4 7-19,-1 5 0,5 7 1,-4 4-1,4-1-213,1 0 1,-4-7 0,0-7-1,1-5-110,1-4 1,-2-10 0,0-10-1,0-6-384,-2-3 1,0-2 0,-4-4-426,2 0 968,-1-5 0,-4 3 0,0-3 0</inkml:trace>
  <inkml:trace contextRef="#ctx0" brushRef="#br0" timeOffset="11">5439 4101 8260,'-12'1'-280,"4"4"1,-2 2 0,5 8 0,2 1 362,2 1 0,1 6 1,0-2-1,0 1-65,0-1 0,4 1 1,1 4-1,-1-1-22,2-3 0,-5-3 0,5-5-328,0 4 1,-3-4-235,5 4 566,1-3 0,4-8 0,0-1 0</inkml:trace>
  <inkml:trace contextRef="#ctx0" brushRef="#br0" timeOffset="12">5347 4022 8493,'-13'-1'-542,"0"-4"0,0 3 0,0-6 675,0 2 0,4 1 158,0 0-131,6 4 1,-2-7-85,5 4 0,5 3 0,3-5-61,-1 0 1,5 5 0,-4-4 0,4 2-17,1-1 1,0 2-1,2-3 1,2 0-3,5 1 0,3-5 1,1 3-1,2-1 14,2-3 1,4-2 0,5-1 0,2 0-8,3 0 0,4 0 1,8-2-1,7-1 3,6-1 1,-33 6 0,2 0 0,3 1 0,2 1 0,2-1-1,1 0-8,1-2 0,0 0 0,4 2 1,0 0-1,-1 0 0,-1 0 0,0 0 1,0 1-74,-3 0 1,0 2-1,-3-1 1,1 1-1,-3 0 1,1 1-1,3-1 1,0 1 49,4-1 0,1 1 0,-2 0 1,0 0-1,4 1 0,0 0 1,-3 1-1,1-1 17,-3 0 0,0 0 0,-2 0 1,-1 0-1,-1 0 0,0 0 1,0 0-1,0 1 12,0-1 1,0 0 0,0 2 0,1 0 0,3 0 0,0 0 0,0 1 0,0 0 0,1 0 1,0-1-1,-3-1 1,-1 0-1,-4 1 1,-1 1-1,31-2-4,-8-2 1,-2 3 0,-5-4 0,2 0-1,-2-1 1,4 4-1,-1-3 1,2-1 32,2 1 0,-8 3 0,-3-4 0,-4 3-7,-5 2 1,-6 0 0,-2 0 0,-2-1-30,-3 1 0,-1 1 0,-2 2 0,0 0-5,0 0 0,1 0 1,-1 0-1,-1 0 7,-4 0 1,6 0 0,-3 0 0,7 0 161,2 0 1,-2 0-1,4 0 1,1 0-141,2 0 0,-3 0 0,-1 0 1,-2 2 35,-3 2 1,-1-1-1,-2 6 1,-2-1 50,-2 0 1,-3 3 0,-7-2 0,-2 3-35,-1 1 1,-6 1 0,1 2-1,-2 3-48,-2 2 0,-2 0 0,-1 6 1,-3-1-100,-1 0 1,0 0-1,-3 2 1,1 1-588,-1 2 0,-1 1 658,3-2 0,-10 4 0,4 5 0</inkml:trace>
  <inkml:trace contextRef="#ctx0" brushRef="#br0" timeOffset="13">9266 3092 8576,'-13'6'-104,"0"-3"-301,0 5 524,6-5 1,7 3 0,8-6 0,4-1-18,1-4 0,5 1 0,0-8 0,3-2-73,2-1 0,-2-1 0,0-1 0,1-4-52,-1 1 0,2 0 1,-6 2-1,1-2-56,1-1 1,-9-2-1,2 6 1,-5 1 41,-4 1 1,-2 2 0,-2 1 44,-4 4 1,-6 3 0,-8 10 0,-2 5 54,-2 6 1,-2 6-1,-1 7 1,1 3 164,4 1 0,-3 2 1,7 5-1,1-1-91,1 0 0,8-5 0,3-4 0,2-2-23,2-2 1,7-6 0,5-4-1,7-4-36,6-3 0,0-6 0,9 0 0,3-6-86,1-6 0,0-3 0,-2-2 0,0-4-110,5-4 0,-6 4 0,3-1 0,-4 1-150,-5 1 1,-3-2 0,-4 3 0,-5 0-279,-2 4 0,-4-1 0,-2 4-227,-5-2 1,-2-2 772,-2-1 0,-12 1 0,-2 0 0</inkml:trace>
  <inkml:trace contextRef="#ctx0" brushRef="#br0" timeOffset="14">9856 2791 8233,'0'-13'-1315,"0"-1"1868,0 1 0,1 2 0,4 2-257,3 5 1,0 2 0,1 4 0,1 3-172,1 9 1,1 0 0,-2 8 0,-1 0-170,1-2 1,2 5-1,-1-5 1,0 2-239,-3 0 0,0-5 0,2 4-374,-1-2 0,-2-2 0,3-4-457,-1 0 1113,-6 1 0,8-7 0,-3-1 0</inkml:trace>
  <inkml:trace contextRef="#ctx0" brushRef="#br0" timeOffset="15">10039 2738 8576,'-5'-13'-118,"2"2"1,-6 2 253,-1 4 0,2 4 0,1 2 0,0 5 132,0 7 0,-2 6 0,-4 7 0,0 1-140,0-1 1,4 4-1,0 1 1,-1-2-76,-2-1 1,1-2 0,0-1 0,4-2-292,1-1 0,2-6 0,4 1 0,0-2-357,0-2 1,0-4 0,1-2 594,4-1 0,2-2 0,6-4 0</inkml:trace>
  <inkml:trace contextRef="#ctx0" brushRef="#br0" timeOffset="16">10118 2791 8533,'-7'1'26,"2"5"0,4 7 404,1 7 0,1 5 0,2 3 0,3 1-231,1 2 1,-2 5 0,4 0 0,1 5-189,1 3 1,-2-5-1,-2-5 1,1-2-29,-1-3 1,-3-7 0,4-5-271,-3-2 1,0-10 160,-5-5 1,0-5 0,-2-9 0,-1 0 30,-1-4 0,-5 2 0,5-5 0,0-3 70,-2 0 0,4-3 0,-4 0 0,2-2-2,0-2 0,-1-1 0,5 3 0,0-3 5,0-2 1,6 1 0,3-2 0,3 6 63,1 6 0,4-1 0,2 7 0,1 2 104,4 5 1,-4 4 0,1 8 0,-4 2-24,-5 5 0,-1 4 0,-6 4 0,-2 5 13,-2 3 1,-2 1-1,-4 0 1,-5 0-46,-6 1 1,0-3 0,-4 0 0,-1-4-105,1-1 1,2 3 0,-2-5-1,1-2-265,3-5 1,1 2 0,2-5 0,2 2-1774,2-1 334,3-5 1717,6 3 0,12-12 0,2-1 0</inkml:trace>
  <inkml:trace contextRef="#ctx0" brushRef="#br0" timeOffset="17">10380 2909 8526,'0'13'-17,"-1"-5"0,-2 1 0,-2 1 45,3 2 1,-4 1 0,1 0 19,2 0 0,2-4 0,2 0 0,4 0-72,4-2 1,2-1 0,4-6 0,1 0 84,1 0 1,2-2-1,-3-2 1,2-3-90,-2-1 1,-2-6 0,-2 2 0,-2-1 68,-1-3 0,-6-2 1,1 2-1,-2-1-14,-2 1 1,-6-3-1,-3 3 1,-3 3-106,-1 3 1,-4 7-1,-2-2 1,-2 4-86,-2 1 1,3 1 0,-2 4 0,0 4-409,2 2 1,1 7 570,6-1 0,0 6 0,-1-2 0</inkml:trace>
  <inkml:trace contextRef="#ctx0" brushRef="#br0" timeOffset="18">10616 2778 7391,'9'5'325,"-2"4"1,0 3-40,1 1 1,-4 1 0,3 4-1,1 2-230,-1 1 1,0 3 0,3-3 0,-2 1-76,-3-1 0,4-3 1,-3 2-1,0-1-45,0-3 1,-2-6 22,-4-1 1,0-7 12,0-2 0,0-6 1,0-7-1,0-2 23,0-2 0,0-2 0,0-6 0,0 0 14,0-2 0,0 2 1,2 3-1,0-1 37,3-2 1,4 0 0,-4 3 0,3 5 86,2 2 1,3 2 75,4 0 0,-2 7 0,2 6 0,-2 8-11,-2 3 1,0 7 0,0 1-1,-1 1-119,-3 3 1,1 2 0,-4 1 0,0 0-318,-1 1 1,0-1-1,-5 0 1,0 0-549,0 1 0,0-6 786,0 1 0,-6 0 0,-1 4 0</inkml:trace>
  <inkml:trace contextRef="#ctx0" brushRef="#br0" timeOffset="19">11009 2961 8447,'8'-1'-133,"-4"-4"0,-1-2 65,1 0 1,-1-5 0,6 5 0,0-2 52,-2 0 1,5 2 0,-4-3-1,4 1 67,1-1 1,0-2 0,0-1-1,0 0-38,0 0 0,1 4 0,-1 0 0,0-1 65,0-1 1,-6-3-1,-2 1 1,-4 0 52,-1 0 0,0 4 0,-1 2-11,-4 1 0,-6 2 1,-7 4-1,1 0 34,-2 0 1,4 1 0,-2 4 0,2 5-21,2 6 0,0 0 0,1 4 0,2-1-58,1-3 0,6 3 1,-1 0-1,3 0-148,1 0 0,1 3 0,3-5 0,5-1-55,3-1 0,5-3 0,2-2 0,2-3-140,2-1 0,2-2 0,1-5 0,0-2 25,0-2 1,0-9 0,1 1 0,-3-3 125,-2-3 1,2 3 0,-7-5 0,-2 3 142,-5 2 1,0-3 0,-6 1 0,-1 2 50,-1 2 1,-2 0 0,0 1 324,0 0 0,-6 6-110,-3 3 1,3 8-1,2 6-203,2 6 0,2-1 1,0 2-1,0-2-76,0-2 1,2 4 0,1 1-1,3-1-40,1 2 0,-3-4 1,4 4-1,-3-2-210,-2 1 0,3-1 0,0-4 8,1 0 0,-2-5 244,3-4 1,-3-8 0,2-7 0,-1-5-3,-3-5 0,3 0 0,-1-1 0,1-1-7,0-2 1,3-2 0,-3-2-1,1-1-7,3 6 1,-3-1-1,1 6 1,-1 0 71,0 0 1,-2 3 0,3 7 98,3 5 1,0 3-1,1 2 1,-3 3-16,-5 5 1,2 7 0,-2 3 0,0 1-60,2 4 1,-4 0 0,4 3-1,-2-1-168,0 0 0,2-1 1,-3-2-1,1-2-561,-1-3 0,5 0-139,0-5 0,4-6 399,1-2 0,-1-10 1,-2-3-1,-3-6 306,-1-3 0,-2-3 0,-4-7 0,0 0 30,0-4 0,0 2 1,0-6-1,0-1 33,0-2 1,0-1-1,-1-1 1,-2 1 208,-1 0 1,-5 4-1,5 1 1,1 2 389,1 3 1,1 7-53,-4 5 1,4 9 0,-3 10-191,2 10 1,2 7-1,0 8 1,2 4-210,2 4 1,-1-2 0,6 1 0,-1-2-302,0-3 0,3 3 0,-3-2 0,0 0-284,1-3 0,-5-2 0,5-2 0,0-1-1405,-2 1 1844,5-4 0,-5 0 0,6-6 0</inkml:trace>
  <inkml:trace contextRef="#ctx0" brushRef="#br0" timeOffset="20">11809 2738 8447,'-8'-13'61,"-2"0"1,4 0 343,-1 0 1,4 0 0,-1 0-99,2 0 0,8 4 0,3 2 0,4-1-232,5 1 1,-2 3 0,4-4 0,0 1-321,1 0 0,-4 4 0,4-3 0,-1 2-170,0-1 0,1 1 0,1 4 1,-5 0 43,-2 0 0,2 0 0,1 0 0,-2 0 87,-2 0 0,-1 0 0,0 0 0,1 1 314,-1 4 1,0-4 0,0 4 226,0-4 0,-4-1 0,-1 0 342,3 0 1,0 0 0,4 0-121,2 0 0,-2-4 1,4-2-1,-2-1-548,1-4 0,5 4 0,-1 0 0,3 0-597,1-1 0,-4 5 666,0-1 0,-1-9 0,6-2 0</inkml:trace>
  <inkml:trace contextRef="#ctx0" brushRef="#br0" timeOffset="21">17021 3363 8208,'-13'0'42,"4"-6"1,0-1 0,0-2 299,2 1 1,1-1 0,8-4-73,2 0 1,5-1-1,8 1 1,5 0-85,3 0 0,1-2 0,2-1 1,1-3-112,2-1 1,4 4 0,-3-3-1,0 1-207,0 1 0,-1-1 0,-5 5 1,0 2-611,1 2 0,-7-1 1,-2 5 43,-4 2 0,-6 8 698,-4 3 0,-8 4 0,-4 1 0</inkml:trace>
  <inkml:trace contextRef="#ctx0" brushRef="#br0" timeOffset="22">16981 3495 8208,'-11'13'-215,"2"0"0,-1-4 0,5-1 336,3 3 1,2-5 249,4-2 0,3-3 1,6-2-1,2-3-322,2-5 1,0-3 0,3-2 0,0-3-24,1 0 1,-1-1 0,2 4 0,-3-1-112,0 2 0,-4-3 0,2 7 0,-2-2-225,-2-3 0,-4 3 0,-2 1-1084,-1 1 1394,4 6 0,-9-3 0,5 6 0</inkml:trace>
  <inkml:trace contextRef="#ctx0" brushRef="#br0" timeOffset="23">17060 3350 7988,'-7'-6'-943,"0"5"1590,2-4 0,2 4-398,-5 1 1,5 6-1,-2 4 1,4 6-24,1 6 0,1 3 1,2 3-1,2 1-57,-2 1 0,2 1 1,1-5-1,0 1-119,0-1 0,3-1 0,-5-2 0,-1-2-207,-2-2 0,-1-2 0,0-4-637,0 0 0,0 0-1348,0 1 2142,6-7 0,2-1 0,5-6 0</inkml:trace>
  <inkml:trace contextRef="#ctx0" brushRef="#br0" timeOffset="24">17349 3390 8274,'0'-9'16,"0"0"173,0-1 0,2 4 0,2 2 0,5 2 0,2 4 0,3 3 0,-1 7-89,0 4 0,-1 2 1,-2-4-1,-1 2-159,1 2 1,-4 1-1,-2-3 1,-3 1-92,-1 0 0,0-3 1,0-1 13,0 0 0,-5-5 162,-4-4 0,-3-2 0,0-4 13,4-2 1,2-5-1,6-7 1,0-3-4,0-2 0,4 4 1,2-4-1,3 1-23,5 0 0,0 2 0,3-2 1,-1 1-55,2 3 0,-4 0 1,4 1-1,-4 0-526,-1 4 0,1 6-425,-1 1 992,0 2 0,-6 8 0,-1 2 0</inkml:trace>
  <inkml:trace contextRef="#ctx0" brushRef="#br0" timeOffset="25">17796 3284 8274,'-9'-7'-902,"0"1"1011,-1 1 0,-2 3 1,-1-2 375,0 2 1,0 2 0,0 0-267,0 0 0,0 6 0,1 4 0,2 5-236,1 2 0,6 1 0,-1-4-73,2 4 1,4-3-1,2 1 1,6-6 21,6-6 1,0-2 0,5-2 0,-1 0-83,1 0 1,-4-6 0,4-3-1,-2-3 169,-3-1 1,-2 5 0,-1 0 0,0 1-104,1 0 0,-1 4-476,0-2 0,-1 5 560,-4 5 0,4 2 0,-5 6 0</inkml:trace>
  <inkml:trace contextRef="#ctx0" brushRef="#br0" timeOffset="26">18045 3048 8274,'-8'0'272,"-1"0"0,0 0 1,-3 3-43,4 6 0,0 1 1,5 12-1,-1 1-162,1 2 0,2 1 1,1-1-1,1-2-257,3-1 1,4-6 0,5 2-1,0-4-27,0 0 1,2-7-1,1-3 1,3-2-109,1-2 0,1 0 0,1-2 0,-5-4 37,-2-7 1,2 0 0,1-6 0,-4 0 197,-4-3 1,1-2 0,-7-3 0,0 0 103,2-4 1,-4 2 0,2-5 0,-2 1 90,-2-1 0,0 0 1,-2-1-1,-1 5 279,-1 2 1,-2 3 0,3 3 0,-1 5 285,1 2 1,0 8-201,-2 2 1,4 10-1,-3 5 1,2 8-150,2 8 0,0 2 0,0 7 0,0 1-176,0 2 1,0 1-1,0 1 1,0-2-239,0-3 1,5 3 0,0-5 0,3 1-187,2-3 0,-3-8 0,2-3 0,0-1-565,-2-3 0,5-5 0,-4-4-1752,4-1 2595,-5-2 0,5-4 0,-5 0 0</inkml:trace>
  <inkml:trace contextRef="#ctx0" brushRef="#br0" timeOffset="27">18190 3153 8274,'-2'-12'0,"-1"2"0,-1 1-485,1-1 0,2-1 541,1-3 1,5 3 0,4 1 0,4 2 33,5 2 1,1-2-1,4 2 1,-1 0 5,1 0 1,2-3 0,1 4 0,1-1 38,-1 0 1,-4 1 0,0 5-1,0 0 54,-2 0 0,3 0 1,-5 0-1,-2 2 4,-1 2 1,-4 4-1,-2 5 1,-5 1-97,-2 4 0,-2-4 0,0 5 0,0-1-187,0-1 0,0 1 0,0-5-348,0 0 0,0 0 1,0 1-609,0-1 1,-2-2 1045,-2-2 0,3 3 0,-5-5 0</inkml:trace>
  <inkml:trace contextRef="#ctx0" brushRef="#br0" timeOffset="28">18610 2798 8274,'-4'-13'-298,"-1"0"0,1 4 298,4 1 0,-6-1 0,-1-4 0</inkml:trace>
  <inkml:trace contextRef="#ctx0" brushRef="#br0" timeOffset="29">18676 2956 8274,'0'13'-158,"0"0"0,0 0 0,0 1-49,0-1 1,0 0 0,0 0 0,1 0 309,4 0 0,-3-1 0,7-2 0,1-3-61,2-1 0,1-1 1,0-5-1,0 0-13,1 0 0,-1-6 1,0-4-1,0-5-26,0-2 1,-1-2-1,-3 2 1,-4-1 48,1-3 0,-4 1 0,2-4 0,-4 4-14,-4 1 0,1 1 1,-6 5-1,-1 2-56,-2 2 1,-1-1 0,-2 5 0,-1 2-112,-1 2 0,-1 2 0,5 2 0,0 3-292,0 1 1,4 2 420,0 4 0,7 0 0,-4 0 0</inkml:trace>
  <inkml:trace contextRef="#ctx0" brushRef="#br0" timeOffset="30">18860 2812 8274,'8'0'299,"1"0"1,0 0-221,4 0 0,-4 0 0,-2 1 1,0 3-152,1 5 0,-5-2 0,2 1 0,0-1 4,-1 0 1,2 2 0,-3 4-53,1 0 1,1-4-265,-5 0 337,0 0 0,1-2 46,3-3 0,-2-4 0,4-4 0,-2-5 2,1-3 0,5-2 0,-3-2 1,2-2 1,0 2 0,-1-3 1,5 2-1,-1 1 61,-3 1 1,3 2-1,-4 1 1,4 2 146,1 1 1,-4 6 0,0-1 37,1 3 1,0 2 0,-1 5 0,-5 6-136,-2 4 0,-2 1 1,0-2-1,0 1-105,0 1 0,0 1 1,1-5-287,3 0 0,-2 0 1,4 0-138,0 0 0,-5-4 0,5-1 40,0-3 1,1 0 0,6-5 207,0 0 0,0-6 0,1-3 0,-1-3 95,0-1 0,-3 0 0,2 0 0,2-2 152,1-2 1,0 1 0,-2-5 0,1 1-5,4 0 0,-5-2 1,1-3-1,-3 2 102,-1 1 0,-4 6 0,-2-2 0,-2 3-16,-2 2 0,0 5 0,-2 0 0,-4 2 56,-7 3 1,0 2-1,-5 2 1,4 2-124,1 2 1,0 5 0,0-1 0,1 2-146,3 3 0,-1-6 0,5 1-203,3 1 0,0 2 0,4 0 150,2-4 0,3 3 0,6-7 0,1 0-35,-1 2 1,0-4 0,0 2 28,0-2 1,0 2-1,0 0 1,0 1-48,1 1 0,-1-4 0,0 6-111,0-2 0,0-2 134,0-4 0,0 0 0,1 0 132,-1 0 0,-5-1 0,0-4 0,-1-4-14,0-2 1,-4-7 0,2-1 0,-4 0 45,-1 0 1,0-4 0,0 1 0,0-3 165,0-1 0,0-2 0,0-1 1,0-2 55,0 2 1,0 6-1,0 2 1,0 2 510,0 3 0,-1 9-248,-4 7 0,4 12 0,-4 11 0,4 6-293,1 6 0,0 2 0,0-1 0,0 1-290,0 4 0,1-6 1,2 3-1,3-5-340,1-4 1,2 1 405,4 0 0,0-2 0,1 4 0</inkml:trace>
  <inkml:trace contextRef="#ctx0" brushRef="#br0" timeOffset="31">20199 2391 8145,'-13'0'-310,"4"0"1,2 2 648,1 2 0,2 5 0,4 8 0,0 5-192,0 3 1,1 1-1,2 0 1,3 2-211,1 3 0,-4-2 1,2 5-1,-4-2-36,-1-3 1,0-3 0,0-4 0,0-4-62,0-4 0,1-6 0,2-6 78,2-4 0,-1-12 0,-2-7 0,2-6 58,5-3 0,-2-4 0,2-5 0,2-1 54,6 1 0,-3-1 0,4 1 1,-2 1 106,1 3 1,-1 3 0,5 7 0,-1 3-15,1 5 1,-5 3 0,1 6 0,-2 3 92,-2 4 0,-1 8 0,-4 5 0,-3 5-77,-4 4 1,-1-4 0,0 5 0,-1 0-78,-4-1 1,-6 2 0,-7-4 0,1 1-95,-2 4 1,4-5-1,-4-2 1,2-2-260,-1-2 1,2 0-1,6 0-318,1 0 1,6-4-1,0-2-987,6-1 1596,4-1 0,12-5 0,2 0 0</inkml:trace>
  <inkml:trace contextRef="#ctx0" brushRef="#br0" timeOffset="32">20685 2378 8196,'-13'-13'-323,"4"4"0,0 2 0,1-1 361,0 1 1,-3 4 0,2-1 0,-3 2 362,-1 2 0,4 0 0,1 2 0,-3 2-255,0 5 1,-2 3 0,1 2-1,2 2-147,1 2 1,5 1-1,-4-3 1,2 1-77,4-1 1,0-1 0,4-3 9,2-3 1,3-2-1,6-4 1,1 1-51,-1-1 0,4-6 0,1-3 0,-1-1 96,2-3 1,-4 0 0,2-1 0,-2 4 75,-2 1 1,0-3 0,0 5-56,0 1 1,1 2-1,-1 1-128,0 0 0,-4 0-361,-1 0 213,-5 0 253,3 5 1,-6-5 0,0 0 78,0-7 1,0-4 0,0-3 0,0 1-3,0 0 1,0 0-1,0 0 1,0-2 79,0-2 1,0 2 0,2-2 10,2 2 1,-1 3 0,4 2 0,0 3-21,1 1 1,-4 2 0,5 4-1,1 0-58,2 0 0,-4 5 0,1 4 0,0 4-144,-2 5 1,1-2 0,-6 4 0,4 1-52,2-1 0,-4-4 0,3 2 0,1-4 14,-1 0 1,-3-3-1,4-1 1,-1-2 13,0-2 0,-2-2 0,3-4 0,3 0 18,0 0 0,-2-6 0,-2-4 1,1-5 45,-1-2 0,0-7 0,3 3 0,-2-6 61,-3-3 0,0 0 0,-5-5 1,0-1 50,0-2 0,0-2 0,0 0 0,0-1 333,0 1 1,-2 5-1,-1 12 187,-1 1 0,-2 7-285,2 2 1,-2 16 0,-3 13-1,3 6-190,1 6 0,3 3 1,-2-1-1,2 5-320,2 3 1,0 6-1,0 0 1,2-2-310,2-1 1,3-3 0,7-2 0,-1-2 507,0-2 0,6-1 0,1-5 0</inkml:trace>
  <inkml:trace contextRef="#ctx0" brushRef="#br0" timeOffset="33">21119 2352 8196,'-14'-12'30,"1"3"0,0-2 0,1 2 1,2-1 496,1 1 0,8 3-469,1 6 0,6 0 1,8 0-1,2 0-349,2 0 1,5 0 0,1 0 0,2 0 290,0 0 0,9-6 0,-7-1 0</inkml:trace>
  <inkml:trace contextRef="#ctx0" brushRef="#br0" timeOffset="34">21460 2312 8196,'0'-8'-17,"0"-1"17,0 6 0,0-3 0,0 6 0</inkml:trace>
  <inkml:trace contextRef="#ctx0" brushRef="#br0" timeOffset="35">20830 3915 8239,'0'-13'-500,"0"0"0,0 0 0,0 0 889,0-1 0,0 1-291,0 0 1,-2 6 0,-2 2-8,-5 4 0,2 1 0,-2 0 0,-1 0-2,-2 0 1,-3 6 0,-1 3 0,-1 2-64,1 2 0,6 1 0,1 0 0,0 2-53,2 2 1,1 1-1,6-3 1,0 3-26,0 1 0,1-4 0,4 2 1,5-2 25,6 1 0,0-2 0,5 2 0,-1-2 10,0-2 1,-2 0-1,2 0 1,-1 1 26,-3-1 1,-2 0 0,-6 0 0,-3 0 81,-4 0 0,-1-4 0,-3 0 0,-4 1 66,-6 2 1,-9-4-1,0 1 1,-3 0 33,-1-2 0,0-1 1,1-6-1,1 0-121,3 0 1,5 0-1,-2-1 1,5-4-164,4-3 0,3 0 0,6-1 0,0-1-375,0-1 0,6-3 0,3 1 0,3 0 466,1 0 0,6-6 0,1-1 0</inkml:trace>
  <inkml:trace contextRef="#ctx0" brushRef="#br0" timeOffset="36">21342 3784 8237,'-9'-6'-947,"0"-3"1,6 2 1069,-1-2 0,3 5 39,1-5 1,0 5 54,0-5 1,0 4 52,0-3 1,1 5-92,3-2 1,-2 10 0,2 5 0,-2 5-50,-2 2 0,0 6 0,0 1 0,1 4-55,3 2 0,-2 2 0,2-3 0,-2 2-19,-2-2 1,0-1-1,0-2 1,0-1-174,0-3 0,4-2 1,1-3-355,-3 0 1,1 1-434,2-5 1,2-6 903,6-3 0,0-2 0,0-2 0</inkml:trace>
  <inkml:trace contextRef="#ctx0" brushRef="#br0" timeOffset="37">21604 3955 8237,'-13'0'2024,"0"0"-1810,6 0 0,7-5 0,7-1-231,0-1 1,1 3 0,-4-5-567,5-1 0,-2 4 0,0 0 583,-1 0 0,5 5 0,-4-5 0</inkml:trace>
  <inkml:trace contextRef="#ctx0" brushRef="#br0" timeOffset="38">21946 3718 7819,'-4'-9'-414,"-1"1"0,-1 5 0,3-3 583,-1 0-4,0 4 0,4-5-3,0 3 1,-2 2 163,-2-2-190,2 2 1,-3 1 100,5-3-111,0 2-161,0-4 1,0 5 83,0-3-40,0 2 85,0-4 16,0 6 20,0 0-8,0-6-6,0 5-55,0-5-11,5 6 0,-2 0 26,6 0 1,0 0 0,4 0-44,0 0 1,5 6-1,-1 4 1,1 5-44,1 2 0,0 2 0,4-3 1,-3 3 0,-1 2 0,3-5 1,-4 1-1,-2-2-84,-2-2 1,-1 0 0,-1 0-582,-3 0-327,3 1 688,-11-7 1,5-3 0,-6-8 155,0-5 1,-5-3-1,1-2 1,1-2 143,2-2 0,-4 1 0,1 2 1,1-1 33,2-1 0,-4-5 1,1 3-1,1 0-19,1 0 1,2-3 0,-1 4 0,-2 2 231,-1 2 0,-1 1 0,5-1 879,0 1-771,-6 0 1,-1 7 0,-6 6-149,0 8 1,0 8-1,0 3 1,0 1-46,-1 3 0,-3 7 0,-1 0 0,1 1-75,-2 1 1,0-6-1,-4 2 1,2-5-130,2 1 1,2-5 0,4-2 0,1-2-368,3-2 1,-1 0-138,5 0 0,3-1 0,6-3 559,5-5 0,8-2 0,4-2 0</inkml:trace>
  <inkml:trace contextRef="#ctx0" brushRef="#br0" timeOffset="39">22432 3679 6270,'-13'-14'0</inkml:trace>
  <inkml:trace contextRef="#ctx0" brushRef="#br0" timeOffset="40">22721 3600 5962,'0'0'0</inkml:trace>
  <inkml:trace contextRef="#ctx0" brushRef="#br0" timeOffset="41">22905 3560 6653,'0'-7'-121,"0"1"0,5 0 0,3-1 0</inkml:trace>
  <inkml:trace contextRef="#ctx0" brushRef="#br0" timeOffset="42">23049 3534 7620,'0'-7'-421,"0"-5"1,0 5-1</inkml:trace>
  <inkml:trace contextRef="#ctx0" brushRef="#br0" timeOffset="43">23141 3416 7583,'-7'-6'-563,"-3"3"1,4-4 667,-2 1 30,5-4 0,-7 7 93,6-6 1,-2 6 148,2-1-310,2 2 1,-2 2-4,8 0 1,-1 0 0,4 2-1,1 1 29,-1 1 1,2 6 0,4-1 0,0 3-1,0 1 1,0 1 0,0 3 0,1 0-46,-1-1 0,0-1 1,0-2-1,0 0-14,0 0 1,-1 0 0,-2-1 0,-1-2-27,1-1 1,2-2-63,1 2 0,-4 1-134,-1-5-22,-5-1 0,3-6 70,-6-2 0,0-3 1,0-6 71,0 0 0,-1 4 1,-2 0-1,-2-1 21,3-2 0,-1 0 1,0 2-1,-2 1 42,2-1 0,0-3 0,1-3 1,-3-1 31,2 0 0,2 3 1,-1 1-1,-1 0 4,-1-1 0,0 1 1,4 0-1,-2 1 60,-2 4 0,2-4 0,-2 3 73,3-2 0,1 2 1,-2 2 232,-2 1-232,2 1 1,-8 11-1,4 3 1,0 4-7,0 5 0,-4 2 0,3 6 0,-2 2-34,0 3 1,1-4 0,-4 4-1,2-3-29,1-2 0,2 0 0,-3-1 1,2-1-59,2-3 0,-2-4 0,2 0-127,-1-2 0,4-7-279,-2 1-42,4-6 0,2 1 0,4-6 0,2-4-1380,0-2 1790,5 5 0,-5-8 0,6 3 0</inkml:trace>
  <inkml:trace contextRef="#ctx0" brushRef="#br0" timeOffset="44">22038 3679 8365,'-13'5'-466,"0"-3"0,-1 4 0,1-2 466,0 1 0,0-1 0,0-4 0,0 1-385,0 4 1,4-4 0,0 4 484,-1-4 74,4-1 0,-1-1-40,2-4 1,4 2-23,-3-5 0,2-1 1,1-3 139,-4 3 0,4 2-37,-4 3 1,4-4 35,1-5 1,0 0-4,0 0 1,0 4-116,0 0 1,6 2-1,3-2-44,2 5 0,2 3 0,1 1 0,-1 0-25,0 0 0,-2 1 0,0 5 0,-3 5-47,3 6 0,-6 2 0,0-2 1,-4 5-77,-1 3 1,0 1-1,-1 0 1,-4 1 32,-3-1 1,-10 5 0,-4-1-1,-4-1 18,-5-1 1,4-2 0,-4-1 0,5-3 14,4-4 1,-1-10-1,6-2 1,4-1 1,3-1 0,7-1 0,-1-7-41,2-5 0,5-3 0,5-1 0,5 0-57,1 0 1,5-5 0,-1-1 0,-1 0 25,2 0 0,2-3 1,4 3-1,-2 0 39,-1 0 1,0 0-1,2 3 1,0-3 25,-2-1 0,0 4 0,2-2 1,0 4 35,-2 1 1,-5-2-1,4-1 1,-2 0 34,-3 4 0,-3-1 0,-5 4 0,-2-1 141,0 1-128,-4-2 0,2 9-75,-8-2 0,-4 2 0,-3 4 0,0 2 124,3 5 1,-1 4-1,-4 3 1,1 3 51,3 2 0,-2-4 1,3 5-1,1 1-81,3 2 0,2-3 0,2-1 1,0-1-32,0 0 0,2-4 0,2 2 0,5-3-77,3-2 0,6-6 0,4-1 1,3-2-118,1 1 1,1-2 0,-1-6-1,0-3-229,1-2 1,-6 4 0,0-5 0,-2 1 168,-3 0 1,3-3 0,-2 3 178,-1 1 0,5-5 0,-1 5 0</inkml:trace>
  <inkml:trace contextRef="#ctx0" brushRef="#br0" timeOffset="45">23614 3284 8275,'-9'-8'-15,"0"-1"0,1-1 78,0-2 0,2 3 0,6 1 1,0-3-74,0 0 0,6-2 0,3 1 1,1 2-64,-1 1 0,7 2 0,-3-2 1,2 3 57,-1 0 0,0 5 1,-1-4 41,0 4 0,-2 2 1,-2 4 1,-3 2 0,-6 6-1,0 2 20,0 2 0,-6-1 0,-3 6 0,-2 2 5,-2 0 0,0-2 1,-1-1-1,1-2-11,0-3 1,4 3-1,2-2 1,1-1 50,3-1 0,2-6 1,2-1 37,4 3 1,3-6-1,10 0 1,4-5-43,3-5 0,2 3 1,3-7-1,0-1-5,-1-2 1,4-1-1,-3 0 1,-1-1-61,-1 1 0,-6 0 0,-2 1 0,-1 2-149,-3 2 0,-5 5 0,-4-3-718,-1 0 0,-2 6-638,-4 0 1481,0 0 0,-12 12 0,-2-5 0</inkml:trace>
  <inkml:trace contextRef="#ctx0" brushRef="#br0" timeOffset="46">23863 2628 8460,'-13'-6'-51,"5"-2"0,0-5 0,1 2-144,0 2 227,4-3 0,-3 12 121,6 0 1,0 6 0,0 7-1,1 0-23,4 0 0,-2 1 0,5 0 0,1 2-2,-2 2 1,5-2 0,-5-6 0,2-1-273,0 1 0,-5-3 0,5 1-89,1-3 1,2 0 99,1-5 1,0-2-1,-1-2 109,-3-5 1,2-2-1,-3-3 1,0 1 47,1 0 1,-5 4 0,5 2 217,1 1 0,-2 2-99,1 4 1,-2 6 0,2 2-1,-5 4-57,-3 1 0,4 5 1,-1 1-1,-1 0 12,-1 0 0,-2-2 1,0-4-1,-2 1-18,-2-1 1,1 0 0,-6-2-1,-1 0-87,-2-3 1,-1-3-1,0 2 1,0-1-227,0-3 0,4-2 1,0 1-387,-1 2 1,-2-2 0,1 3 618,2 1 0,3-4 0,6 4 0</inkml:trace>
  <inkml:trace contextRef="#ctx0" brushRef="#br0" timeOffset="47">24310 2680 8496,'0'-13'246,"0"0"0,0 0 0,1 0-538,4-1 0,2 3-420,6 2 1,-4 3 711,0 6 0,-1 12 0,6 2 0</inkml:trace>
  <inkml:trace contextRef="#ctx0" brushRef="#br0" timeOffset="48">24428 2614 8449,'7'-13'56,"4"0"0,-6 1 1,1 2 74,0 2 1,4 3-1,-1-2 1,3 1-236,1 3 1,2 0 0,1 0 0,1-1-258,-1 1 1,3 1-1,-1 2 1,-2 0 72,-2 0 0,-1 0 1,1 0-1,-1 0 288,0 0 0,-4 0 0,-1 0 0,3 0 0,0 0 30,2 0 0,-4 0 0,-2-1 0,1-2 321,-1-1 0,-3-2 1,5 2-66,1-5 0,-2 3 0,-1 0-335,-1 0 0,4 5-526,-1-4-328,-3 4 903,5 1 0,-3 0 0,5 0 0</inkml:trace>
  <inkml:trace contextRef="#ctx0" brushRef="#br0" timeOffset="49">24914 2483 8449,'7'-13'22,"4"0"1,-6 1-461,3 3 438,-5-2 0,8 3 0,-3-5 0</inkml:trace>
  <inkml:trace contextRef="#ctx0" brushRef="#br0" timeOffset="50">24218 2483 8431,'-12'-13'-1096,"4"0"1,0 1 2497,4 3-1055,2 4 0,-2 5 1,7 1-188,1 3 0,5 4 1,-3 3-1,0 0-112,0-3 1,2 1 0,-2 4-148,2 0 1,0-1 0,5-3 6,1-5 0,-6 2 0,1-2-5,1-1 0,2-1 1,1-2-1,0-2 74,0-2 0,2-2 1,1-4-1,1 3 69,0 1 1,-3-3 0,-1 5 0,0 1 44,1 1 1,-1 4-1,0 2 1,-2 5-78,-2 2 0,-3 7 1,-6 1-1,0 1 45,0 4 1,-3 1-1,-4-1 1,-8 0 41,-4-2 1,2-6 0,-5 1 0,-1-2-39,-2-2 0,-2-1 0,1-2 1,1-3-131,3-1 0,-1 3 0,6-5 1,1-1-362,1-1 0,6-2-288,0 0 716,7-6 0,2-2 0,7-5 0</inkml:trace>
  <inkml:trace contextRef="#ctx0" brushRef="#br0" timeOffset="51">24743 2575 8387,'0'-13'-66,"2"6"66,2 2 0,3 4 0,7 1 0</inkml:trace>
  <inkml:trace contextRef="#ctx0" brushRef="#br0" timeOffset="52">25006 2522 8373,'0'-13'-389,"0"0"51,0 0 1,4 0-1,2 1-147,2 3 485,-6 4 0,10 5 0,-5 0 0</inkml:trace>
  <inkml:trace contextRef="#ctx0" brushRef="#br0" timeOffset="53">20974 4717 8587,'58'-15'-77,"5"-1"0,7-5 22,-31 9 0,1 0 1,1 0-1,0 0 1,3-3-1,1-2 1,0 2-1,0-1 42,-1 1 1,1 0 0,5-1 0,1 1-1,4 2 1,2 0 0,5-1 0,0 0-230,6-1 0,0 0 0,-6 3 0,-1 0 1,-3-1-1,-1 0 0,-5 1 0,0-1 254,-4 1 1,1-1 0,6 0 0,1 0 0,1 0 0,1 0 0,4-1 0,0 1 66,1 0 1,-1 0-1,-5 0 1,-1 0 0,-3 0-1,-2 1 1,-3 0 0,0 1-52,-1 0 1,0 0-1,-5 0 1,0 0-1,5-2 1,0 0 0,0-1-1,1 1-1,1 0 0,1 0 0,-2 2 0,0 0 0,-3 0 0,-1 0 0,-5 0 0,-2-1 142,26-13 0,-12 5 1,-6 2-1,-3 2-307,-4-1 0,-7 6 0,0-2 0,-5 3-83,-4 3 1,-3-4 0,-6 7-249,0 1 1,-6 0 468,-2-1 0,-4 10 0</inkml:trace>
  <inkml:trace contextRef="#ctx0" brushRef="#br0" timeOffset="54">9377 9564 8345,'-9'0'-248,"1"0"0,-2 0-184,-2 0 1,3 0 615,0 0 1,1 6-35,-6 3 0,7 7 0,1 3 0,2 0 26,0 0 0,-1 6 0,5 1 0,0 6-9,0 2 1,6 8 0,3-2 0,2 0-124,3 1 1,5-1 0,2-2 0,4-3-124,2-5 0,-1-9 0,2-7 0,2-5 74,5-3 0,3-5 0,2-9 1,-1-10-100,0-5 1,1-5-1,-1-3 1,-1-4 26,-3-3 1,-3-2-1,-6-3 1,1-1 79,-1 2 0,-6-3 1,-4 1-1,-5 3 45,-7 5 0,-4-1 1,-6 7-1,-7 0-18,-7 3 1,-7 2-1,-5 3 1,-7 4 87,-8 4 1,-4 6 0,-1 4-1,-1 3-22,1 1 0,3 5 0,3 4 0,0 4-253,4 5 0,9 2 1,6 5-1,10-2-612,7-1 0,-1 0 769,7 5 0,5-7 0,7-1 0</inkml:trace>
  <inkml:trace contextRef="#ctx0" brushRef="#br0" timeOffset="55">8353 8934 8298,'-12'-13'0,"2"1"0,3 2-19,1 1 0,0 5 234,2-5 1,-2 7-124,-3 2 1,2 6 0,4 7-1,-2 1-2,3-1 1,0 6 0,2 3 0,2 1-52,2-1 1,-1-2-1,4-4 1,0 2-26,1-2 0,0-3 0,4-3 0,-2-2-20,-1-3 0,0 0 0,4-5 1,0 0-27,0 0 0,-4-6 0,-2-3 0,1-4 1,-1-5 0,-4 2 0,1-5 0,-2-3 83,-2-1 0,0 1 0,-2 0 0,-1 2-31,-1-1 1,-6 4-1,1 1 1,-4 4-20,-5 1 0,4 1 1,-4 3-1,4 5-237,0 2 1,6 8 0,0 4 0,1 7-333,0 4 0,4 4 567,-1 2 0,8-1 0,3 0 0</inkml:trace>
  <inkml:trace contextRef="#ctx0" brushRef="#br0" timeOffset="56">8616 8921 8168,'-9'4'-186,"0"0"0,5 1 518,-5-5-222,6 0 0,3-5 1,9 0-1,2-3-59,3-2 1,3-2 0,2-1 0,1 0-9,4 0 1,-1 0 0,0 0 0,-2 0-179,-2-1 0,4 1 0,-2 2 1,-1 0-172,-2 3 1,-4 5 0,-1-2-637,0 4 942,-5 1 0,3 6 0,-3 1 0</inkml:trace>
  <inkml:trace contextRef="#ctx0" brushRef="#br0" timeOffset="57">8721 8973 8168,'0'9'-411,"0"0"1,1-6 717,3 1 1,-1-3 0,8-1 0,2-1-244,3-3 0,7-4 0,-1-5 0,3 0-508,1 0 0,0 0 1,1 0 443,-1 0 0,6-6 0,2-2 0</inkml:trace>
  <inkml:trace contextRef="#ctx0" brushRef="#br0" timeOffset="58">9101 8763 7423,'0'-13'-68,"5"4"1,1 0 0,1-1 285,3-2 1,6-1 0,3 0 0,0 0-358,0 0 0,4 0 0,-1 0 0,3-2-59,1-2 0,-5 3 1,-4 0 197,-2 4 0,4 1 0,1-4 0</inkml:trace>
  <inkml:trace contextRef="#ctx0" brushRef="#br0" timeOffset="59">9220 8553 8168,'-9'0'390,"0"0"1,6 1 0,0 5-148,6 7 0,0 0 1,6 6-1,1-1-207,2-1 0,1 7 0,-1-2 0,-2 2-430,-1 3 1,-1-5 0,5 0 393,1 1 0,-1 2 0,0 1 0</inkml:trace>
  <inkml:trace contextRef="#ctx0" brushRef="#br0" timeOffset="60">9049 9197 7962,'-12'-6'-1165,"2"-2"2788,1 1-668,6 1-814,-2 6 0,5 6 0,1 3 0,2 4-68,1 5 1,6 2 0,-1 5 0,1-2-44,-1-1 0,3-4 0,-5 2 1,2-1-197,0-3 1,-6-1-1,2-2 1,0 0-710,-1 0 0,5 0 875,-5 0 0,7 0 0,-4 1 0</inkml:trace>
  <inkml:trace contextRef="#ctx0" brushRef="#br0" timeOffset="61">9233 9210 8394,'0'-13'158,"6"1"0,2 0 1,4 2-195,1 0 1,0-5 0,0 6 0,2-2-180,3-2 0,-2 4 215,5 0 0,-4 0 0,2-4 0</inkml:trace>
  <inkml:trace contextRef="#ctx0" brushRef="#br0" timeOffset="62">9338 9210 8272,'0'8'34,"0"1"0,1-6 1,4 2 49,3-4 0,4-2 0,1-4 0,2-4-577,2-2 1,4-2 492,5-1 0,6-5 0,2-1 0</inkml:trace>
  <inkml:trace contextRef="#ctx0" brushRef="#br0" timeOffset="63">9771 8947 8196,'0'-13'231,"0"0"0,6 4 1,3 0-1,3 0-261,1 2 1,0-5-1,1 5 1,2-2-176,2 1 0,-1 3 1,-3-2-1,-1 1-307,0 3 1,-4-3 511,-1 2 0,1-6 0,4 2 0</inkml:trace>
  <inkml:trace contextRef="#ctx0" brushRef="#br0" timeOffset="64">9968 8710 8207,'-6'-7'627,"5"1"1,-3 17-1,8 3 1,5 4-296,2 1 0,-2 8 0,1 0 1,3 2-250,4 3 1,0-3 0,-4 5 0,0-2-299,0-3 1,1 0-1,-1 0 1,0 1-507,0-6 0,-1 1 0,-2-7 721,-1-2 0,-6-2 0,2 0 0</inkml:trace>
  <inkml:trace contextRef="#ctx0" brushRef="#br0" timeOffset="65">1668 13519 8520,'-13'-22'-261,"0"2"1,1 1-52,3 3 1,-1 1-1,6 2 463,1 0 0,1 7 0,4 6-7,2 7 0,-1 6 0,4 5 0,1 4 9,-1 3 1,-3 2 0,5 2 0,0 2-95,-2-2 1,5-1 0,-3-2 0,1 1-46,-1-1 1,2-4-1,-2-2 1,4-2 28,5-7 0,-4 3 0,5-7 0,0 0-22,3-2 1,3-11 0,3-6 0,1-6-7,1-2 1,7-2 0,-4-4-1,4-2 20,2-3 1,-2 4 0,5-4 0,-4 3-7,-3 2 0,-1 1 1,4 2-1,-2 2-42,1 2 0,-2-2 0,-9 5 0,0 2-79,0 4 1,-1 3-1,-3-2 1,-6 3-878,-6 0 622,-4 5 0,-7 1 1,-4 9-1,-5 2 347,-6 3 0,-10 10 0,-8 4 0</inkml:trace>
  <inkml:trace contextRef="#ctx0" brushRef="#br0" timeOffset="66">1865 14005 8468,'-6'-13'-643,"6"1"1,0 2 0,10 1 746,11-1 0,2-6 0,14-2 0,3 1-43,7-2 0,4-1 0,2-8 0,-1-1 221,1-2 0,-1-1 0,2 3 1,3-2 23,5 2 0,-4 2 0,-1 4 1,-3 3-148,-2 1 0,-1 1 0,-4 5 1,-7 0-219,-8 0 1,-10 5 0,-5 3-491,-2-1 240,-8 4 0,-7 2 0,-9 9-184,-3 3 0,-2 1 493,-4 0 0,4 6 0,-5 1 0</inkml:trace>
  <inkml:trace contextRef="#ctx0" brushRef="#br0" timeOffset="67">3887 13913 8479,'-7'-13'-938,"0"4"0,4 0 672,-1-1 1,-1 3 446,5-2 0,2 6 0,2-1-6,5 2 1,2 2 0,3 0 0,-1 0-74,0 0 0,4 0 1,2 2-1,2 1-44,2 1 0,3 1 1,5-5-1,4 0-46,3 0 0,4 0 0,5 1 1,7 2-19,4 1 1,4 1-1,3-5 1,1 0 18,0 0 1,-4 0 0,1 0 0,0 0-5,-5 0 1,-2 0 0,-2 0 0,3 0 5,4 0 1,3 0-1,3 0 1,3 0-33,5 0 1,-1 0 0,1 0 0,-2 0 3,-6 0 1,-5 0 0,1 1 0,0 2 6,4 1 1,0 2 0,-30-4 0,1 1-1,-1 0 1,1 1-9,1-1 1,0 1 0,0 2 0,1 0 0,-2-2-1,1-1 1,-2 1 0,0 1 0,33 4 1,-8-5-1,-5 3 1,0 1 17,4-1 1,-3-4 0,11 3-1,1-2 2,1 1 1,-31-1 0,1 0 0,0-1 0,1 0 0,-2 0 0,-1 0-48,31 3 0,-8 4 0,0-3 0,-4 2-8,0 0 0,-4-6 0,5 3 0,1-2 30,5 0 0,7 5 0,-33-6 1,1-2-1,-2 1 0,1-1-9,35 1 1,-4 2 0,-7 1 0,-2-2 27,2-2 0,-7-1 0,-1 0 1,2 0 23,1 0 0,9 0 0,8 0 0,-37 0 0,1 0-24,1 0 1,-1 0 0,35 0 0,-2-1 0,-3-2-4,-5-2 1,-7 1 0,0 2 0,-2-1 18,2-1 1,4-2 0,9 3 0,-33 1 0,1 0-11,0 0 1,1 1 0,0 0 0,1 1 0,-1 0 0,1 0 0,-1-1 0,0 0 0,1-1 0,-1 0 0,28 0 0,-5-2 0,-7 1 31,-2-1 0,6 2 0,7-4 0,7 2-39,-34 2 0,-1 0 1,2-1-1,-1 1 1,1 1-1,-1 1 1,0-2-1,1 1-3,0-1 0,-1-1 0,29-2 1,-4 2-1,-2-2 12,-2 2 0,-2-2 0,8 0 0,5 2-2,-33 3 0,0-1 0,3-1 0,1-1 1,0 1-1,1 0 0,-1 0 0,0 1-2,1 0 0,-1 1 0,-3-1 0,-1 0 0,32-2 0,-2-1-1,-3 1 1,4-3-1,4 2 1,-33 2-1,0-1-7,2 0 0,1 1 0,0 1 0,1 0 0,1-2 0,1 0 0,-2 1 1,1 0 4,-1 0 0,-1-1 0,-4-1 1,-2 0-1,1 1 0,-1 1 1,33-2 13,0-2 1,4 5 0,-33-2 0,0 0-1,1 1 1,0-1-30,1 1 1,1 0 0,-1-2-1,0-1 1,1 3 0,-1 0 0,-1 0-1,-1 0 27,0-1 0,-1 0 0,27 0 1,-4-5-1,-4 3-15,3 2 0,11 0 0,-34 1 0,2 1 0,2-1 0,1-1 13,1 2 0,-1 0 1,-2 0-1,0 0 0,-1 1 1,-1 0-1,-1 0 1,0-1-8,-2-2 1,0 1-1,26 1 1,-2-4-1,-4 4-7,0 1 0,6-1 0,-27-1 1,2 1-1,3-2 0,0 1 6,1 1 1,1-1 0,-1-1 0,0 0-1,-3 1 1,-1 0 0,1 0 0,-2 1-11,38 0 1,-11-4 0,2 1 0,-2 1 6,0 2 0,-25 1 1,1 0-1,2-1 0,2 0 1,2 0-1,1-1 9,1 0 1,-1 0 0,-1-1 0,0 1 0,-2 2 0,0 0 0,-2 0 0,0 0-10,1 1 1,-1-2-1,-2-1 1,0 0 0,2 0-1,1 0 1,0 0 0,1 1 6,4 0 1,1 0-1,3 1 1,2 0-1,5 0 1,0 0 0,-1 0-1,-2 0-82,-3 0 1,-2 0 0,-2 0 0,0 0 0,-1 0 0,0 0-1,3 0 1,2 0 32,2 0 1,2 0 0,0 0 0,0 0 0,3 0 0,-1 0-1,-2 0 1,-3 0 17,-3 0 1,-1 0 0,-2 0 0,0 0-1,0 0 1,1 0 0,1 0 0,2 0 79,1 0 1,2 0 0,1 0 0,2 0 0,1 0 0,1 0 0,0 0 0,0 0-17,-1 0 1,-1 0-1,-9 0 1,-1 0 0,-1 0-1,0 0 1,-3 0 0,1 0 16,0 0 1,2 0 0,3 0 0,0 0 0,4 0 0,0 0 0,-1 0 0,0-1 58,-6-1 1,-1-1-1,-4 3 1,-1-1-1,32-5 1,-6 2 21,-4-1 0,-12 0 1,2 2-1,-4-3-36,-2-2 0,4 6 0,-4-4 0,-1 1-163,-2 1 1,-9 0 0,-4 4-1,-5 0-989,-4 0 1049,-3 0 0,-12-5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2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19805 2720 8333,'-20'-2'-39,"2"-2"1,4-4-1,1-3 177,-1 2 1,7 5 0,3 8 55,2 5 1,7 10-1,0 6 1,3 5-51,2 4 0,0-1 1,0 4-1,-1-2-184,1 1 0,2 1 0,0 1 0,-2-2-177,-1 1 1,-5 2 0,3-8 0,-1-2-573,-3-1 1,-1-8-364,-2-2 1152,0-9 0,-6-21 0,-2-10 0</inkml:trace>
  <inkml:trace contextRef="#ctx0" brushRef="#br0" timeOffset="1">19726 2825 8266,'-16'-19'-74,"3"-3"0,-3 3 0,9 0 0,0 1 321,2 1 1,4-1 0,2 5-1,4 1-65,3 4 0,10-3 0,4 6 0,3-1-47,1 0 0,6 2 1,3 4-1,3 1-68,1 3 0,1 5 0,-2 9 0,-2 5-114,-1 6 0,-7 0 1,0 6-1,-7 2 21,-2 1 1,-7 1-1,-8 1 1,-4-2 35,-4-3 0,-9 6 1,-10-6-1,-7-2 125,-5 1 0,-1-11 0,-2 3 0,1-2-36,1-4 0,0-5 0,6-8 1,1 0-147,4 1 0,-1-5 0,6 1-251,-1-3 0,4-6 1,8-4-270,5-3 1,8-1 0,5 0 566,2 0 0,14-6 0,3-2 0</inkml:trace>
  <inkml:trace contextRef="#ctx0" brushRef="#br0" timeOffset="2">20186 2851 7959,'-13'13'0,"1"0"9,3 0 1,4 2 0,5 1 0,1 2 326,3-2 0,8 3 0,7-2 0,3-2-351,6-5 1,-2-4-1,5-6 1,-4 0-21,0 0 1,-1-3 0,0-4 0,-1-7 82,-3 0 1,-3-7-1,-6 1 1,-1-2-174,-4 0 1,-2 6 0,-6-3 0,0 2 102,0-1 1,-6 1 0,-2 3 0,-5 1 196,-5 0 0,2 4 0,-4 2 0,-1 1-39,1 3 1,-1 2 0,-2 1 0,1 0-58,-1 0 0,4 1 0,1 2 0,5 3-129,4 1 1,2 1 0,4 2-115,-1-1 0,5-2 0,8 2 0,4-5-117,5-2 1,-2-2 0,4 0-1,0 0 118,1 0 1,-4 0 0,4-2 0,-2-1 102,-3-1 0,-2-5 0,0 3 0,-1 0 91,0 0 1,0-2-1,0 2 1,-1-1 119,-3-4 0,2 4 0,-3-2 45,-1-1 0,0 3 6,-3-2 0,-2 5 411,2-5-337,-2 6 1,-2-1-145,0 8 1,0 3 0,0 6-1,0 1-63,0-1 0,0 0 1,0 1-1,1 2-20,4 2 0,-4 4 0,5-5 0,-2 1-86,1 1 0,3-4 1,-3 2-1,-1-4-93,2-4 0,-3 1 0,6-5 22,1-3 1,-3 0 0,0-4-1,1-3-40,-1-9 1,-4 0 0,3-8 0,-2-1 97,1-2 0,3-1 0,-2 1 0,0 3 98,0 4 1,0-1 0,-3 2 285,1 1 1,6 7-263,-1 5 1,-2 9 0,2 7 0,0 6-123,-2 2 1,5-2 0,-3 2 0,2-1-67,2-3 1,0-3-1,1-3-35,-1-1 1,0-6 0,0 1 0,0-2 49,0-2 0,-4-7 1,-2-5-1,-1-6 77,-3-2 0,3-2 0,-2-4 0,-1-2 56,-1-3 0,-2 2 0,-2-6 0,-2 0 96,-5 2 0,2-4 0,-1 5 1,1-2-72,0-2 1,2 8 0,-2 2 0,1 3 970,3 2-882,-4 2 1,4 12-1,-4 4 1,1 6-42,3 6 1,2 2-1,1 4 1,0 1-37,0 1 1,0 7 0,0-4 0,0 2-89,0 0 1,0-4-1,0 2 1,1 0-24,4 1 1,-4-5 0,3 3 0,-1-2 35,2 1 1,-4-1 0,4-3 0,-3-3-11,3-2 0,-4 3-74,4-4 0,-2 0-4,1 1 0,-3-8 0,5 0 0,-1-5 20,-1-3 0,5-2 1,-5-4-1,1 0 29,0 0 0,3-1 1,5 1-1,0 0 38,0 0 0,0 0 1,0 1-1,0 2 23,1 1 0,-1 5 0,0-3 1,0 1 8,0 3 0,0 1 0,0 4 4,1 2 0,-7 3 0,-3 7 1,-2 0 63,-2 4 0,-2-2 0,-2 4 1,-6 1 70,-6-1 0,-3-4 0,-5 2 0,2-4 75,-1-1 1,-2 1-1,0-3 1,2-1 60,1-1 1,6-6-439,-1 2 1,8-5-1,6-5 1,7-5-193,9-6 1,6 0-1,8-6 1,-1-1-121,0-2 0,5-2 1,-1 1-1,0-2 84,-3-2 0,0 2 0,-3-4 1,-2 1 250,-4 1 1,-4-2 0,-2 2-1,-3 0 352,-5 0 1,-2 3 0,-2 0 0,0 1 511,0 0 0,-2 5-287,-2 4 1,-3 10-1,-5 8-101,3 11 1,3 8-1,6 11 1,0 4-61,0 3 1,0 1 0,0 1 0,0-1-239,0 1 0,5-1 1,1 0-1,1-1-140,3-3 0,-3-3 1,2-7-1,1-1-145,2-2 0,1-12 0,0-2 0,0-5-103,1-3 1,-3-1 0,-1-5 0,-1-7-5,1-7 1,1-5 0,-1-2 0,-1 1 128,1 0 1,-4 0 0,-1-1 0,0 3 278,-1 2 0,1-2 0,-5 7 167,0 1 1,0 4 126,0 8 0,0 11 0,0 15-185,0 3 1,0 2-1,0 3 1,1-1-311,3-4 1,4-1 0,5-6-1,0-3-201,0-5 1,2-4-1,2-6 1,4-2-711,-1-2 1033,5-4 0,-5-16 0,7-4 0</inkml:trace>
  <inkml:trace contextRef="#ctx0" brushRef="#br0" timeOffset="3">20751 3390 8220,'-9'-6'-92,"0"-3"1,2-3 233,-2-1 1,3 7 0,8 8 239,2 9 1,-1 8 0,6 8 0,1-1-75,2 0 0,-3 6 0,-1 2 1,1 1-271,-2 0 1,4-6-1,-6 2 1,1-2-37,0 2 1,3-5 0,-5 0 0,-1-5-311,-1-2 1,-2-9 0,0 3-620,0-1 0,0-8 264,0-4 1,0-7-1,-2-9 663,-2-2 0,-4-5 0,-5 2 0</inkml:trace>
  <inkml:trace contextRef="#ctx0" brushRef="#br0" timeOffset="4">20725 3665 7930,'-14'6'-562,"1"-4"0,0 2 1183,0-2 0,4-2-261,0 0 1,8-2-306,1-2 1,1 1 0,8-4 0,3-1 0,4 1 1,-1 3 0,4-4-1,-2 1-62,1 0 1,1 4 0,-3-3 0,1 2-63,-1-1 1,-1 1 0,-2 5 108,0 4 1,-1-2 0,-2 5-1,-3 3-29,-1 0 0,3 2 0,-3 0 1,1 1-26,3-1 0,-3 0 0,2-1 0,1-2-163,2-1 1,1-7 0,0 3 141,0-4 1,1-1-1,-3-1 1,-2-4 81,-5-3 0,-2-4 1,-2-1 49,0 0 0,-6 1 1,-4 2-1,-5 3 100,-2 1 1,-1-3 0,5 5 0,-2 1-92,-2 1 0,7 2 1,-3-1-453,1-4 0,2 2 21,1-5 1,9 3-1,9-2 1,4 0 84,4-1 1,4 0 0,4-7 0,-2-1 95,-1-2 0,-2 0 1,2 1-1,-3-2 141,0-1 1,-9 0 0,3-2 0,-2 3 185,-4 0 1,-1 4-1,-6-2 1,0 2 170,0 2 0,0 4 1,-2 2-1,-1 0 925,-1-1-728,-6 5 1,4-1-292,-3 8 1,3 4-1,6 6 1,2 4-160,2 4 0,-2 2 1,4 3-1,-2 0-209,0 4 1,6-2-1,-2 6 1,-1 0-147,-3-1 0,2 0 1,-1-5-1,-2 1-389,-2 0 1,3-3 0,1-2-1409,-2-3 1810,-2-3 0,-1-19 0,-1-7 0,-2-9 247,-2-5 0,-5 4 0,3-4 1,-2 2 150,0 3 1,6 2 0,-2 0 0,0 1 207,1 0 1,0 0 0,4 0-141,0 0 0,1 0 1,3 0-1,5-1-188,3 1 1,2 2 0,2 0-1,3 3-50,2-3 1,-4 0-1,5-1 1,2 2 48,0 1 0,-2 0 0,-1-2 0,-2 0 10,-3 3 0,-2 5 1,-2-3-1,-2 1 373,-1 1-257,-6 0 1,1 4-101,-8 0 1,-2 1-1,-4 2 1,3 3 2,1 1 0,-3-2 0,3 2 0,0 0-72,0 1 0,1-4 0,2 5-77,-2 1 0,1 2 0,4 1-189,0 0 1,0-4 124,0-1 0,0-3 80,0 3 0,1-5 0,2 0 65,2-6 1,3 0 0,-2-5-1,2-2 17,2-2 1,-3 0 0,2 2 0,0 1-41,-2-1 1,5-2-47,-4-1 0,4 6 1,1 2-153,0 4 1,-4-3 109,0-1 1,-5 1 0,3 2 60,-1-2 1,3-3 0,-5-6 77,-1-1 0,0 1 1,0 0-1,2-1 12,-3-4 0,0 2 1,-2-6-1,0 0 71,0 2 1,0-4 0,0 5-1,0 0 393,0 0 0,0 2 46,0 4 0,4 7 1,1 7-272,-2 11 0,2 7 0,0 9 1,-1 2-140,2 6 1,-5-4-1,5 0 1,-1-2-138,-1 1 0,2 0 1,-3-6-1,1-2-3558,-1-1 3557,-1-6 0,3 3 0,3-6 0</inkml:trace>
  <inkml:trace contextRef="#ctx0" brushRef="#br0" timeOffset="5">21893 3350 8100,'5'-13'-199,"1"0"1,1 0 157,3 0 0,8-1 0,4 1 1,2 0 141,3 0 1,0 0 0,2-2 0,2-1-72,-2-1 1,-5-1 0,-4 7-1,-2 0-811,-7 3 781,2 5 0,-5-3 0,5 6 0</inkml:trace>
  <inkml:trace contextRef="#ctx0" brushRef="#br0" timeOffset="6">22550 2851 8327,'-13'1'164,"0"4"0,5 4 0,4 8 0,3 5 393,1 3 0,0 5 0,0 3 0,1-1-370,3 0 1,5-2 0,7-3 0,3-2-100,2-4 1,2-2 0,6-7 0,2-3-266,-2-5 0,3-4 0,-1-4 0,-1-5 108,3-3 0,-7-7 0,0-1 0,-7-2 48,-4 0 1,-8 6-1,-3-1 1,-2 2-7,-2 2 1,-8 1-1,-5 3 1,-7 5-98,-5 3 1,2 1-1,-2 0 1,-3 1-120,1 3 1,3 4 0,4 5 0,1-1-290,3-4 0,1 4 0,3-3 532,4 2 0,-4 3 0,5-1 0</inkml:trace>
  <inkml:trace contextRef="#ctx0" brushRef="#br0" timeOffset="7">22865 2798 7879,'0'-13'0,"0"0"94,0 0 1,5 0 0,-1 0 0,0 1 325,2 3 1,-3-1 0,6 6-214,1 1 0,2 3 1,-1 4-1,0 5-8,-3 3 1,1 1 0,4 1 0,-1 2-189,-3 2 1,1 1 0,-4-3 0,1 0-186,3-4 1,-4 1 0,0-6-37,0 0 0,1 4-80,6-7 1,-1-1 0,-2-7 0,-3-5 78,-1-3 0,3-3 0,-3-2 0,0-3 301,0-1 0,-1-4 1,-2 5-1,3-1 182,1 4 1,-4 2-1,3 4 189,0 2 0,-3 4 0,4 11 68,-1 7 1,3 6 0,-5 8 0,1 0-285,0 4 0,-3-3 1,4 2-1,-2-2-350,0-2 0,5 1 1,-4-2-1,-2-4-548,-2-3 0,0 1 1,2-2-1085,2 0 1737,-1-3 0,2-1 0,1 0 0</inkml:trace>
  <inkml:trace contextRef="#ctx0" brushRef="#br0" timeOffset="8">23522 2562 8206,'7'-6'-57,"3"-1"1,-4-6-1,2 1 226,2 3 1,-3-2-1,2 3 86,1 1 0,2 1-115,1 6 0,-4 0 0,-2 2 0,-1 2 73,-3 5 0,-2 2 0,-1 4 1,0 1-67,0 2 1,0 5 0,2-1 0,1 3-33,1 1 1,0 0 0,-4-1-1,0-2-113,0-1 0,0-1 0,0 1 0,0-5-160,0-2 0,0-2-45,0 0 1,0-7-42,0-6 1,-4-10-1,0-8 156,1 2 0,0-4 0,0-2 1,-3-3 64,-1-1 0,4-1 1,-2 1-1,4 0 12,1-1 0,0-3 0,0-1 0,0 2 34,0 1 1,0 2-1,1 0 1,4 1 0,3 3 1,4-1 0,1 4 0,0 0-11,1 0 1,-1-3 0,-2 4 0,0 2 60,-3 2 0,1 2 0,3 2 0,-2 2 200,-1 3-244,-6 0 0,4 5-38,-3 0 1,-2 2 2,2 2 1,2 3-1,0 5-14,1-3 1,-4 2 0,3-3 0,-2 0 0,1 1 1,-1 0 0,-4 4 0,0 0-11,0 0 0,0 1 0,0-1 1,-1 0-8,-4 0 0,4 0 0,-4 0 0,4 0-82,1 1 0,-5-1 57,1 0 0,6-2 1,6-2-1,5-4 54,5-4 0,-2 3 1,6 1-1,1-2 169,2-2 0,-3-1 0,0 2 0,0 1 54,-2 1 1,-1 6 0,-7-1 0,-2 3-65,-1 1 0,-6 0 1,1 0-1,-4 2 34,-4 2 1,-8-1-1,-8 5 1,-4-1-71,-3 1 0,-4-4 0,2 3 1,-2-1-140,2-2 1,-2-3 0,3-2 0,5-2-481,3-1 1,2-6-97,5 1 0,9-2 1,7-4-444,8-2 0,10-4 1040,-4-5 0,12-6 0,-1-1 0</inkml:trace>
  <inkml:trace contextRef="#ctx0" brushRef="#br0" timeOffset="9">24021 2417 7645,'9'0'-19,"0"0"1,-7 6 0,4 2 0,-1 0 201,-1 1 0,0 0 1,-2 4-1,1 0-199,1 0 0,1 0 0,-5 0 0,1-1-238,3-3 0,-2 3-11,2-4 0,-1-2 265,1-1 0,4-4 0,5-1 0</inkml:trace>
  <inkml:trace contextRef="#ctx0" brushRef="#br0" timeOffset="10">24113 2155 8199,'0'-14'0,"0"1"0,0 0 0,0 0 0,0 0 0</inkml:trace>
  <inkml:trace contextRef="#ctx0" brushRef="#br0" timeOffset="11">24179 1918 8368,'0'9'143,"0"0"1,0-1 0,0 7 163,0 3 1,0-4 0,0 5-1,0 0-204,0 3 0,0 3 0,1 1 0,2 2-76,1 2 0,5-2 0,-5 3 0,-1-2-76,-1 2 0,2-4 1,1 3-1,-2-6-155,-2-2 1,3-1 0,1 2-1,-2-2-274,-2-2 0,-1-6 0,2-6-200,2-1 0,-3-3 511,4-8 0,-4-2 0,-1-6 95,0 0 1,0 0 0,-1 0 0,-2-1 495,-1 1 1,-1 0 254,5 0 1,-4 0-449,-1 0 0,1 0 0,5 1 0,2 2-108,2 1 0,5 0 0,-1-4-99,2 0 0,3 0 0,-1 1 0,0 2-76,0 1 0,0 5 0,0-4 0,0 3-243,0 2 0,-5 3 284,-4 4 0,-2 5 1,-2 7 81,0 1 0,0 1 0,0-5 1,0 0-19,0 0 1,4 0-1,2 1 1,1-1 149,3 0 0,2-4 0,1-1 1,0 1 9,0-2 0,1 5-415,-1-3 1,-6 3-1,-4-1-108,-6-2 0,-6 3 0,-7-4 0,-1 3-469,1-3 779,1 4 0,-4-5 0,-1 6 0</inkml:trace>
  <inkml:trace contextRef="#ctx0" brushRef="#br0" timeOffset="12">24494 2404 8338,'-2'-9'507,"-2"1"-507,-3 5 0,-6-3 0,-1 6 0</inkml:trace>
  <inkml:trace contextRef="#ctx0" brushRef="#br0" timeOffset="13">12569 13611 8200,'0'-13'-347,"0"0"1,-2-5 0,-1 1 0,-1 1 450,1 1 0,2 6 1,1 0-1,0-1 98,0-1 1,1 2 0,3 0-130,5-1 0,3 0 0,1-1 0,0 4 51,0 1 0,0-3 0,0 5-46,1 1 1,-1 2 0,0 2-7,0 4 1,-4 8 0,-2 7 0,-1 3-4,-3 4 1,-2-2 0,-1 11-1,0 3-6,0 4 0,0 2 0,0-1 1,0 4-12,0 3 1,-1 2 0,-2-1 0,-1 1-12,1-1 0,-3-1 1,1-1-1,1-3-30,-2-2 1,3-1 0,-4-6 0,0-2-72,-1-1 0,5-6 0,-1 2 1,3-5 42,1-4 0,0-3 0,0-6 0,1-1 2,3-3 1,1-2-1,6-4 1,4 1 9,0-1 1,5-1-1,2-2 1,3 0-36,1 0 0,6 0 0,5-2 0,4-1-23,2-1 1,8-5 0,2 3 0,7-1 39,4-3 0,6 3 0,0-2 0,-3-1 15,-4-2 0,-5 3 1,-4 2-1,0 0 4,-1-1 0,1 4 0,-10-3 0,-1 1 6,3 3 1,-1-3 0,3 2 0,-3 1-5,0 1 1,-4 2-1,5-1 1,-3-2 11,1-1 0,-2-2 0,-7 3 0,-4-2-6,-3 2 0,-3-2 0,-5-1 0,-5-1 54,-5-4 1,-3 4 0,3 0-1,-2-1-4,-3 1 0,0-2 0,-5-4 0,0 0 32,0 0 1,0 0-1,0 0 0,0 0-56,0-1 0,0 0 0,0-2 0,0-3 4,0-2 0,0 4 1,0-5-1,0 0-22,0 2 0,0-8 0,0 4 0,0 1-10,0-2 0,0 0 0,0-2 0,0-2 36,0-2 1,0 5 0,0 4-1,0 0 31,0 1 1,-2-2 0,-1 6 0,-1 0-32,1 3 1,0 1-1,0 0 10,-1-1 1,-6 1-35,1 0 0,-3 0 0,-1 1 0,-1 2-63,-4 1 1,2 6 0,-7-2 0,-4-1 24,-2-3 1,-13 3-1,-3 0 1,-11 2 18,-9 0 1,-7-5 0,32 6 0,0 0 0,-1 0 0,0 0 2,0 0 1,-1 0 0,0 0 0,-1 0 0,2 2 0,-1 0-1,-1-2 1,0 1-48,0 1 1,0-1 0,-2 0 0,-1-2 0,3 1 0,-1 1 0,-1-1 0,-1 0 56,0 0 0,0 0 0,2 0 0,-1 0 0,4 2 1,1-1-1,-29-2-125,14 1 1,4 1 0,5 2 0,1 0-156,0 0 0,-3 0 0,3 0 0,-2 0-457,-3 0 1,-5 0 728,-2 0 0,1-4 0,2 0 0,-4 1 0,-2 1 0</inkml:trace>
  <inkml:trace contextRef="#ctx0" brushRef="#br0" timeOffset="14">17507 14005 8275,'-31'0'0,"1"1"-189,0 4 0,3-4 0,2 5 0,1 0 245,3 3 0,5 4 1,-2 3-1,5 3 135,4 1 0,3 2 1,6 5-1,0-3-101,0-2 1,12 2 0,7-7 0,9-2-35,7-5 1,8 0-1,6-5 1,2-3-52,1 0 0,-1-2 0,-1 0 0,-5 0-88,-4 0 0,-5-6 0,-11-3 0,-3-1-20,-4 1 1,-10-4 0,-3 2 0,-7-6 59,-6 1 0,-8 2 0,-15-1 0,-6-1 23,-5-1 1,-5-2 0,-5 3-1,-1-3 92,1-2 0,-4 4 1,2-5-1,5-2 70,2 0 1,9-4 0,7-1 0,5-2 14,4 2 1,9-3-1,12 1 1,8 2-136,11 1 1,11 8 0,7 2 0,5 4 9,3 0 1,5 3 0,0 2-1,0 5 56,-1 2 1,-4 4 0,-9 3 0,-4 7-46,-3 4 1,-8 12 0,-4-2-1,-6 3-67,-5 4 0,-4-4 0,-1 4 0,0-1-130,0-2 0,-1-3 0,-2 0 1,-2-3-277,2-2 1,2 2 0,1-7-1,3-2 430,6-5 0,5 2 0,12-5 0</inkml:trace>
  <inkml:trace contextRef="#ctx0" brushRef="#br0" timeOffset="15">18032 14031 8332,'-4'-8'-132,"-1"-1"1,2 6 0,8-2-1,7 3 429,8-3 1,3 4 0,14-4 0,5 2-146,9-1 1,9 1 0,10-6 0,3 1-44,0 0 0,-2-3 0,-6 2 1,-4-3-81,-4-1 1,-16 1 0,-11 2-223,-9 1 1,-9 1 45,-8-5 1,-6 4 0,-12 0-1,-2-1 83,-2-2 0,-4 3 0,3 1 0,0-1 241,0 2 0,2-4 517,4 7-541,6 0 0,2 11 0,10 5 0,3 5 3,4 3 0,3-2 1,1 4-1,1 1-76,-1 2 0,-3-3 1,-2-2-1,-4 1-80,-1-1 1,-2-4-1,-4 2 1,0-4-82,0 0 0,-6-1 0,-4-2 0,-5 0-263,-2-3 1,-1-3-1,5 2 344,0-1 0,0 4 0,0-3 0</inkml:trace>
  <inkml:trace contextRef="#ctx0" brushRef="#br0" timeOffset="16">19280 13769 8542,'-13'-14'-290,"1"0"0,3-2 1,5-2-124,2 2 0,4 2 0,4 0 0,7 1 540,7 0 1,5 4 0,1 2 0,1 1 17,-1 3 1,5-2-1,1 0 1,-2 2-22,-2 2 1,0 1-1,-11 1 1,-1 5-46,-1 7 1,-8 6 0,-2 9 0,-5 3 3,-5 4 0,-8 0 1,-9 1-1,-3 2 22,-1-1 1,-2-7-1,-1 1 1,-1-2-7,0 2 0,7-9 1,4 0-1,3-6 208,4-3 1,11-6-1,5-3-246,12-2 1,13-4-1,8-2 1,4-5-301,3-2 0,-1-3 0,-3 1 0,-1 0-707,1 0 946,-1 0 0,0 0 0,1 0 0</inkml:trace>
  <inkml:trace contextRef="#ctx0" brushRef="#br0" timeOffset="17">19595 13309 8417,'0'-13'-168,"0"-1"0,1 1-293,4 0 0,2 4 0,6 2 0,0 0 432,1 0 1,0 4 0,2-3 0,3 1 61,2 1 1,-4-2 0,5 3-1,0-1 83,-2 1 1,-1 0 0,-6 0 0,1-1 244,-1 1 1,0 1-154,0 2 1,-6 2 0,-2 2 0,-4 5-26,-1 3 1,0 7-1,0 1 1,-1 3-43,-4 4 0,2-4 1,-4 8-1,1-4-50,3 0 0,-3-1 0,2 0 0,1-1-105,2-3 0,1 1 0,0-4 0,0 0-243,0 0 0,0-1 0,0-5-1773,0 0 908,0-6 1122,0-1 0,6-6 0,1 0 0</inkml:trace>
  <inkml:trace contextRef="#ctx0" brushRef="#br0" timeOffset="18">19740 13466 7985,'-15'-4'-583,"-3"0"1,8-5 0,-3 3 1885,1-1-1073,7 4 0,0-3 1,10 5-1,5-2-176,6-2 0,4 1 0,7 2 1,-1-1-292,0-1 0,5 0 1,1 4-1,1 0-1021,4 0 1258,1 0 0,1-6 0,1-1 0</inkml:trace>
  <inkml:trace contextRef="#ctx0" brushRef="#br0" timeOffset="19">19831 13466 8445,'-5'-7'-797,"3"0"0,-4 4 838,0-2 1,5 0 167,-3 0 1,1 4 48,-2-4 1,2 4 15,-5 1 1,-1 0 0,-4 0-90,0 0 1,0 6 0,-1 3 0,1 2-76,0 2 0,4-2 0,2 0 0,0 4-21,-1-1 1,6 1 0,-3 0-65,4 2 1,1-2-1,1 2 1,5-2-79,7-2 0,2-1 1,7-4-1,1-3-59,2-4 1,-2-1 0,0 0 0,2 0 41,-1 0 0,-2-1 1,-1-2-1,-2-3 36,0-1 0,-6-2 1,1-4 23,-9 0 1,-3-2 0,-2-1 0,-3-1 18,-6 1 1,-1 1-1,-12 0 1,-1-1 5,-2-1 1,-1-5-1,-1 3 1,1-2 45,0-2 1,0-2 0,1 0-1,1 2 36,3 1 0,5 0 0,-2-3 1,5 2-8,4 1 0,3 5 0,6-4 0,2 2-30,2 3 0,5 2 0,8 2 0,5 2-49,3 1 1,1 6 0,1-3 0,0 2 22,4-1 0,-8 1 0,4 4 0,-3 2-24,1 2 1,-4 8-1,-4 5 1,-4 1-60,-4 1 0,1 1 1,-5 6-1,-2 2-119,-2 3 0,-2-4 0,-2 6 0,-3-3-244,-1 1 1,-1 0-1,-2-5 1,3-1 411,1-3 0,-4 2 0,2-3 0</inkml:trace>
  <inkml:trace contextRef="#ctx0" brushRef="#br0" timeOffset="20">20225 13466 8423,'0'-13'-193,"2"2"1,2 2 0,5 3 428,3 0 0,7 5 0,3-4 0,4 2 104,4-1 1,0 3 0,3-4-1,1 2-241,-1-1 1,-3 2 0,0-2 0,-4 3-129,-4 1 1,-3 0 0,-6 0-1929,1 0 1100,-7 0 0,-7 0 857,-9 0 0,-3 5 0,-1 3 0</inkml:trace>
  <inkml:trace contextRef="#ctx0" brushRef="#br0" timeOffset="21">20619 13204 8423,'0'-14'-111,"0"1"-122,0 0 1,0 4 873,0 1 0,0 8-316,0 4 1,0 5 0,0 11 0,0 2-121,0 3 1,0-2-1,0 8 1,0-3-141,0-2 1,2 0 0,1 1-1,1-1-303,-1 0 0,-1-4 0,-2-2 0,1 1-220,3-1 0,-2-4 1,2 2 457,-2-4 0,4 0 0,1-1 0</inkml:trace>
  <inkml:trace contextRef="#ctx0" brushRef="#br0" timeOffset="22">20554 13979 7721,'-8'-9'-1113,"6"2"1305,4 1 1,7 1-1,9 5 1,4 0-76,2 0 0,3 0 0,-1 0 0,2 0-8,2 0 1,0-4 0,5 0 0,0-1-17,-2 0 0,1 3 0,-5-4 0,2 2-108,-2-1 0,-7 1 0,-6 3 1,-5-2-658,-2-2 154,-6 1 1,-3 4 517,-9 0 0,-2 0 0,-3 0 0</inkml:trace>
  <inkml:trace contextRef="#ctx0" brushRef="#br0" timeOffset="23">21119 13585 8247,'0'-14'11,"0"1"1,-2 2 0,-1 0 217,-1 3 0,-1 6-35,5 2 0,0 8 0,0 9 0,0 6 5,0 7 0,0 3 0,0 7 0,0-1-98,0 0 1,0 1 0,0-1-1,0-1-79,0-3 0,0 0 1,2-7-1,1-3-346,1 0 0,1-5 0,-5 1-241,0-3 1,0 0 564,0-5 0,5 0 0,3 0 0</inkml:trace>
  <inkml:trace contextRef="#ctx0" brushRef="#br0" timeOffset="24">21486 13769 8323,'0'-14'-383,"0"1"1,2 0 0,2 0 184,5 0 1,3 6 197,1 2 0,0 4 0,0 1 0</inkml:trace>
  <inkml:trace contextRef="#ctx0" brushRef="#br0" timeOffset="25">21486 13966 8187,'-13'0'-440,"6"0"0,2 0 0,11 0 0,6 0 305,4 0 135,7 0 0,-2-6 0,5-2 0</inkml:trace>
  <inkml:trace contextRef="#ctx0" brushRef="#br0" timeOffset="26">22195 13493 8441,'0'-13'-536,"0"4"1,0 0 457,0-1 1,0 7 385,0 7 1,0 5 0,0 13 0,0 1-147,0 2 0,5 3 0,-1 1 0,1 2-214,0-2 0,-3-1 0,2-2 0,-2 0-454,-2 0 1,4 4 505,0-4 0,7 3 0,-4-8 0</inkml:trace>
  <inkml:trace contextRef="#ctx0" brushRef="#br0" timeOffset="27">22432 13545 8495,'4'-13'-60,"1"0"1,5 0 0,-1 1 0,2 2-239,2 1 0,2 6 0,1-1 1,2 2 478,-2 2 0,-2 2 1,-2 2-1,-2 5-114,-1 3 1,-6 5-1,1 2 1,-2 2-48,-2 2 0,-6 2 0,-3 1 0,-3 0 65,-1 1 0,-1-1 0,-2-1 0,-2-2 32,2-1 1,3-2 0,3 2 0,2-4 176,2-4 0,2-5-202,4 0 0,7-6 0,7 1 1,6-2-238,5-2 0,3-2 1,2-2-1,4-3 145,-1-1 0,11-9 0,-3 2 0</inkml:trace>
  <inkml:trace contextRef="#ctx0" brushRef="#br0" timeOffset="28">22931 13388 8300,'6'-9'0,"3"0"-343,2-1 1,2 0 0,0 1 0,1 4 394,-1 4 0,0 1 0,0 0 0,0 1 263,0 4 1,0 4-1,1 7 1,-1 3-72,0 1 0,0 6 1,-1 5-1,-4-2-142,-3-1 1,1-2-1,-2 0 1,-1 1-54,-2-1 0,-1 0 0,0-1 1,-1-2-363,-4-1 0,-2 0 0,-6 3 1,-2-3-1240,-2-4 1552,2-4 0,-9 5 0,3 2 0</inkml:trace>
  <inkml:trace contextRef="#ctx0" brushRef="#br0" timeOffset="29">22905 13755 8516,'-5'-13'79,"1"0"1,0 0-1,5 1 146,3 4 0,5 2 1,9 6-1,5 0-323,6 0 0,0-5 0,6 1 0,2 1-1560,1 2 1658,1 1 0,1 0 0,-1 0 0</inkml:trace>
  <inkml:trace contextRef="#ctx0" brushRef="#br0" timeOffset="30">17389 15253 8237,'-9'0'-442,"2"-1"334,1-4 1,0 4 0,3-5 145,-1 0 1,-2 5-1,3-5 39,-2 0 1,1 3-97,4-6 1,2 5 0,2-3 32,5 1 0,-3 0 1,-1 3 72,1-1 1,-3-1 0,4 4 123,-1-4 0,4 4 18,-1-3 0,-1 2-129,0 2 0,-3 6 0,2 3 0,-1 2-41,-3 3 1,3 5-1,-2 2 1,-1 3-87,-2-2 1,-1 3 0,0-4 0,0 6-148,0 3 0,0-2 0,0 3 0,0-5-59,0-4 0,0 1 0,0-5 0,0-2-241,0-2 0,0-5 1,2-1 473,2-3 0,9-6 0,8-6 0</inkml:trace>
  <inkml:trace contextRef="#ctx0" brushRef="#br0" timeOffset="31">17769 15214 8237,'0'-13'498,"0"-1"-235,0 7 1,0 9 0,0 9 0,0 8-65,0 6 0,0-2 1,0 8-1,0-2-138,0 2 0,0-3 0,0 4 0,0-3-328,0-3 0,2 3 1,1-7-1,1 2-185,-1-2 0,0 1 0,0-6 0,3-2 452,1-5 0,2 2 0,4-5 0</inkml:trace>
  <inkml:trace contextRef="#ctx0" brushRef="#br0" timeOffset="32">18216 15411 8278,'13'-6'-11,"0"-3"1,0 2 0,1 0 0,-1 1-1,0 3 0,6-3 1,3 2-1,2-1 133,3-1 0,3 5 1,1-3-1,-2 1-72,-1-2 0,-2 4 0,-1-4 0,-3 4 38,-5 1 1,-2 0-600,-2 0 511,-6 0 0,-7 6 0,-7 1 0</inkml:trace>
  <inkml:trace contextRef="#ctx0" brushRef="#br0" timeOffset="33">19451 15319 8216,'1'-9'-51,"2"0"0,3-1-91,1-2 0,2 4 0,4-1 1,0 0 96,0 2 1,2-3 0,1 5 0,1 2 71,-1 2 1,-1 1 0,-2 0 0,-1 1 11,-3 4 0,-4 3 0,-5 10 0,0 4 30,0 3 1,-11 5 0,-7 2-1,-5 2 81,-3 3 0,-2-4 1,-1 1-1,-2-1 16,2 1 1,6-5-1,2 0 1,4-4 84,5-3 0,6-6 0,12 0-86,7-6 0,12-4 0,10-6 0,1 0-136,-1 0 0,3-6 0,-3-1 0,2-2-207,-2 0 1,-3 2-1,-6-3 1,1 3-589,-1 1 0,-6 1 766,-2 5 0,-4-5 0,-1-3 0</inkml:trace>
  <inkml:trace contextRef="#ctx0" brushRef="#br0" timeOffset="34">19753 14820 8134,'0'-14'-226,"0"6"0,0-1 1,0-1 64,0-2 0,0 3 0,0 1 340,0-3 1,0 0 93,0-3 1,1 7-146,3 3 1,-2 5 0,2 7 0,-2 6-46,-2 5 1,0 3 0,0 4 0,0 1-147,0-1 1,0 3 0,0-1 0,0-3-127,0-1 0,0 0 1,0-2-1,0-3-146,0 0 0,0-5 0,0 4 335,0-4 0,0-1 0,0 1 0</inkml:trace>
  <inkml:trace contextRef="#ctx0" brushRef="#br0" timeOffset="35">19871 14754 8063,'7'-6'229,"-2"6"1,-4 7-256,-1 5 0,1 3 0,2 2 0,2 5-108,-2 3 0,0-3 0,-1 0 0,3 1-1015,-2 2 1149,-2-5 0,5 5 0,1-4 0</inkml:trace>
  <inkml:trace contextRef="#ctx0" brushRef="#br0" timeOffset="36">20120 14977 7808,'14'0'-265,"-1"0"1,0 0 0,0 0 0,0-1 292,0-4 1,0 4 0,2-3 0,1 2-6,1 2 1,5 0 0,-3 0 0,2 0-24,2 0 0,2-6 0,1-1 0</inkml:trace>
  <inkml:trace contextRef="#ctx0" brushRef="#br0" timeOffset="37">20488 14728 8134,'-7'0'584,"1"0"0,6 1-422,0 3 1,0 8-1,0 7 1,0 0-195,0 0 1,1 4 0,2-1 0,2 3-224,-2 1 0,2 1 0,0-2 0,-2-2-572,-2-1 827,5-6 0,1 9 0,7-5 0</inkml:trace>
  <inkml:trace contextRef="#ctx0" brushRef="#br0" timeOffset="38">20698 15293 8162,'-6'-2'17,"6"-2"0,6 2 0,9-4 0,2 2 120,5 0 0,3-2 0,3 3 0,2-3-158,5-1 1,8 4 0,1-3 0,-4 2-91,-3-1 0,-1 1 0,-5 4 1,-3 0-896,-5 0 1006,-10 0 0,5-6 0,-4-1 0</inkml:trace>
  <inkml:trace contextRef="#ctx0" brushRef="#br0" timeOffset="39">21237 14977 8162,'7'-7'699,"3"3"-486,-5 8 1,0 8-1,-2 7 1,2 2-64,-2 7 1,-2 0 0,-1 6 0,0-1-313,0 1 1,0-1 0,0 4 0,0-2-198,0 1 1,0-2 0,0-1 0,0 0-482,0-4 840,0-2 0,6 0 0,1-1 0</inkml:trace>
  <inkml:trace contextRef="#ctx0" brushRef="#br0" timeOffset="40">21736 15174 8128,'6'-13'-856,"2"0"856,4 6 0,7-5 0,1 5 0</inkml:trace>
  <inkml:trace contextRef="#ctx0" brushRef="#br0" timeOffset="41">21788 15345 7394,'13'0'-1066,"1"-1"1066,-1-4 0,12-2 0,2-6 0</inkml:trace>
  <inkml:trace contextRef="#ctx0" brushRef="#br0" timeOffset="42">22287 14977 8083,'-5'-19'-335,"3"5"1,-2-4-1,2 4 426,2 0 260,0 1 0,0 7-123,0 6 1,0 8 0,2 9 0,1 5-69,1 3 1,2 3-1,-3 1 1,1 3-71,-1 2 1,0-1 0,0 4-1,1-4-181,-1-1 1,-1-1 0,-2-5 0,0-1-167,0-3 1,4 1 0,0-5-1,-1-2-235,-1-1 0,-2-7 492,0 1 0,6-6 0,1 3 0</inkml:trace>
  <inkml:trace contextRef="#ctx0" brushRef="#br0" timeOffset="43">22616 15004 8097,'-2'-14'-28,"-2"1"1,1 6-1,-4 4 1,1 7 212,3 10 0,1 0 0,2 8 1,0 1-85,0 2 0,2 6 0,2 0 0,7-4-61,5-3 1,4-1 0,6-6-1,2 0-67,3-3 1,2-2 0,7-3 0,-1-5-54,0-3 0,1-2 0,-2-3 1,-3-5 54,-5-3 0,-3-2 0,-7-3 0,-5-1 25,-5-3 1,-7-5 0,0-5-1,-6 2 56,-6 1 1,-8 2-1,-5-2 1,-5 0-3,-3 2 1,1-2 0,-5 11 0,0 1-71,1 1 1,4 8 0,-2 3 0,5 2-298,4 2 0,0 2 0,7 3 313,4 9 0,6 5 0,0 7 0</inkml:trace>
  <inkml:trace contextRef="#ctx0" brushRef="#br0" timeOffset="44">23194 14938 8114,'-9'-10'4,"0"-4"1,6-2-1,-1 3 1,2 0 137,2 0 0,2 1 0,2 4 0,5 3-227,3 4 0,1 1 0,0 0 0,0 0-7,0 0 0,0 6 0,0 2 1,1 4 39,-1 1 0,-2 0 0,-2 2 0,-5 2-28,-2 5 0,-2 3 0,-2 1 0,-2 2 110,-5 3 1,-2-3 0,-2 2 0,-1-2 87,1-2 1,0 0 0,1-1 0,2-3 330,1-4 0,7-4-303,-3-1 0,11-5 0,6-4 0,5-4-158,4-4 0,1-2 0,4-4 1,0 1-340,0-1 1,5-2 0,0-1 350,-2 0 0,-1 0 0,-2-1 0</inkml:trace>
  <inkml:trace contextRef="#ctx0" brushRef="#br0" timeOffset="45">23627 14820 8166,'-6'-14'-45,"5"6"1,-4-1 0,4-1 120,1-2 1,0-1 0,1 1 0,4 2 41,3 1 1,9 5-1,1-3 1,3-1-92,2 1 1,2 4-1,1-1 1,1 2-76,-1 2 1,-1 0 0,-2 0-1,-3 0-81,-1 0 0,-3 6 1,-5 3-1,-4 4 66,-1 4 0,-3 2 0,-6 5 0,-3-2 57,-1 1 1,-1 2-1,-2 1 1,3 0 7,1 1 1,2-1-1,4-1 1,1-2 29,3-1 1,4-4 0,6 2 0,2-1 50,2-3 0,4 3 0,-5-1 0,-1-4 127,-1-4 1,-6 2-1,-2-3 59,-1 2 0,-9 3 0,-10-3 0,-9-1-117,-7-1 0,-5 0 1,-7 4-1,-1 0-182,-2 0 0,-4-4 1,3 0-1,1 1-465,3 2 0,0-3 1,11-1 494,1 3 0,-5 0 0,0 2 0</inkml:trace>
  <inkml:trace contextRef="#ctx0" brushRef="#br0" timeOffset="46">22117 15792 8202,'-13'0'173,"-1"0"1,9 0 0,6 0 0,11 0-199,8 0 1,17 0-1,8 0 1,10 0 40,11 0 1,-27 0 0,2 0-1,8-1 1,1 0 0,8 0 0,3-2 17,6-1 1,3-1 0,2 0-1,2 0 1,-24 2 0,1-1 0,-1 1-1,24-2 1,-2 1-148,-5-1 1,-1 0-1,-3 1 1,-2 0 0,-2 1-1,-1-1 1,0 1-1,1 0 37,1 2 1,-2-1 0,-9 2 0,-2-1-1,-1 1 1,-1 0 0,25 0-582,-16 0 0,-8 0 657,-6 0 0,-7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2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15077 14018 8329,'0'-13'-808,"2"1"560,2 4 0,-1 2 0,6 6 257,1 0 1,-3 0-1,2 0 75,1 0 1,2 0 0,1 1 34,0 4 0,0 0 0,0 4 0,0-3-45,1 0 0,0-5 0,2 5 0,3-1-47,2-1 0,1 2 0,4-3 1,2 1-51,2-1 0,4 3 0,7-2 1,2-1 25,6-1 1,3 2-1,5 0 1,6-1 17,5-1 0,4 2 0,-35-2 0,0 0 0,33 1-3,-3-1 1,-1-1 0,0 2 0,-1 2 8,1-2 1,0-2 0,2-1-1,5 0-26,-34 0 1,1 0 0,6 2 0,0 0 0,-1 1-1,1-1 1,-2-1 0,1 1-3,-3-1 1,0-1 0,-4 0 0,0 0 0,36 2 0,-36-1 0,-1 1-5,36 2 0,-34-2 0,1 0 0,-1-1 0,0 0 0,4 0 1,1 1-27,1 0 0,0 0 0,2 1 0,1-2 0,-2 0 0,0-2 0,-3 1 0,-2 0 40,-2 0 1,0 0 0,-1 1 0,0 0 0,35 2-1,-35-1 1,1 0-8,3 0 0,1-1 0,1 0 1,1 0-1,1-1 0,1 0 1,0 0-1,1 0-1,0-1 0,0 2 0,-1 0 1,0 2-1,-5-1 0,-1 0 1,-4 0-1,0-1-2,32 1 1,2-1 0,-32 0 0,0 1 0,2 0 0,2 0 3,3 0 0,0-1 1,2 0-1,-1 0 1,-2-1-1,1 1 1,-2 1-1,-1-1 2,-1 1 1,-1 1 0,-2 0 0,0-1 0,32 1 0,-4 3-20,2 1 1,2-4 0,-30 0 0,0 0-1,1 0 1,1-1 3,0 0 1,1 0 0,0 0 0,0 0 0,-5-1-1,-1-2 1,37 1-3,-5 0 0,-3 2 0,-3 1 0,-1 1 6,-2-1 1,6-1 0,-29-2 0,1 0-1,3 0 1,0 0-6,1-1 1,1 2-1,-2-1 1,-1 1-1,32 2 1,-3 1 0,-5-1 0,-3-1 0,-8-2 0,-3 1 8,0 3 1,6-2 0,6 2-1,4-2 20,3-2 1,5 0 0,-5 0-1,-2 0 14,-1 0 0,-4 4 1,-6 1-1,-9-3-22,-5 0 1,-4-2 0,2 1 0,1 2 14,2 2 0,0-1 0,-3-4 0,2 0-5,6 0 0,-4 0 0,-1 0 0,-4 0 9,0 0 0,-7 0 1,-2 0 143,-3 0-446,-8 0 1,-10 0 0,-13 0 272,-8 0 0,-17 0 0,0 0 0</inkml:trace>
  <inkml:trace contextRef="#ctx0" brushRef="#br0" timeOffset="1">3323 15109 8497,'-18'-14'-99,"1"1"1,-1 0 0,7 0 0,0 1-688,3 4 767,5-4 0,-2 10 0,10-2 64,3 3 1,4 1 0,1-2-1,2-1 78,2-1 1,4 0 0,6 4-1,4 0-65,4 0 1,3-5 0,3 1 0,3 1-70,4 1 0,4 2 0,4 0 0,2 0 6,2 0 1,-3 0-1,4 0 1,3 0-5,5 0 1,0 0 0,-32 0 0,2 0-1,0 0 1,0 0 1,2 0 1,0 0 0,4 0 0,1 0 0,-2 1-1,1 0 1,-1 0 0,1 1 6,-4 0 1,-1 0-1,-2 1 1,-1-1-1,28-2 1,2 0 2,4 0 0,1 0 0,-32 0 1,-1 0-1,1 0 0,1 0-2,0-1 0,1 2 0,1 0 0,0 2 0,1-1 0,1 0 0,-3 0 0,-1-1-1,33 1 1,-9 2-1,-6 0 1,1 1-4,0 1 1,3-3 0,5 4 0,5-1 5,-34-5 1,0 1 0,-1 0-1,0 1 1,3 0 0,-1-1-1,-1-1 1,-2 1 21,33-1 1,-8 4 0,-5-1 0,-2-1-23,2-2 1,3-1 0,5 0 0,2 0-3,4 0 0,-33 0 1,2 0-1,3 0 1,-1 0-1,-1 0 0,0 0 7,33 0 1,-10 0 0,-4 0 0,-1 0 29,-4 0 1,-1 0-1,0 0 1,3 0 5,4 0 0,9 0 0,5 0 0,-37 0 0,0 0 5,36 0 1,-3 0 0,-5 0 0,0 0-25,-1 0 0,-9 0 0,-4 0 0,0 0-28,-1 0 0,7 0 0,3 0 0,5 0 14,4 0 0,-3 0 0,3 0 0,-3 0 2,-1 0 1,-11 0 0,-4 0 0,-2 0-14,-3 0 1,-2 0 0,4 0-1,2 0 2,1 0 0,1 0 0,2 0 1,5 0-7,6 0 1,-3 0 0,2 0 0,-4 0 20,-5 0 1,-1 0 0,-4 0 0,-5 0 6,-5 0 0,-4 0 0,3 0 0,1 0 28,-1 0 0,1 0 0,-1 0 0,0 0-34,1 0 1,-1 0-1,1-1 1,-2-2-29,-3-1 0,-3-1 0,-8 5 0,-2-1-327,-4-4 1,-4 4-767,0-3 1103,-7 2 0,10 2 0,-2 0 0</inkml:trace>
  <inkml:trace contextRef="#ctx0" brushRef="#br0" timeOffset="2">11912 15358 8406,'22'-1'-76,"0"-4"0,1-2-93,2 0 0,3-3 1,2 5-1,7 2 109,5 2 0,5 1 0,4 0 1,-2 0 15,0 0 0,-1 1 1,3 2-1,-3 2 117,-4-2 0,1-2 0,0-1 0,2 0-39,3 0 1,1 0 0,1 0 0,2 0 87,3 0 1,10 0 0,-28 0 0,1 0 0,3 0 0,0 0-33,2 0 1,1 0-1,-1 0 1,0 0 0,0 0-1,-1 0 1,0 0 0,0 0-226,0 0 1,1 0-1,-2-1 1,0 1-1,0-2 1,1 1-1,2-2 1,0 1 135,3 1 1,1-1 0,4-1 0,0 0 0,6 1 0,0 0 0,-1 0 0,-1 1 1,-4 0 1,0 1 0,-1 0 0,-1 0 0,-3 0 0,1 0 0,3 0 0,1 0-5,5 0 0,1 0 1,-1 0-1,1 0 1,2-1-1,1 0 0,-4 0 1,-1-1-77,-3 0 1,-1 0 0,-2-1 0,0 2 0,0 0-1,1 2 1,3-2 0,0 0 69,4-1 0,0 0 0,0 1 0,0 0 1,2-1-1,0-2 0,-2 2 0,-1 0 3,-2 0 1,0 0 0,0-1 0,0 0-1,-5 1 1,0 1 0,3-1 0,2 0 4,4 0 1,0 1-1,2 0 1,0 0 0,-2 1-1,-1 0 1,-4 0-1,-1-1-1,-3-2 1,0 1 0,-4 2 0,1-1 0,4-1 0,1-1 0,2 2 0,2 1-1,1 0 0,1 0 1,1 0-1,-1 0 1,-2 0-1,-2 0 1,-1 0-1,-2-1 0,-2-2 0,0 1 0,3 1 0,0 1 0,0-2 0,0-1 0,4 2 0,0 1-2,4 0 1,0 0 0,-2 0 0,1 0 0,-2 0 0,0 0-1,-4 0 1,0 0-5,-4 0 1,0 0 0,-1 0 0,0 0 0,1-1 0,1 0 0,4 0 0,1-1 5,5 0 1,0 0-1,2 0 1,-1 0-1,-2 1 1,-1 2 0,-4-1-1,-1 0 8,-3 0 1,0 0 0,1 0 0,2 0 0,5 0-1,1 0 1,4 0 0,1 0 20,4 0 1,-1 0 0,-3-1 0,-2 0 0,-5 0 0,-1-1 0,-1 0 0,-1 0 11,0 0 0,1 1 0,4 0 0,2 1 1,2-1-1,1 2 0,-1-1 0,0 0 6,-3 0 0,0 0 0,-3 0 0,-1 0 0,-5 0 0,0 0 0,1 0 0,0 0-10,1 0 1,0 0 0,3 0 0,1 0 0,-2 0-1,1 0 1,0 0 0,-1 0-14,-2 0 1,-2 0-1,-1 0 1,-2 0-1,-5 0 1,-1 0-1,-3 0 1,-1 0-5,34 0 0,-34-1 1,0 0-1,1 0 1,0-1-1,1 0 1,1 0-37,-1 0 0,0 1 1,-2 0-1,-1 0 1,21 1-1,-9 0-502,-10 0 0,-9 0-94,-10 0 1,-12 0 611,-22 0 0,-7 0 0</inkml:trace>
  <inkml:trace contextRef="#ctx0" brushRef="#br0" timeOffset="3">2955 16528 10200,'-20'0'0,"4"-2"-403,5-2 0,5-5 0,8-7 0,4-2 233,7 2 0,18 6 0,14 1 0,10 1 255,11 0 0,-24 5 0,2 0 0,8 3 0,3 0 0,6 0 0,3 0-66,6 0 0,2 0 0,-22 0 0,0 0 1,1 0-1,4 0 0,0 1 0,0-2 0,3 1 1,0 0-1,0-1-164,2 0 1,1-1-1,0 1 1,3-1-1,0-1 1,-1 0 0,0-1-1,-1-1 1,0 0-1,0-1 1,0 1 0,0 0 197,-1-1 1,1 0 0,0 0 0,3 0 0,2-1 0,-1 1 0,2 1 0,1 0 0,-1-1 0,-3 0 0,-1 0 0,-1-1-5,-2 0 1,-1 1-1,0-1 1,3 0-1,-1 0 1,1 0 0,2 0-1,-1-1 1,0 0-1,0 1 1,0-1-1,-1 1 5,-2-1 1,0 0-1,-2 1 1,-3 0-1,-1 0 1,-1 0-1,19-4 1,0 0-1,-23 4 1,1-1-1,0 0 32,0 0 0,1-1 0,-1 1 0,22-4 0,-3-1 0,-9 2 0,-3 0 0,-8 2 1,-3-1-52,-3 1 0,-3-1 0,-3 3 0,-1 0 0,-1-2 0,0 0 0,36-4-353,-3 4 1,-14 2-1,-8 4 1,-11-1-717,-10 1 1034,-5 1 0,-8 2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2.98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20803 2995 26974,'-16'-24'-7470,"5"2"3762,3 4 3217,4 4 1,4 8 0,0 6 0,-2 7 442,-2 5 1,3 5 0,-4 2 0,4 2 100,1 2 1,0 3-1,0 4 1,0 0 61,0-1 1,0 3 0,0-1 0,0 0-157,0 1 1,0-3 0,1 5 0,2-2-649,2-3 1,-1-1-1,-4-3 1,0-2 242,0-1 1,1-8 0,2 1 0,2-5-639,-2 0 1049,-2 2 1,-1-5-1,0-1 1</inkml:trace>
  <inkml:trace contextRef="#ctx0" brushRef="#br0" timeOffset="1">21421 3048 23713,'-14'0'-765,"1"0"1,2 1-272,2 4 0,-1 2 0,4 8 0,0 2 428,0 5 0,2 0 0,4 3 0,0 3 327,0-1 0,1 1 0,4-2 0,3-1 147,4-3 0,3-4 0,1-8 1,3-3 100,1-1 0,1-2 0,2-4 0,-1-1-38,1-4 1,-4-2 0,0-7 0,-1-2-354,-1-2 0,1-5 0,-7-1 1,-1-3 85,-1-4 0,-6-4 0,2 3 0,-5 0 174,-5 0 0,-4-4 0,-8 7 1,-5 3 214,-3 3 1,-1 7-1,-2 0 1,-1 5-37,-2 7 1,-4 2-1,3 4 1,0 2-203,0 5 1,3 3-1,7 1 1,6 0 120,6 0 0,4 0 0,6 0 0</inkml:trace>
  <inkml:trace contextRef="#ctx0" brushRef="#br0" timeOffset="2">21880 2798 25152,'-7'-5'-2327,"-5"-3"1,4-3 1066,-4 2 1,3 3 1496,0 6 1,6 7 0,-1 5 0,3 5-549,1 4 1,1 2-1,2 6 1,3 2 199,1-2 0,0 5 0,4 1 1,-3 3-35,3 1 0,0-4 1,1 0-1,-2 0-107,-1-1 0,-2 2 1,3-5-1,-2-2-431,-2-1 1,2-6 0,-3-2 0,-1-1-1487,2-3 2097,1-1 0,6-2 0,0 0 0</inkml:trace>
  <inkml:trace contextRef="#ctx0" brushRef="#br0" timeOffset="3">22314 3206 8521,'-9'-15'-194,"0"-2"0,6 0 0,-1-3-1224,2 1 1096,2 7 1,0 12 321,0 9 0,6 9 0,2 2 0</inkml:trace>
  <inkml:trace contextRef="#ctx0" brushRef="#br0" timeOffset="4">22839 2825 24809,'-7'-13'-4503,"2"-1"1,4 6 2106,1-1 1541,0 0 717,0 2 0,4 2 300,1 10 0,-1-1 0,-4 8 0,0 4-253,0 3 0,0-2 0,0 5 1,0 3-85,0 4 1,0-1 0,0 4 0,0-1-413,0-1 1,0 6 0,0-6 0,0-1-1558,0-1 2152,-6 4 0,-1-4 0,-6 4 0</inkml:trace>
  <inkml:trace contextRef="#ctx0" brushRef="#br0" timeOffset="5">23430 2877 26311,'-7'-13'-3185,"1"6"1,6 2 2262,0 10 1,0 6 0,0 8-1,0 2 558,0 2 0,0 3 0,0 4 1,0 2 108,0 1 1,0 2-1,0 5 1,0-1-154,0 1 0,0-5 0,0 0 271,0 1 0,0 8 0,0 3 1</inkml:trace>
  <inkml:trace contextRef="#ctx0" brushRef="#br0" timeOffset="6">21578 4336 8436,'-1'-14'0,"-2"1"0,-2 0-145,3 0 0,0 0 0,4 1 1,0 2-8,3 1 1,6 5-1,1-4 1,4 3 122,0 2 0,0 1 0,0 2 1,2 0 83,-2 0 1,-1 0 0,-4 2 0,-1 2 16,-1 5 0,-6 4 1,1 3-1,-2 3-5,-2 1 0,-10 2 1,-3 5-1,-3 0 49,-3 4 0,4-3 0,-4 2 0,1-3-20,1-5 0,-1 2 0,7-3 0,1-1 12,1-2 0,6-4 1,-1 0-55,2-1 1,4-6 0,3-3 0,8-2-149,8-2 1,4-6-1,1-1 1,2-2-237,2 0 1,-2 2-1,4-3 1,-1 1 329,-1-1 0,7-2 0,-3-1 0</inkml:trace>
  <inkml:trace contextRef="#ctx0" brushRef="#br0" timeOffset="7">21907 4165 6950,'-8'0'84,"4"0"14,8 0 1,4 0-1,5 0 17,0 0 0,-4 0 0,-1-2 0,3-1 29,0-1 0,-2-6 1,-2 1-1,1-3-17,-1-1 1,-4 4 0,1 1-19,-2-3-364,-2 0 1,-2 3 0,-2 4-145,-5 3 1,3 2 0,0 2 398,0 1 0,5 7 0,-5-4 0</inkml:trace>
  <inkml:trace contextRef="#ctx0" brushRef="#br0" timeOffset="8">21486 3665 12602,'0'-8'-2080,"0"-1"1,0 5 1205,0-5 672,0 6 0,2-7 243,2 5 222,-2 1-43,3 4 1,-5 1 0,-1 4-70,-3 4 1,1 4-1,-6 3 1,-1 3-142,-2 1 0,-1 8 0,0 7 0,-2 3 64,-2 1 0,-2 2 1,-5 1-1,2 4-17,-1 0 0,0-8 0,-1 0 1,4-6-67,1-7 0,1-3 0,7-6-720,2 2 696,3-7 1,12 1-1,1-5 1</inkml:trace>
  <inkml:trace contextRef="#ctx0" brushRef="#br0" timeOffset="9">20147 4887 8505,'5'-22'0,"4"2"-53,3 1 0,2-3 0,3 5 0,2 1 8,1 1 0,2 6 1,3 2-1,-3 1 73,-5 3 0,-4 3 0,-3 4-42,-1 5 1,-6 4 0,0 5 0,-7 4 127,-10 3 0,0 2 0,-8 3 0,-1 0 4,-2-1 1,-1-1 0,1-2 0,1 1-3,3-1 1,4-1 0,1-3 0,5-5 13,2-2 1,6-2 0,2-1-82,8-4 0,9-3 0,15-10 0,5-3-176,6-4 1,1-1-1,3 0 1,0 1-575,-4 3 1,-1-1 0,-3 6 700,-3 1 0,-3-5 0,-6 1 0</inkml:trace>
  <inkml:trace contextRef="#ctx0" brushRef="#br0" timeOffset="10">20619 4808 8582,'-13'-1'-811,"0"-3"424,6 2 413,-5-4 317,11 6-112,-5 0-142,6 0 1,1 0-23,4 0-96,-4-5 75,5 3 41,-6-10-70,6 11-85,-5-11-37,5 11 35,-6-5 42,0 0 67,0 5-31,0-5 0,2 6 0,1-2-321,1-2 7,0 2 263,-4-3 1,0 3 1,0-2 126,0 2 0,0-5 309,0 3-24,0 2-5,0-4-181,0 6 1,0 2-102,0 2 1,0-1-7,0 6-135,0 0 0,6-2 0,3-3 23,3-2 0,-4-2 0,1-2 33,1-2 0,-2-2 0,-1-4 0,-1 1 73,-3-1 0,0-2 0,-1-1-35,3 0 0,-2 1 0,-6 2-56,-2 1 0,-5 6-81,2-1-223,-4 3 0,0 2-378,3 3 545,4-2 158,5 4 0,1-6 121,3 0 1,-2-2 37,2-2 1,-2 1 0,-1-6 151,4-1 1,-4-2 61,3-1 0,-2 0-132,-2 0-198,0 6 1,1 2-1,2 10 1,2 3-83,-2 4 0,-2 3 1,-1 1-1,0 1-63,0-1 0,0 3 1,0 0-1,0 0 16,0 0 0,0-1 68,0-5 1,-6-2 10,-3-2 1,2-3 0,-2-9 12,-1-6 0,4 1 0,0-11 1,2 0 14,0-3 0,-2-3 0,3 0 0,-1 2 88,1 1 1,1 4-1,2-2 1,0 1 39,0 3 0,0 6-107,0 1 0,5 7-32,-1 2 0,5 2 0,-5 7 0,-1 1-23,-2 2 0,1-1 0,1-1 49,1-1 0,2-1 22,-2 0 0,-2-3 0,2-10-29,-2-3 0,-2-4 1,0-3-1,0-2 16,0-5 1,0-2 0,0 1 0,0 1-18,0-1 1,0 0 0,0 1 0,0 4-153,0 4 0,0 0-190,0 1 0,0 7 0,0 6-25,0 8 0,0 5 0,0 4 0,0 5 338,0 3 0,6 7 0,1 2 0</inkml:trace>
  <inkml:trace contextRef="#ctx0" brushRef="#br0" timeOffset="11">20725 3705 8709,'0'-21'0,"0"4"-203,0 2 0,-6 4 199,-3 2 0,-3 5 1,-2 8-1,-4 6 40,-4 6 1,-3 6 0,-1 7-1,-2 3 131,-2 2 0,-8 5 1,-7 5-1,-1-1-2,1-3 0,-4 0 0,-1-1 0,-4 1-101,-3-1 0,6-7 0,9-4 0,5-6-147,6-3 0,5 1 0,4-5 0,5-4-365,2 1 1,8-5 0,3 2-846,2 1 1256,2-4 1,0 6 0,0-5 0</inkml:trace>
  <inkml:trace contextRef="#ctx0" brushRef="#br0" timeOffset="12">18965 4414 8373,'-19'0'-317,"-2"0"1,1 0-30,2 0 1,4-4 0,2-2 762,3-1 1,3 2-330,6-3 0,6 0 1,3-2-1,4 3 12,5 1 0,-4-3 1,4 5-1,-2 0 6,1-2 1,-2 4 0,2-2 0,-2 4-104,-2 4 1,-6 1 0,-2 6-1,-4 5-119,-1 3 1,0 3 0,-1 6 0,-4 1 130,-3 2 0,-8 5 1,-3-1-1,-2 2 75,-2-2 1,2-3-1,1-6 1,1-1 234,3-3-274,7-3 1,14-12 0,11-4-1,6-6-209,5-6 1,8-2 0,0-2-1,3 0-304,2-1 0,3 1 0,1 0 462,-1 0 0,3-6 0,1-1 0</inkml:trace>
  <inkml:trace contextRef="#ctx0" brushRef="#br0" timeOffset="13">19227 4257 8373,'-7'-27'-65,"3"1"1,2 1-1,2 2 1,3 3 1,6 1 0,1 5 0,10 7 0,1 1 79,-1 3 0,-2 2 0,2 2 0,-2 4-22,-7 3 0,1 6 0,-7 2 0,-3 3 101,0 1 1,-2-2 0,-2 2-1,0-1-40,-3-3 0,-5-1 0,3-2 0,-2-1 17,0-4 1,6 4-182,-1-3 0,4-3 0,4-2 0,6-3-257,6-1 0,11 0 366,8 0 0,9-11 0,2-4 0</inkml:trace>
  <inkml:trace contextRef="#ctx0" brushRef="#br0" timeOffset="14">22760 3692 14393,'-6'-13'-3978,"5"4"2853,-3 0 1095,2 6 1,2 0-1,0 11 1,0 6 169,0 5 1,0 4 0,0 8 0,0 4 13,0 3 0,-1 2 0,-2 0 0,-2 4-122,2 4 0,0-2 0,1-3 1,-3-3-197,2-5 1,2-3 0,1-6-231,0 1 1,-6-8 0,-1-5 176,-1-4 0,1-7 204,3 2 1,-4-4 0,-5-1 0</inkml:trace>
  <inkml:trace contextRef="#ctx0" brushRef="#br0" timeOffset="15">21867 4165 8383,'-13'-5'-279,"0"1"1,0-5-1,0 5 157,-1 1 0,7 3 0,3 4 0,2 5 188,2 3 1,2 1 0,2 0 0,5 0-32,3 0 1,5 0 0,2 1 0,0-1-52,0 0 0,6-4 1,0-2-1,4-1 6,0-3 0,-1-2 0,-2-1 0,0 0-4,1 0 1,-6-6 0,0-2-1,-2-4 44,-3-1 0,-7-2 0,-5-2 1,-3-4 52,-1 1 1,-5-5-1,-6 3 1,-5-1 49,-6 1 0,-4-2 1,-3 8-1,-3 3-84,-2 3 1,-1 7 0,-4-1 0,1 4-82,3 4 0,3 5 1,7 8-1,3 5 32,5 3 0,2 7 0,2 2 0</inkml:trace>
  <inkml:trace contextRef="#ctx0" brushRef="#br0" timeOffset="16">22484 4769 13666,'0'-13'-863,"0"4"0,0 0 0,0-1 640,0-1 0,2 3 1,1 2-1,3 2 132,1 0 1,2-1 0,4 5 210,0 0 0,0 0 1,-1 2-69,-4 2 0,3 3 1,-7 7-1,-1-1-81,-2 0 1,-1 6-1,-1 3 1,-3 2 92,-5 3 1,-1-1-1,-1 0 1,3 1-82,-3-1 0,1 0 0,0-1 0,3-2 57,1-1 0,-3-6 1,5 2-1,1-4-21,1 0 1,4-7 0,4-3-189,7-2 0,1-2 1,8 0-1,3-2-374,4-2 1,3 1 0,5-6 470,-2-1 1,0-2 0,4-1-1</inkml:trace>
  <inkml:trace contextRef="#ctx0" brushRef="#br0" timeOffset="17">22773 4690 11595,'0'-13'-886,"0"4"1,2 2 768,2 1 1,3 2-1,7 2 1,0-1 92,4-1 1,-2 0 0,4 4 0,1 0-44,-1 0 1,-4 0-1,3 0 1,-1 0 13,-1 0 0,1 0 1,-5 0-1,0-2-116,0-2 1,-4 2 0,-2-3 32,-1-1 0,-2-2 43,-4-5 1,0 0 0,0 0 383,0 0 1,-4 0-65,-1 0 1,0 1 0,2 2 73,-2 1 0,1 5-170,4-5 1,1 6 75,4-2-91,-4 4 0,7 2 0,-6 4 26,3 4 0,-1 2 0,-4 2 0,0 1-113,0-1 0,0 0 0,0 1 0,0 3-187,0 0 1,0 5 0,2-3 0,1 0-150,1 0 0,0 4 0,-2-2 307,2-1 0,4 11 0,5-4 0</inkml:trace>
  <inkml:trace contextRef="#ctx0" brushRef="#br0" timeOffset="18">23496 3613 14943,'0'-9'-5109,"0"0"5604,0 6 1,5 3 0,4 11 0,4 5-453,5 6 0,2 8 1,8 5-1,1 3 33,2 2 0,5 1 1,-1 2-1,5 6-36,4 2 0,-4-5 0,3-3 0,-5-7-78,-3-5 0,-10-5 0,-1-4 0,-3-4-509,-5-4-1114,-7-7 1683,-4 5 0,-5-5 0,0 7 0</inkml:trace>
  <inkml:trace contextRef="#ctx0" brushRef="#br0" timeOffset="19">24021 4533 8455,'-7'-2'0,"1"-2"127,0-5 0,5-3-255,-4-1 0,5 6 0,3 4 1,3 4 34,1 4 1,1 5 0,2-1 0,-1 4 174,1 4 1,-4-2 0,-1 3 0,0-2 22,-1 1 0,1-1 0,-5 5 0,0-1 9,0 0 0,-2 1 0,-1 2 1,-3-1 12,-1 2 1,3-4-1,-4 0 1,3-1-39,2-3 0,1-1 1,4-3-210,2-4 1,5-2 0,8-6 0,5 0-249,3 0 1,3-1 0,1-4-1,3-2-611,2 0 979,1-5 0,4-1 0,0-7 0</inkml:trace>
  <inkml:trace contextRef="#ctx0" brushRef="#br0" timeOffset="20">24165 4506 8584,'0'-14'-705,"0"-4"1,0 4 0,2-4 739,2 3 1,5 7 0,7 0 0,3 3-100,2 2 0,-4 1 0,3 2 1,1 0-50,-1 0 0,-2 0 1,2 0-1,-1 0 113,-3 0 0,-1 0 0,-2 0 0</inkml:trace>
  <inkml:trace contextRef="#ctx0" brushRef="#br0" timeOffset="21">24402 4270 8570,'4'-13'-82,"2"1"1,1 2-102,4 1 0,0 0 0,2-2 0,2 2 174,2 4 1,-2 4 0,4 1 0,-1 0 15,-1 0 0,1 6 0,-7 4 0,-1 5 48,-1 2 1,-6 7-1,2-3 1,-5 3 54,-5-2 1,2 1 0,-6-5 0,1-1 118,0 2 1,-2-4-189,6 2 1,-1-7 0,7-2 0,4-2-97,7-4 0,7 0 0,12-4 1,6-2-971,5-5 1025,6-2 0,4-3 0,7 1 0</inkml:trace>
  <inkml:trace contextRef="#ctx0" brushRef="#br0" timeOffset="22">22576 5689 7649,'-13'0'-703,"0"1"680,0 4 1,6 6-1,1 8 0,1 0 44,1 0 1,0 6 0,4 0 0,0 4-134,0 0 1,0 0 0,1-1 0,2 0 111,1-3 0,7-2 0,-4 3 0</inkml:trace>
  <inkml:trace contextRef="#ctx0" brushRef="#br0" timeOffset="23">22301 6254 8095,'-5'-9'0,"1"0"-235,1-1 1,1 3 0,5-1 0,5 2 66,5 4 1,4 0 0,-1 2 0,3 0 29,2 0 1,-1 0 0,3 0 0,-2 0 137,-2 0 0,-2 0 0,2 6 0,2 1 0</inkml:trace>
  <inkml:trace contextRef="#ctx0" brushRef="#br0" timeOffset="24">22379 6332 8095,'-6'0'280,"6"0"1,6 0-1,7 2 1,1 1-512,-1 1 1,4 2 0,1-3 0,-2 3 210,-2 1 0,2 2 0,-1 4 0,-5 2 63,-2 2 0,-4 2 0,-4 6 1,-2 0 45,-2 2 1,-5 3 0,-7-3 0,-3 1 26,-1-2 1,4 4 0,-2-11 0,4-2 97,1-4-365,5-3 0,5-2 1,12-5-1,9-6-112,5-6 1,9-3-1,3-2 263,3-4 0,7-2 0,2-6 0</inkml:trace>
  <inkml:trace contextRef="#ctx0" brushRef="#br0" timeOffset="25">22826 6175 8094,'-7'-13'51,"4"0"1,6 1-1,5 3 0,10-1 1,5 4-1,5 0-154,3 0 0,5 2 0,-1 4 0,2 0-168,-2 0 0,1-4 0,-7-1 1,-3 2-532,-2 2 802,-8-5 0,9-1 0,-5-6 0</inkml:trace>
  <inkml:trace contextRef="#ctx0" brushRef="#br0" timeOffset="26">23141 5912 8094,'-13'0'0,"0"0"0,0 0 267,0 0 0,4 0 0,1 2-95,3 2 1,0 8-1,5 7 1,0 1-273,0 3 1,2 2-1,2 3 1,5 1-132,3 2 1,1-2 0,0-6 230,0-1 0,0 0 0,0 4 0</inkml:trace>
  <inkml:trace contextRef="#ctx0" brushRef="#br0" timeOffset="27">23601 5676 8298,'-5'-18'275,"0"1"0,-1 0 1532,0 3-1728,1 7 1,5 12 0,0 14-1,2 8-413,2 3 1,-2 7-1,4-2 1,-2 1-68,0-1 0,2 2 1,-3-5-1,1 0 401,-1 0 0,5 5 0,-1-4 0</inkml:trace>
  <inkml:trace contextRef="#ctx0" brushRef="#br0" timeOffset="28">23456 6175 8102,'9'-13'0,"0"0"-29,1-1 0,-3 1 0,3 0 0,4 1-200,2 4 1,7 2 0,0 6-1,4 0-325,-1 0 1,3 4 553,-7 1 0,-3 11 0,0-2 0</inkml:trace>
  <inkml:trace contextRef="#ctx0" brushRef="#br0" timeOffset="29">23614 6188 8102,'-13'1'-94,"0"2"0,-1 2 104,1-2 0,0 2 0,2 1 0,0 2 121,3 2 1,5 2 0,-2 2 0,4 2-153,1 2 1,0 4 0,1-5 0,2-1-16,2-1 1,5-2 0,-1 0 0,2 0-88,2 0 1,0-5 0,1-3-39,-1 1 0,0-4 1,0 2-1,0-4 58,0-4 0,0-4 0,1-5 0,-1 0 86,0 0 1,0 0-1,0 0 1,0 0 195,0-1 1,0 3 0,1 1 0,-1 2 325,0 2 1,-4 2-1,-1 6-240,3 2 1,-6 5 0,0 8 0,-4 5-191,-1 3 0,0 7 0,0 3 0,0 4-636,0 5 0,0-3 1,-1 4 560,-4 1 0,-2-5 0,-6 4 0</inkml:trace>
  <inkml:trace contextRef="#ctx0" brushRef="#br0" timeOffset="30">24100 5965 8098,'0'-27'0,"0"3"-72,0 2 0,0-2 0,0 7 0,1 2-220,4 5 1,2 4-1,6 6 1,0 2 291,0 2 0,2-1 0,2 6 0,-2 5 0,4 7 0</inkml:trace>
  <inkml:trace contextRef="#ctx0" brushRef="#br0" timeOffset="31">24152 6030 8659,'-13'0'-824,"6"-6"1,8 1 0,11-4 823,4 4 0,13 4 0,-1 1 0</inkml:trace>
  <inkml:trace contextRef="#ctx0" brushRef="#br0" timeOffset="32">22169 5676 8249,'-4'-21'-242,"-1"2"138,3 0 1,6 5-1,5-4 1,4 5 71,4 4 1,-1-1-1,6 6 1,0 1 72,-1 1 0,2 7 0,-4 2 0,-2 3 80,-2 5 1,1 2 0,-7 1-1,1 4-33,-1 2 0,-3 3 1,-6-1-1,0 0-34,0 1 1,0-6 0,-2 1 0,-1 0-2,-1-1 0,-6 2 0,2-5 0,1-2 19,3-2 0,-2-1 1,1 0-13,3 1 0,2-7 0,4-3 0,6-2-119,6-2 0,6 0 1,7-2-1,5-1-145,4-1 1,1-6 0,12 2 0,5 1 203,2 3 0,-3-3 0,4-1 0</inkml:trace>
  <inkml:trace contextRef="#ctx0" brushRef="#br0" timeOffset="33">22432 6438 8282,'-7'-14'169,"-5"7"1,10 7 0,-2 10 0,4 6-156,4 6 1,-1 3 0,5 1 0,-1 1-15,0-1 0,-2-4 0,3-2 0,1 1-30,-2-1 1,4-4 0,-6 2 0,3-5 46,2-4 0,-3 1 0,2-6 1,1-1-86,2-1 0,1-2 0,0 0 1,0-2 35,0-2 0,1 2 0,-1-2 1,0 2 104,0 2 1,0 3-1,-1 6 1,-2 9 80,-1 5 1,-6 9-1,1 3 1,-2 3-210,-2 2 1,0-1 0,0 0-1,0 1-437,0-1 0,0-5 1,0-4 491,0-2 0,0-2 0,0 1 0</inkml:trace>
  <inkml:trace contextRef="#ctx0" brushRef="#br0" timeOffset="34">24349 5676 8324,'5'-18'38,"1"-1"0,2 0 41,7 0 0,-1 2 0,8 5 0,3 3-319,4 5 1,3 2-1,3 2 1,-4 2 84,-3 2 1,-8 3 0,-2 7 0,-5-1 110,-4 0 1,-3 1-1,-6 3 1,-2 0 58,-2-1 1,-4-1 0,-5-2 0,2 0 2,2 0 0,2 0 0,4 0 0,-2 1 10,2-1 1,3 1-1,5 2 1,5 2 37,6-2 1,0 3-1,6-2 1,0-1-5,-2-1 0,4 3 0,-7-1 0,-2-1 58,-5-1 0,0-2 0,-7 0-6,-4 0 1,-2-6-1,-9-1 1,-3-1-263,1-1 0,-5 0 0,0-2 148,-2 2 0,0 4 0,-6 5 0</inkml:trace>
  <inkml:trace contextRef="#ctx0" brushRef="#br0" timeOffset="35">24336 6201 8121,'13'-4'-11,"0"-2"0,2 0 61,3 0 1,3-3-1,10 5 1,6 1-150,5 2 1,5 1 0,5 1 0,-1 2-185,-3 1 0,-2 5 0,-8-4 1,-5-1-23,-7 2 1,-1-5 0,-7 4 304,-2-4 0,-8-1 0,-2 0 0</inkml:trace>
  <inkml:trace contextRef="#ctx0" brushRef="#br0" timeOffset="36">24428 6306 7409,'-7'0'719,"1"0"-549,6 0 1,1 0-53,4 0 0,-2 2 49,6 2 1,-7-1-58,3 6 1,-2-1 0,0 6-30,1-1 0,2 1 0,-3 2 0,3 2-86,1-2 1,-3-1-1,5-1 1,1 2-24,2 2 1,-3-1 0,1-5 0,3-2-1,3-1 1,7-2 0,-1 2-1,3-5-160,1-2 1,2-2 0,0 0 0,1 0-43,0 0 0,-8-6 0,5-1 0,-3-2 181,-2 0 0,-2 0 0,-6-4 0,-2 0 288,-2 0 0,1 0 219,-5 0 0,-2 5 0,-6 6-257,-2 4 0,-5 7 0,1 9 0,-2 4-141,-2 2 1,0 9-1,-1 2 1,1 4-335,0 5 0,4-2 0,1 5 0,-3-2-1308,0-3 1582,3-1 0,-3-1 0,3-1 0</inkml:trace>
  <inkml:trace contextRef="#ctx0" brushRef="#br0" timeOffset="37">23430 7922 7964,'-13'6'-32,"0"1"0,1 6-26,3 1 1,3-1-1,6 0-29,0 0 0,6 0 1,3-1-1,4-3-23,5-5 0,2-3 0,8-1 0,1 0 99,2 0 0,1-1 0,-3-2 1,2-3 25,-2-1 0,3-2 0,-1-4 0,-2-2 57,-2-2 0,-2 2 1,-1-4-1,-5 0-9,-5-3 1,1 2 0,-11-2 0,-1-1 75,-1-2 0,-4 0 0,-4 2 0,-5 2 52,-5 2 1,-8 3 0,2 8 0,-3 3-194,-1 4 1,4 1-1,0 0 1,-1 1-76,-2 4 0,-1 2 0,1 6 0,3 2-95,5 2 1,2-1-1,2 6 172,0 1 0,0 2 0,0 1 0</inkml:trace>
  <inkml:trace contextRef="#ctx0" brushRef="#br0" timeOffset="38">24047 7883 7944,'-1'-13'0,"-4"-1"0,4 1 0,-3 0 0,2-6 0,2-1 0</inkml:trace>
  <inkml:trace contextRef="#ctx0" brushRef="#br0" timeOffset="39">24284 7554 8075,'13'-6'-93,"-2"-2"0,0-3-101,-3 3 1,1 2 0,4 6 0,2 0 180,2 0 1,-2 1-1,3 5 1,-4 7 136,-1 8 0,0 4 0,-1 1 0,-2 0-51,-1 0 0,-6 1 0,1 0 0,-2 3-106,-2 0 0,-2 1 1,-2-6-1,-5-2-217,-2-1 0,-3-2 250,1 2 0,-6 3 0,-1-4 0</inkml:trace>
  <inkml:trace contextRef="#ctx0" brushRef="#br0" timeOffset="40">24244 7843 8060,'9'-14'0,"0"-1"-167,1 2 1,2-7 0,2 6 0,4 1-186,4 3 1,2 0-1,3 5 1,0 1 351,4-2 0,-3 5 0,2-4 0,-2 4 0,-2 1 0,-5 0-45,-4 0 324,-8 0 0,-9 0-28,-9 0 1,4 6-1,0 3-94,4 2 0,12 4 1,7 1-1,5 1-93,4-1 0,3 5 1,2-1-1,0 2-10,0 0 1,-1-1-1,-5 2 1,-1-3 27,-3-1 0,0-1 0,-7-5 1,-5 0-63,-3 0 1,-3-4 0,-5-2 0,-5 1-285,-7-1 1,-2-4 0,-6 1 0,-3-2-519,-1-2 782,-7 0 0,-1 0 0,-7 0 0</inkml:trace>
  <inkml:trace contextRef="#ctx0" brushRef="#br0" timeOffset="41">24678 7751 8058,'13'-13'4,"1"0"0,2 0 0,3-2 171,2-2 0,1 7 0,4-2 0,0 3-127,1 2 0,-1 4 1,-1-1-1,-4 2-330,-3 2 0,-3 2 0,-2 1 0,-2 2 95,-2 3 0,-3-4 0,-6 5 1,0 1 186,0 2 0,0 1 0,0 0 0</inkml:trace>
  <inkml:trace contextRef="#ctx0" brushRef="#br0" timeOffset="42">23798 8329 8028,'-13'8'-184,"8"-2"1,11-6 493,14 0 0,13 0 0,10 0 0,6 0-351,2 0 1,3 0 0,1 0 0,3 0 160,2 0 0,7-2 0,6-1 1,0-1-12,-3 1 0,-3-3 0,-1 0 1,0 0-135,-1 1 0,-12 0 1,-9 5-1,-12-1-758,-9-4-857,-4 4 1640,-17-5 0,-10 12 0,-12 1 0</inkml:trace>
  <inkml:trace contextRef="#ctx0" brushRef="#br1" timeOffset="43">17073 7384 7727,'-7'-6'17,"-5"4"0,11-2 0,-3 8 162,2 5 0,2 3 0,0 1 1,2 0-103,2 0 0,-1 0 1,6-1-1,1-2 29,2-1 1,-4-6 0,1 1-1,1-2 40,2-2 1,1 0-1,0-2-21,0-2 1,-4-4-1,-2-5 1,1 0 65,-1 0 1,-4 0 0,1 0-83,-2 0 0,-2 0-790,0-1 1,-2 7-510,-2 3 1190,2 2 0,-9 14 0,3 3 0</inkml:trace>
  <inkml:trace contextRef="#ctx0" brushRef="#br1" timeOffset="44">17402 7134 8117,'0'-13'-539,"0"0"1,0-1 767,0 1 0,6 0 0,4 0 1,4 1-11,4 4 1,1-3 0,-2 6 0,4-1-82,-1 0 0,5 2 0,-5 4 0,1 0-22,-4 0 0,2 0 0,-1 1 0,-3 3-37,-5 5 0,1 3 1,-3 2-1,-1 4-1,-3 4 0,-2 3 0,-2 1 0,0 0-53,0 0 1,0 5 0,0 0 0,0-4-92,0-3 0,0 1 0,0-3 0,0 1-218,0-1 0,-2-2 0,-1-4 0,-1 2-643,1-2 1,0-2 926,-1 0 0,2-7 0,-3-1 0</inkml:trace>
  <inkml:trace contextRef="#ctx0" brushRef="#br1" timeOffset="45">17625 7318 8117,'-4'-13'157,"-1"0"0,1-1 1,5 1-53,4 0 0,3 4 0,9 1 0,2-1-156,1 2 1,-3 1-1,5 6 1,2 0-1030,0 0 1080,3-6 0,-1 4 0,0-3 0</inkml:trace>
  <inkml:trace contextRef="#ctx0" brushRef="#br1" timeOffset="46">18006 7068 8117,'-9'-4'-590,"0"-1"948,6 1 1,-2 10 0,6 3 0,3 4-118,5 4 1,3-2 0,1 4 0,2-2-51,2 1 0,-1 1 1,5-3-1,-1 1-25,0 0 0,-3 2 0,0-2 0,-2-1-125,-2-1 1,-2-2 0,-2 0-1,-4 0-108,-4 0 1,-2 0 0,-5 1-177,-7-1 1,-1-5 0,-3 0 0,1-2-528,-2-4 770,4 0 0,-11-2 0,5 0 0</inkml:trace>
  <inkml:trace contextRef="#ctx0" brushRef="#br1" timeOffset="47">18085 7042 8141,'4'-15'0,"0"-1"98,-1-1 0,5-1 0,-1 5 1,2-1 374,-1-4 0,1 3 1,6-2-1,1 4-196,1 4 1,1-1 0,-5 5 0,0 2-256,0 2 0,0 1 0,1 0-749,-1 0 0,-2 7 1,-2 5 726,-4 4 0,-4 7 0,-1-2 0</inkml:trace>
  <inkml:trace contextRef="#ctx0" brushRef="#br1" timeOffset="48">18045 7725 8050,'-13'-1'122,"1"-4"108,4-3 0,2 0 1,7 1-1,4 1-117,3 3 1,4 2 0,1 1 0,2 0-116,2 0 0,-2 0 0,3 0 0,-4 0-143,-1 0 1,-1 7 0,-3 5 0,-4 5 143,1 4 1,-4-4-1,2 5 1,-4 1 103,-4 2 1,1-3-1,-4 0 1,1 0 111,3-2 0,0-1 0,0-6-112,-1 1 1,5-7 0,8-3-1,4-2-310,4-2 1,5-2 0,8-2-1,2-5-677,1-3 0,-4-1 884,2 0 0,-3 0 0,-2 0 0</inkml:trace>
  <inkml:trace contextRef="#ctx0" brushRef="#br1" timeOffset="49">16955 8290 8016,'-13'0'13,"0"0"0,9 0 1,8 0-1,13 0 153,11 0 1,7-4-1,10-2 1,9 0-54,11 0 1,-27 1-1,2 0 1,6 1-1,2-1 1,3-1 0,1-1-25,4-2 0,1 1 0,3 0 1,1 1-1,-1-2 0,0 0 1,-4 2-1,-1 0-113,-6 0 0,-1 1 0,-3 0 1,-2 0-1,-4 1 0,-1 0 0,0 0 1,0 1-118,0-1 0,-2 0 0,32-1 0,-3 2 0,-8 1-267,-7-2 0,-5 4 1,-8-4-376,-7 4 783,-11 1 0,-13 0 0</inkml:trace>
  <inkml:trace contextRef="#ctx0" brushRef="#br1" timeOffset="50">17257 8579 7769,'0'-13'425,"0"0"-245,0 5 1,0 8 0,0 9-1,0 4-92,0 5 0,0 1 1,0 4-1,0-1-63,0 1 1,0 1 0,0-1 0,0-2-206,0-2 1,0 4 0,0-3-1,0 1-157,0-4 0,0-2 0,0-2 1,0 0 336,0 0 0,6 1 0,1-1 0</inkml:trace>
  <inkml:trace contextRef="#ctx0" brushRef="#br1" timeOffset="51">17454 8737 7951,'-6'0'472,"6"0"63,6-6-314,7-1 1,-5-2-218,-4 0-622,-2 6 0,-1-3-646,3 6 1264,-2 0 0,10 0 0,-5 0 0</inkml:trace>
  <inkml:trace contextRef="#ctx0" brushRef="#br1" timeOffset="52">17980 8513 7818,'0'-7'91,"0"0"94,0 2-129,0 4 0,-2-5 0,-2 6 19,-5 0 0,-3 0 0,-1 0-61,0 0 1,0 0 0,0 0 0,0 0 58,0 0 1,-1 2 0,1 2 0,0 5 40,0 2 1,1 0-1,2 0 1,1 4-34,-1-1 1,3 3 0,0 0 0,1 3-40,3 1 0,0 4 0,0-3 1,-1 1-70,1-1 1,3 1 0,3-5 0,2-4-52,3-3 0,-4-1 1,5-4-1,1-1-41,2 1 0,-1-3 1,0-6-1,-1-3 34,4-1 1,0 0-1,3-3 1,-2 1 56,-2-1 0,0-1 1,0 1-1,0 3 43,0 1 1,0 2 0,1 4 0,-1 0 63,0 0 1,0 1 0,-1 4-15,-4 3 0,0 5 1,-5 4-1,1 0 21,-1-1 1,-6-1 0,-3-1 0,-3 2 34,-5 2 1,-1-1-1,-5-3 1,-1-1-68,1 0 1,2-2 0,-3 0 0,-1-4-110,1-1 1,2 3 0,6-5 0,0 0-594,0 2 1,0-4 325,0 2 0,5-4 0,5-4 0,6-5 322,6-3 0,9-7 0,2-1 0</inkml:trace>
  <inkml:trace contextRef="#ctx0" brushRef="#br1" timeOffset="53">18282 8632 7924,'-8'8'64,"3"1"1,0 1 57,1 2 1,-1 1 0,5 0-1,0 0-67,0 1 0,6 3 1,3 1-1,3-2-11,1-2 0,6-2 1,3-3-1,2-5-41,3-2 1,-1-2 0,0 0 0,1 0 1,-1 0 1,-4-6 0,-2-3-1,-2-3 103,-7-1 0,-3-4 1,-8-2-1,-2 0 46,-2 0 1,-5 1 0,-8 5 0,-5 0-40,-3 0 1,-1 5 0,-1 4 0,1 3-271,0 1 1,-1 4 0,1 3 0,1 4-533,4 3 687,2 8 0,0-2 0,-2 7 0</inkml:trace>
  <inkml:trace contextRef="#ctx0" brushRef="#br1" timeOffset="54">16390 7896 7114,'6'-7'273,"3"2"-295,3 4 0,5 7 0,1 4 0,-1 6-33,2 6 0,-3-2 1,5 1-1,-2-1-35,-3 1 1,3-5 0,0 1 0,0-2-206,0-2 0,-3-4 295,-8-1 0,10 1 0,-3 4 0</inkml:trace>
  <inkml:trace contextRef="#ctx0" brushRef="#br1" timeOffset="55">16666 7896 8046,'-6'-7'-1778,"-2"2"2249,-4 4 0,-1 1 0,0 0-311,0 0 1,-1 6 0,1 4-1,0 4-195,0 4 0,-2 5 0,-1-1 0,-1 3-79,1 1 1,1 2 0,1 1 113,-4 2 0,4 0 0,-5-5 0</inkml:trace>
  <inkml:trace contextRef="#ctx0" brushRef="#br1" timeOffset="56">17021 8435 7999,'-7'-6'-93,"-4"3"1,6-6-268,-3-1 0,4 0 0,-3-1 394,1 3 0,0 5 279,2-2-200,2 4 1,-5 2 0,4 4 0,-2 3-31,3 4 1,0 6 0,2 1 0,0 1-50,0 3 0,0 2 0,0 3 0,0 3-51,0 4 0,0-2 0,0 2 0,2 2 1,2 1 1,-3 1-1,5 1 1,-1-2 1,-1-3 0,5 1 0,-3-5 0,-1-2-30,1-1 0,3-4 0,-3-2 1,0-4 0,0-4 0,4-6 1,-2-2 15,4-1 1,3-3 0,1 2-1,1-4 4,-1-4 0,0 1 1,0-6-1,2 0-1,-2 2 1,3-5-1,0 4 1,0-3 25,0 3 0,3-4 1,-5 5-1,-1-2-15,-1 0 0,2 5 0,1-3 0,-2-1-22,-1 1 0,-4 3 0,0-4 0,-3 1 33,2 0 0,-2 4 0,-1-3-41,-1 0 45,4-1 1,-4-6 20,3 0 0,-3 4 0,-6 0-17,0-1 0,0 2 0,0 0 5,0-2 0,-5-2 1,-1-1-7,-1 0 0,3-1 0,-4 1 0,1 0-9,0 0 1,4 0-1,-3-2 1,2-1-10,-1-1 1,-1-2 0,4 3-1,-3-2 12,2 2 0,2-3 1,1 0-1,-2 0 24,-2 0 0,2 0 1,-2 3-1,3-1 26,1 1 0,0-3 0,0 1 0,0 1 4,0-2 1,0 4 0,0-3-1,1 5-1,3 5 1,-2-4 0,2 3 40,-2-3 1,-1 1 52,4 2-127,-4-3 0,-1 11 0,-9-2-14,-2 6 1,-3-2 0,1 5 0,-1-1-47,-4-1 0,2 6 0,-6-1 0,-1 3-77,-2 1 1,-5 0-1,-1 0 1,2 0 117,1 0 0,-10 0 0,-3 1 0</inkml:trace>
  <inkml:trace contextRef="#ctx0" brushRef="#br1" timeOffset="57">19306 9078 8079,'-7'0'-170,"1"-1"0,7-2 227,4-1 0,-2-5 0,5 4 0,3 1 68,0-2 0,-2 0 0,0-4 46,1 1 0,-3 5 0,1-5 3,-2-1 0,-2 3-277,-4-2-587,0 6 0,0-1 690,0 8 0,6-2 0,1 3 0</inkml:trace>
  <inkml:trace contextRef="#ctx0" brushRef="#br1" timeOffset="58">19648 8737 8079,'-8'-6'-1147,"-3"3"823,2-6 1,2 6 700,-2-1 1,6 4-204,-2 4 1,4 4-1,1 5 1,1 0-123,4 0 0,-2 0 1,4 0-1,0 0 4,1 1 0,0-1 0,4 0 0,-2 0 30,-1 0 0,0 0 0,4 0 1,0 1 31,0-1 0,-4 0 0,0 0 1,0 0 60,-2 0 1,0 0-1,-4 0-83,1 1 0,1-1 0,-5 0-185,0 0 0,-6 0 0,-3 0 1,-2-1-78,-3-3 0,1 1 1,0-6-1,0 1 166,0 1 0,0 1 0,0 6 0</inkml:trace>
  <inkml:trace contextRef="#ctx0" brushRef="#br1" timeOffset="59">19713 8658 8079,'-7'-13'-115,"-3"0"1,5-1 0,2 1 569,2 0 0,1 4 0,0 1 1,1-1-212,4 2 1,2 1 0,6 6 0,0-2-243,1-2 1,-1 2-1,0-2 1,1 3-436,4 1 1,-2 4 0,4 2 0,-1 0 432,-3 0 0,-1 10 0,-2-2 0</inkml:trace>
  <inkml:trace contextRef="#ctx0" brushRef="#br1" timeOffset="60">19726 9617 8079,'-13'-1'0,"0"-2"42,0-2 0,4-1 1,0 3 141,-1-1 1,4-6-1,2 1-98,3-3 0,2-1 1,3 0-1,7 0-114,5 0 0,-2 4 0,5 0 0,-1 1-30,-1 0 0,2-2 1,-3 6-1,2 1-46,-2 1 1,-3 4-1,-3 2 1,-3 5 89,-1 3 0,-1 7 0,-7 2 0,-2 4 77,-5 2 1,-3 5 0,-2 1 0,-2 2 50,-2 0 0,1-5 1,4 2-1,0-3 54,-1-3 0,3-3 0,2-9-170,5-1 0,8-6 1,6-3-1,6-2-332,6-2 1,3-6 0,1-1 0,0-2-287,1 0 0,-2 2 620,-4-2 0,4-8 0,-4 2 0</inkml:trace>
  <inkml:trace contextRef="#ctx0" brushRef="#br1" timeOffset="61">19175 10051 8079,'-40'13'143,"8"-5"1,6 0 1,7-2 1,12-1-1,8-2 1,12 3-268,12 1 1,13-4 0,10 2 0,6-4 121,8-1 0,5 0 1,-28 0-1,0-1 1,1-1-1,-1-1-40,1-1 0,-1 0 0,1-2 0,0 0 1,2-1-1,-1 1 0,2-1 0,1 1-1215,-1-1 1,0 1 1254,-1-1 0,0 0 0,-2 1 0,-1-1 0,1 1 0,-1-1 0</inkml:trace>
  <inkml:trace contextRef="#ctx0" brushRef="#br1" timeOffset="62">19070 9748 7927,'-6'-13'193,"-1"4"0,-7 2-16,1 1 1,7 3 0,8 8-50,10 4 1,1 4-1,6 3 1,-2 3-227,1 1 1,4-2 0,-3 2 0,0-1-176,0-3 1,2-1 0,-2-2-1,0-1-119,0-4 1,-1 3 0,-5-7 391,0-1 0,6 4 0,2 0 0</inkml:trace>
  <inkml:trace contextRef="#ctx0" brushRef="#br1" timeOffset="63">19293 9722 7927,'-9'-9'0,"0"1"31,-1-3 1,3 5 0,-2 4-24,-1 4 1,-2 6-1,-1 6 1,1 4 1,4 4 0,-4 0 0,2 3-10,-6 2 0,-5 8 0,-5-1 0</inkml:trace>
  <inkml:trace contextRef="#ctx0" brushRef="#br1" timeOffset="64">19543 10379 7549,'-14'-20'-319,"6"-4"1,0 7 0,2 1 297,4 1 1,0 6 181,2 0 0,2 7 5,2-3 1,2 5 0,4 5 0,-3 3-39,-1 4 0,-1 7 0,-4 3 0,2 3-79,1 1 1,1 0 0,-5 1-1,0-1-61,0 0 1,0 0 0,0 1 0,0-1-225,0 0 1,0 0-1,-2 1 236,-2-1 0,2 0 0,-3 1 0</inkml:trace>
  <inkml:trace contextRef="#ctx0" brushRef="#br1" timeOffset="65">19753 10589 7919,'-13'-1'205,"-1"-4"1,3 2 0,0-4 253,3 1 0,-1-2-550,-4 3 0,6 2 91,2 8 0,10 2 0,2 6 0</inkml:trace>
  <inkml:trace contextRef="#ctx0" brushRef="#br1" timeOffset="66">19963 10445 7919,'-13'0'-361,"0"0"0,-1 0 440,1 0 0,6 1 0,3 5 1,4 6 87,4 4 0,3 7 0,6-3 0,1 2-156,-1 0 1,0-6 0,1 2 0,2-4-8,2 0 1,4-3-1,-3-2 1,0-5 36,0-2 1,3-2 0,-5 0 0,-1-2-8,-1-2 1,-2-3-1,-1-6 1,-4-2 76,-3-3 0,-4-1 0,-1-4 0,0 1-16,0-1 1,-6-2-1,-4 0 1,-4 2-83,-4 1 1,-1 6 0,3 0-1,-2 4-188,2 3 1,-3 7 0,2-1 174,1 6 0,-5 4 0,1 6 0</inkml:trace>
  <inkml:trace contextRef="#ctx0" brushRef="#br1" timeOffset="67">12818 6648 8505,'13'-6'-86,"0"0"0,2-3 0,3 4-314,3-1 0,6 4 0,5-4 0,7 2 395,8 0 0,11-1 1,8 5-1,7 0 14,-35 0 1,1 0 0,5 0 0,0 0-1,0 0 1,-1-1 0,0 0 0,-1-1-53,-1 0 0,0-1 1,1 0-1,0 1 0,4 0 1,0 1-1,5-2 1,0 0 74,6-1 0,0 1 0,1 0 0,0 1 0,-3-1 0,0-1 0,0 0 0,-2 1-10,-1-1 1,0 0 0,-2 2 0,1 0 0,0-2 0,0-1-1,0 1 1,0-1-8,2 2 0,1-1 0,0 0 0,1 1 0,2 1 0,0-1 0,-3 0 0,-2-1 6,-2 1 1,-2-1 0,-4 0-1,-2 1 1,-4 1 0,-1 1-1,1-2 1,0 0 6,0-1 0,1 0 1,4 1-1,1-1 0,1-1 1,-1 0-1,0 1 0,-1 1 33,-2 0 1,-1 0 0,-2-2 0,-1 1 0,24-2 0,-6 0-15,-5 1 0,-6-4 0,-8 3 0,-2 0-3,-2 0 1,3-2-1,-4 3 1,-2 1-34,-1-2 0,-4 4 1,-2-2-1,-4 3-226,-4 1 69,-6-6 0,-4 4 1,-8-2 290,-5 2-145,-3 2 0,-13 0 0,-2 0 0</inkml:trace>
  <inkml:trace contextRef="#ctx0" brushRef="#br1" timeOffset="68">18557 13624 8340,'-8'0'-213,"-1"0"-371,-1 0 0,2 0 653,0 0 1,3 0 0,-2-1 127,1-4 1,2 2 185,4-5-212,0-1 1,1 1-70,4 4 0,-4 4 0,4 4 0,-4 7 18,-1 5 1,4 6-1,1 8 1,-2 5-95,-2 3 1,-1 3 0,0 1 0,2 2-23,2-1 0,-3-4 0,4-2 0,-4-4-22,-1-1 1,0-3 0,0-7 0,0-4-307,0-4 1,2-2-515,2-3 186,-2-3 0,8-12 652,-6-3 0,0-8 0,-4-4 0</inkml:trace>
  <inkml:trace contextRef="#ctx0" brushRef="#br1" timeOffset="69">18466 13729 8280,'-9'-4'-172,"2"-2"217,1-1 0,1 2 0,5-4 171,0-1 0,5 3 0,2 0 0,3-1-117,5 1 1,7 0 0,0-3-1,2 1-77,3-1 0,-1-2 0,2 0 0,1 2-142,1 1 0,0 2 1,-7-3-1,-1 2-188,1 3 0,-4-1 0,-1 3-125,-4-2 1,-6 3-1,-4 6 175,-3 5 1,-8 7 0,-5 1 0,-5 1 257,-3 1 0,-2-3 0,-5 6 0,1 0 19,0-2 0,4 5 0,0-3 1,-1 3 37,-2 1 0,0-4 0,2 0 1,4 0 210,4-2 1,-1 0-1,9-4-6,0 2 0,2-2 1,11-7-1,6-5-14,4-2 1,11-2-1,0-2 1,2-2-154,3-5 1,-3-3 0,5-1 0,-2 0-10,-3 0 1,-1-5 0,-2 1-1,-1 1-178,-3 1 0,1 4 0,-7 0 1,-3 4-1265,-3 1 631,-7-4 1,2 9 724,-10-4 0,-2 4 0,-6 1 0</inkml:trace>
  <inkml:trace contextRef="#ctx0" brushRef="#br1" timeOffset="70">18938 13519 8280,'-8'-2'-1108,"-1"-2"1702,0-3 0,2 1-408,2 6 0,4 7 1,2 9-1,4 3 0,4 2 0,-2 1 0,2 4 0,1 0-30,1 0 1,-2 2 0,0 1 0,1 2-236,2-2 0,-3 3 0,-2-1 0,0-2-197,1-1 1,-6-3-1,3-3 1,-4-3-603,-1 0 1,0-5-202,0 4 1079,0-10 0,6-2 0,1-6 0</inkml:trace>
  <inkml:trace contextRef="#ctx0" brushRef="#br1" timeOffset="71">19070 13808 8280,'0'7'-641,"0"1"0,0-4 694,0 5 1,1 1 0,2 0 0,3-1 36,1 1 1,-2 0 0,3 1-1,3-3-32,0 3 0,2-6 0,1 0 0,-1-2-1,0 1 1,4-2 0,1 2-1,-2-4 39,-2-4 1,-5-4-1,-2-5 1,1 0-34,-1 0 1,-4-2 0,1-1 0,-2-3-51,-2-1 1,-2 2 0,-2-2-1,-5-1-62,-2 1 1,2 2-1,0-1 1,-1 3-107,-2 5 1,3 2-1,1-1 1,-3 2-189,0 3 0,2 0 0,0 7 0,-1 2 343,-2 5 0,-1 2 0,0 3 0</inkml:trace>
  <inkml:trace contextRef="#ctx0" brushRef="#br1" timeOffset="72">19569 13611 8058,'4'-9'-605,"1"0"1291,-1 6-447,-4-8 1,-2 9 0,-2-1-97,-5 6 1,-2 5 0,-2 5 0,-1 1-93,1 4 0,0 1 0,1 4 0,2-1-103,1 1 0,2 1 0,-2-1 0,4-2-30,-1-2 1,4-2-1,-2-4 0,2 0 1,8-5-1,3-4 1,3-4-22,1-4 0,4-4 1,1-5-1,-2 0 67,-1 0 1,-2 0 0,0 0-1,0 0 46,0-1 0,-1 1 0,-2 2 0,-1 2-14,1 4 1,-3 4 0,2 1-10,1 0 0,-3 1 0,1 4 1,-2 4-122,-3 2 0,4 2 0,0 1 63,0-1 1,4-5-1,-6 0 42,3-2 1,-4-3 0,3-8 39,-1-4 0,-1-4 0,-5-3 0,0-3 85,0-1 0,0-4 0,0-5 0,0-3 74,0-1 0,0 2 0,0-4 0,0-2 5,0-1 1,-5 5-1,1 2 1,1 5 223,2 4 1,-4 7-218,1 7 1,-1 12-1,5 5 1,0 11-70,0 9 1,0 4-1,0 3 1,0-1-180,0 2 0,0 0 0,0 3 0,0-2-320,0-3 1,2 1-1,1-5 1,3-2-285,1-1 1,-4-3 0,1-3 0,-1-6 669,1-6 0,4-4 0,5-6 0</inkml:trace>
  <inkml:trace contextRef="#ctx0" brushRef="#br1" timeOffset="73">19700 13729 8280,'-7'-6'-183,"-3"3"0,4-5 322,-2-3 1,6 4 0,-1 0 0,6 0 180,5-1 1,8 5-1,2-3 1,-1 2-170,2 0 0,0-2 1,5 3-1,-2-1 6,1 1 1,-3-3-1,1 0 1,-1 0-169,1 0 0,-1 0 0,2 4 0,-5-3-640,-2 2 0,-2 2-85,0 1 736,-5 0 0,-3 0 0,-5 0 0</inkml:trace>
  <inkml:trace contextRef="#ctx0" brushRef="#br1" timeOffset="74">20173 14898 8074,'-13'-4'306,"0"0"0,5 5 0,4 8 0,3 4-192,1 5 0,0 6 1,0 8-1,0 1-199,0-1 1,0 4 0,0-1 0,1 2-184,3-2 0,-1-3 0,5-6 1,-3-1-248,-2-3 0,5-5 227,0-8 1,0-4 0,-1-11 0,-1-7 287,-3-8 0,-2-8 0,-1-3 0,0-3-44,0-6 0,0 1 0,0-3 1,0 2 54,0 1 1,0 1 0,0 1 0,0 4 273,0 8 1,6 3-1,3 8 1,4 5 22,4 3 0,-1 4 1,6 7-1,2 6-142,1 6 0,1 6 0,0 8 1,-1 0-146,-3-1 1,-3 3 0,-6 1-1,0 0-67,0 4 0,-6-4 0,-2 1 1,-5-2 76,-5-3 1,-8 3 0,-9-1-1,-4-3 106,-5-5 1,2 0 0,-6-7 0,-1-2-42,-2-4 1,3-3 0,1 2-1,4-5-138,5-2 0,0-2 0,7 0-293,2 0 0,8-6 0,3-3 0,5-3 32,5-1 0,8 0 1,10 0 302,6 0 0,5-6 0,5-2 0</inkml:trace>
  <inkml:trace contextRef="#ctx0" brushRef="#br1" timeOffset="75">20593 15082 8074,'-9'9'-217,"1"0"0,-1 1 56,2 2 1,1 2 0,6 2 0,0 3 313,0 2 0,0-4 0,0 4 1,0-1-56,0 1 0,6-5 1,1 1-1,2-2-110,-1-2 1,1-4 0,4-2-2,0-1 0,1-2 0,-1-5-11,0-4 0,-4-2 1,-2-7-1,-1-3 8,-3 0 1,-2-1 0,-1 4 0,0-2 63,0-2 1,-1 1 0,-2 2 0,-3-1 22,-1-1 1,-1-1-1,-2 5 1,1 1-25,-1 3 0,3-1 1,-2 4-68,-1-1 0,-2 4-15,-1-1 0,6 4 0,1 3 0,2 3-44,-1 1 0,1-3 0,4 5 0,1 0-19,4-2 0,2 0 0,6-4 0,0 2-54,0-2 1,2-2-1,1-1 1,1 0 104,0 0 1,-3-1-1,-1-2 1,0-3 18,1-1 0,-1-1 0,0-2 0,-2 1 80,-2-1 1,3 3 0,-5-2 287,0-1 0,-1 2 193,-6 0-193,0-1-260,0 2 1,0 2 0,-1 8 0,-2 3-11,-1 1 1,-1 2-1,5 4 1,-1 0-35,-4 0 0,4 1 0,-3 0 1,2 2-52,2 2 1,0-1 0,0-4 0,0 1-29,0-1 0,0 0-46,0 0 1,6-6-64,3-2 1,2-4 0,1-2 0,-2-4 23,-1-3 0,0-4 1,2-3-1,0-1 111,-3-1 0,1-2 0,3 3 0,-2-2 97,-1 2 0,-2 1 0,3 4 0,-2 1 142,-3 1 1,6 7-137,-3 2 1,0 2 0,-1 7 0,0 2-75,1 5 0,-6-1 0,4 2 0,-1-2-111,-1-2 1,6-1-1,-2-2 31,-1-1 0,5-6 1,-4 1 11,4-2 1,-3-8 0,-1-4 0,1-5 47,-1-3 1,2-5 0,-4 1 0,-1-3 74,1-1 0,0-5 1,-3-1-1,1 0 6,-1 0 1,0-3 0,0 4 0,2 2 28,-3 1 0,0 8 1,-2 2 24,0 4 0,0 8-61,0 6 1,-4 6-1,-2 8 1,-2 3 4,-2 0 0,3 6 1,0-2-1,-1 1-54,1 0 0,4-6 1,-1 3-1,2-2-55,2 1 0,0-5 0,0-4 0,0 1-7,0 2 1,6-4 0,3 0 0,3-1-52,1 0 1,0-2-1,0 2 1,0 0 37,0 0 1,0-2 0,-1 4-1,-2-1 58,-1 0 0,-6 3 0,1-2 0,-2 3 76,-2 1 0,-2 0 0,-2-1 1,-5-2 156,-3-1 0,-1-5 0,0 3-86,0-1 1,0-1 0,1-7-137,3-2 0,4 1 0,5-7 0,1-4-169,3-2 1,4-3 0,6 3 0,4-3-206,4-1 1,-2 2-1,2-3 1,0-1 92,-2 1 0,4-4 0,-5 5 1,0-2 175,0 0 0,-2 2 0,-4-4 1,0 4 166,1 1 0,-7-3 0,-1 3 0,-2 0 296,0 0 0,1 2 1,-5 3 252,0 1 0,-6 8-403,-3 5 1,2 5-1,0 10 1,-1 4-103,1 7 1,3 0 0,-4 7 0,3-3-73,2 1 0,-3 4 0,1-3 1,3 0-120,0 0 0,2-1 0,0-5 0,0 0-261,0 1 1,0-2 211,0-4 1,6-7 0,3-11 20,2-6 1,2-6-1,1-9 1,-1-2-9,0-1 1,-1-3 0,-2 2 0,-3-2 110,-1 2 0,3-1 0,-5 6 0,-1 1 351,-2 1 0,-1 2 206,0 0-400,0 5 1,0 8-1,0 11 1,0 3-102,0 4 0,0 4 0,0-5 0,0 1-278,0 1 0,2-5 0,1 4 0,1-4-412,-1-1 1,4 1-1,2-3 145,3-2 1,-3-3 0,-1-6 487,3 0 0,6 0 0,3 0 0</inkml:trace>
  <inkml:trace contextRef="#ctx0" brushRef="#br1" timeOffset="76">21696 15043 7422,'0'0'0</inkml:trace>
  <inkml:trace contextRef="#ctx0" brushRef="#br1" timeOffset="77">20843 15726 7968,'51'-17'-68,"-2"-1"1,0 1-166,0-2 1,5 4 0,-1-3 0,-7 4 151,-3 1 0,-5 4 0,-3 2 1,-6 1-177,-6 3 1,-8 1 256,-6 2 0,-8 0 0,-1 0 0,-6-5 0,-7-3 0</inkml:trace>
  <inkml:trace contextRef="#ctx0" brushRef="#br1" timeOffset="78">20357 13414 8395,'-2'-12'-27,"-1"2"0,-1 1 52,1-1 0,0 3 60,-1-2 0,-2 7 0,-3 4 1,3 11-87,1 12 0,-1 7 0,-5 9 0,4 3 4,1 4 1,2 3-1,4 0 1,0-3-114,0-4 0,7-3 0,5-5 0,7-4-129,6-5 0,-2-11 0,9-3 239,0-7 0,2-11 0,5-2 0</inkml:trace>
  <inkml:trace contextRef="#ctx0" brushRef="#br1" timeOffset="79">20580 13598 8352,'-20'0'-262,"2"0"0,4-2 0,0-1 306,1-1 0,4 0 1,2 2 262,1-2 0,3 1-280,8-6 1,-2 6 0,5-3 0,3 2 0,0 0 1,3-5-1,-1 3 1,0 0-71,0 0 0,0 0 0,0 4 31,0-3 1,0-1-1,1 3-34,-1-1 0,-5 0 15,1 4 1,-6 1 22,2 3 0,-4-1 0,-1 6-13,0 1 1,0 2 0,0 1-26,0 0 1,6-1 0,1-2 0,2-1-3,0 1 1,-1-2 0,6 0 0,-3 2 31,-2 2 1,1 1-1,-4 0 1,0 1 52,0-1 0,-2 4 0,-5 2 0,-4 0 142,-4 0 1,-8 5 0,-5-4 0,-3 0-4,-1-2 1,0 1-1,-1-2 1,1-1-37,0-1 1,5-3 0,4-3 0,2-5-289,2-3 0,6 2-195,3-3 1,9-3-1,9-10 1,6 0-199,5 0 1,1 0 0,0-2 539,1-2 0,-1-4 0,0-5 0</inkml:trace>
  <inkml:trace contextRef="#ctx0" brushRef="#br1" timeOffset="80">20751 13637 7391,'-8'-6'-91,"4"-2"1,1-3 0,0 1 378,-1 1 1,0 5 0,5-3-126,3 1 1,4 0 0,5 3-152,0-1 0,0-1 1,0 5-1,-1 2 13,-3 2 1,1 3 0,-4 7 0,-1 0-63,1 4 0,-1 1 1,-5 4-1,0-1 74,0 1 0,0 1 0,0-1 0,0-3 41,0-1 1,-2 3 0,-1-4 74,-1-2-204,0-1 0,9-8 0,6-3 0,3-4-218,4-4 1,5-3-1,-2-7 1,0 0 268,1-4 0,0-2 0,4-6 0</inkml:trace>
  <inkml:trace contextRef="#ctx0" brushRef="#br1" timeOffset="81">21289 13506 8001,'0'-8'176,"5"13"0,-1 8-134,-1 2 0,-2-1 1,-1-1-1,0 0-24,0 1 1,0 3-1,0 1 1,0-2-125,0-2 1,0 1 0,0 1-351,0 1 421,0 1 1,2-11 0,2-2 0,4-5 27,-1-5 1,6 2-1,-1-5 1,4-3 20,0 0 0,3 2 0,-2 2 0,-1-1 30,-1 1 0,-2 4 1,0-1 7,0 2 0,-1 4 4,-3 2 0,-5 3 0,-8 7 0,-5-1 20,-3 0 1,-5 0 0,-1 0 0,2-1 45,2-3 0,0 1-178,1-6-77,0 1 0,7-7 0,6-2 0,8-5-80,3-3 0,7-1 1,-1-1-1,-1-3 92,-1 0 0,2-2 0,1 3 0,-2-2 113,-1 2 1,-2-3-1,-2 2 1,0 2 214,-3 5 0,-3-2 0,2 4 302,-1-4 1,3 6-257,-5 6 1,0 6 0,-4 7 0,0 0-204,0 0 1,0 5 0,0 1 0,0 0-14,0 0 1,0-2-1,0-4 1,0 1-199,0-1 0,0 0 1,0 0-1,0 0-807,0 0 0,0-4 968,0 0 0,-5 0 0,-3 4 0</inkml:trace>
  <inkml:trace contextRef="#ctx0" brushRef="#br1" timeOffset="82">21604 13427 8281,'0'-13'0,"-1"0"-256,-3 0 1,2-1 0,-2 1 0,2 0-199,2 0 27,0 6 427,0 1 0,6 0 0,1-1 0</inkml:trace>
  <inkml:trace contextRef="#ctx0" brushRef="#br1" timeOffset="83">21775 13282 8281,'-7'6'-372,"0"-4"0,4 4 0,-2-1 302,2 4 0,2 4 1,1 5-1,0 2 278,0 1 1,0 8 0,0-3-1,0 2-307,0 0 1,0-1 0,0 3 0,0 0-310,0-1 1,0-2 407,0-5 0,0 2 0,0-3 0</inkml:trace>
  <inkml:trace contextRef="#ctx0" brushRef="#br1" timeOffset="84">21736 13650 8281,'0'-13'-528,"0"4"0,1 1 445,4-3 0,-2 4 0,5 0 0,3 0 67,0-1 1,4 1-1,1-3 1,1 2 30,-1 3 0,3-4 1,-1 4-1,-2 3 51,-1 0 0,-2-2 0,0-1 86,0 2 1,-4 3 0,-2 5-26,-1 4 1,3 2-1,-5 2 1,0 0 1,2 1 1,-3-1 0,4 0 0,-1 0 69,-3 0 0,3 0 0,-2 0-111,-1 1 1,-1-1 0,-2 0-78,0 0 1,-2-4 0,-4-2 0,-5-1-188,-5-3 1,-6 3 0,3-2 0,0 0-303,0 2 1,1-4-1,5 2 478,0-2 0,0-8 0,0-2 0</inkml:trace>
  <inkml:trace contextRef="#ctx0" brushRef="#br1" timeOffset="85">22195 13256 8080,'-7'-13'-1045,"1"4"1346,6 1 1,3 5-1,5 0 1,5 6-137,1 5 0,7 10 0,-1 2 0,2 2-33,0 0 0,-2 0 0,4 6 0,-4 1-86,-1 2 0,-1 1 0,-7-3 0,-2 3-255,-5 2 0,-8 1 0,-6 4 0,-8 2 209,-8 3 0,-6-3 0,-7 4 0</inkml:trace>
  <inkml:trace contextRef="#ctx0" brushRef="#br1" timeOffset="86">22340 14557 8146,'-7'-13'-233,"-4"4"1,7 0-1,0 0 56,-2 2 0,3 1 0,-6 9 581,-1 6 1,0 7 0,-1 15 0,3 7-121,-2 8 1,-1 3 0,1 7 0,3-2-155,1-1 1,2 1 0,4 0 0,0-1-237,0-7 0,7-11 1,5-8-1,4-8-206,0-5 0,3-2 0,0-3 0,1-6-555,3-6 0,-2-6 867,1-9 0,0-2 0,4-6 0</inkml:trace>
  <inkml:trace contextRef="#ctx0" brushRef="#br1" timeOffset="87">22563 14649 8146,'-4'-9'-98,"-1"0"0,1-1 10,-2-2 1,5 4-1,-5 0 421,0 2 1,-1 5 0,-5 8-151,3 6 0,2 14 1,4 0-1,-3 7-82,-1 7 0,4-2 1,-1 5-1,2-3-86,2-2 1,0-4 0,0-1 0,2-3-106,2-7 0,3 0 1,7-11-1,-1-4-54,0-2 1,4-7-1,1 0 1,-2-7 87,-2-5 0,-5-3 0,0-1 0,0-1 35,-2 1 0,-1-3 0,-6 0 0,0 0 14,0 0 1,-2 1 0,-2 5-1,-5 2-8,-2 2 0,2-3 0,0 5-140,-1 0 0,-2 1-570,-1 6 506,6 0 1,1-2 105,6-2 0,6 2 1,3-3 94,2-1 1,2 3 0,0-4 0,1-1 61,-1 1 0,0 0 0,0-4 0,0 3-10,0-3 0,0 4 0,1-2 1,-1 1 7,0 0 1,-4-2 0,-1 4 203,3-1 1,-4 3 153,2-5-252,-7 6 0,3-3-62,-10 6 0,0 2 0,-6 0 0,4 4-36,1 2 1,2 0 0,2 4 0,0-2-68,-3-1 0,1 0 1,4 4-33,0 0 1,1 0 0,4-1 0,3-2-75,4-1 1,-3-6 0,0 3 0,2-2-35,5 0 0,-1 1 0,2-5 0,-2 0 57,-2 0 1,0-6 0,0-3 0,1-3 55,-1-1 1,0 0-1,0-1 1,0-2 127,0-2 0,-1 0 0,-2 5 517,-1 0-335,0 0 0,-2 9 0,-3 8 0,-1 12 67,2 7 0,-4 4 0,3-1 1,-2 2-325,-2 2 1,0-2-1,0 3 1,0-3-251,0-2 0,0-1 1,0-3-1,0-3-59,0-1 1,0-7 0,1 0 299,4-3 0,2-10 0,6-5 0</inkml:trace>
  <inkml:trace contextRef="#ctx0" brushRef="#br1" timeOffset="88">23233 14583 7554,'0'-13'-511,"0"0"1,1 1 783,4 3 1,-4 5 0,4 8 0,-4 7 26,-1 5 1,0 4 0,0 6 0,0 1-190,0-1 1,0 0 0,0 0 0,0 1-140,0-1 1,0 0-1,0 1 1,0-1-146,0 0 1,-4-5-1,-1-4 1,2-2-229,2-2 335,-5 0 1,5-12 0,-4-5 0,4-8 74,1-5 1,0-4 0,0-5-1,0-2 35,0-2 0,0 1 0,0-5 1,0 0-1,0 1 0,1 4 1,2-2-1,2 3 16,-2 2 1,2 4 0,0 2 0,-1 1 64,2 3 0,-3-3 6,6 1 0,-1 1-118,6 3 1,-6 7-21,1 3 1,-2 4-63,2 4 0,-3 3 0,-6 7 3,0-1 0,0 0 0,-2 0 1,0 0 17,-3 0 0,-1 0 0,3 1 1,-1-1-44,1 0 1,2 0-1,1 0 25,0 0 0,1 0 1,3-1 24,5-3 0,0-2 0,3-4 0,2 1 18,1-1 0,-1 3 0,0 0 28,-1 1 0,-2 2 1,-2 4-1,-4 0 54,-4 0 1,-1 1 0,-1-1 0,-4 0 88,-4 0 0,-2 5 0,-4-1 0,-1-1 2,-1-1 0,-1-2 1,5 0-1,0-1-102,0-4 0,0 3 0,-1-7 0,3 0-247,2 2 1,2-4-382,2 2 0,5-4 224,0-4 0,2 2 0,6-4 356,3 1 0,0-3 0,3-5 0</inkml:trace>
  <inkml:trace contextRef="#ctx0" brushRef="#br1" timeOffset="89">23509 14636 8101,'9'-5'-562,"-1"1"1,-3 0 805,3 4 0,-5 5 1,2 4-1,-4 4-152,-1 5 0,0-4 0,0 5 0,0-1-113,0-1 0,0 1 1,0-5-1,0 0-244,0 0 0,-1 0 265,-4 1 0,-2-1 0,-6 0 0</inkml:trace>
  <inkml:trace contextRef="#ctx0" brushRef="#br1" timeOffset="90">23548 14425 8101,'-4'-8'-407,"-1"-1"1,1 0 406,-2 2 0,5-5 0,-11 5 0,5-6 0</inkml:trace>
  <inkml:trace contextRef="#ctx0" brushRef="#br1" timeOffset="91">23693 14281 8101,'-9'0'-732,"0"0"0,5 0 1102,-5 0 1,6 1-1,-1 4 1,2 5-81,2 6 0,0-1 0,0 4 0,0 0-212,0 2 1,2 3 0,1-1 0,2-1-165,3 1 0,-5 2 0,1 2 0,-2-1-257,-2 0 1,0 0 0,0 1 0,0-1-214,0 0 1,0-5-1,0-4 556,0-2 0,0-5 0,0-6 0,-5-9-46,1-13 0,-5 0 1,3 5 154,-1 0 0,3 0 209,-5 0 0,6 4 0,-2 0-68,4-1 1,1 3-1,0-2-137,0-1 1,4 3 0,2-1-1,2 1-93,2 0 0,1-1 1,3-2-1,-1 1-43,0-1 0,0 0 0,0 0 0,0 1-28,0-1 1,0 3-1,1-2 31,-1-1 1,0 2 0,0-1 23,-6 7 0,-1-3 0,-6 10 8,0 3 0,2 4 0,1 1-13,1 0 0,6 0 0,-3 1 0,2-3 11,0-2 1,-2 3 0,3-4-1,-2 4 47,-2 1 0,-2 0 1,-4 1-1,0-1 54,0 0 1,-2 0 0,-2-1-1,-5-2-58,-2-1 1,-2-2-1,-1 2 1,3-4-219,2 1 0,-3-4 1,4 2-438,-4-2 1,-1-4 334,0-2 0,5-4 1,4-6-1,2-2 267,2-2 0,0-5 0,0 0 0,2-5 0,2-3 0,4-4 0,5 5 0,0-1-82,0-1 0,5 4 0,-1-3 0,1 4 175,0 0 1,-1 7-1,3 4 1,0 4 229,1 3 0,-5 6 0,3-1 1,-2 4-17,1 4 0,-1 8 0,-3 7 0,-1 2-145,0 2 1,-6 2 0,-3 1 0,-2 0-232,-2 1 1,0 3-1,-2 1 1,-2-2-136,-5-1 0,-4-2 1,-4 2-1,-5 1-128,-3 2 1,-1-5-1,1-4 1,3 0-760,5-2 1091,2-1 0,11-12 0,6-4 0,10-4 0,3-3 0,4-7 0,0 3 0,0-3-66,0 3 1,-2-3 0,-4 6 840,0-3-775,-5 5 0,3-3 0,-3 6 0</inkml:trace>
  <inkml:trace contextRef="#ctx0" brushRef="#br1" timeOffset="92">17218 7436 7535,'-6'-7'-636,"0"-1"1,-4 6 711,1-3 0,6-1 1,-3 2 73,1-5 0,3 2 0,-4 0 162,1 1 1,3 0-175,-2 2 0,2 1-76,2-6 0,0 4 0,2-2-12,2 1 1,-1 2-25,6 4 1,-6-1-30,1-4-493,-3 4 496,-1-5 0,0 6 0,0 0 0</inkml:trace>
  <inkml:trace contextRef="#ctx0" brushRef="#br1" timeOffset="93">15156 6884 8108,'-20'0'0,"2"-1"0,3-4 0,-1 3 0,2-6 0,2 2 0,6 2 119,-2 4 1,5 6 0,-2 4 0,4 5-37,1 2 0,0 5 1,0-3-1,0 1-190,0 4 1,1-4-1,2 1 1,2-1-38,-3 1 0,4-5 1,-1 1-1,-1-2-305,2-2 1,-3 0-421,6 0 869,-7-6 0,10-1 0,-5-6 0</inkml:trace>
  <inkml:trace contextRef="#ctx0" brushRef="#br1" timeOffset="94">15051 6858 8108,'4'-13'0,"2"0"0,0 0 22,0-1 1,4 1-1,0 2 1,6 2 31,6 4 0,-1 4 1,0 2-1,1 5-6,-1 7 1,2 6 0,-5 8 0,-2-1-70,-2 0 1,-2 2-1,-3 1 1,-5 3 52,-2 2 0,-2-5 1,-2 2-1,-2-4-16,-5 0 0,-9-2 0,-3-2 0,-4-3 10,-2-1 0,-3-3 0,-2-5 1,0-4 14,0-1 0,1 3 0,6-5 0,3-1-365,5-2 1,4-2 0,4-4 0,4-3-120,4-4 0,7-1 0,4-2 443,6-2 0,4-4 0,7-5 0</inkml:trace>
  <inkml:trace contextRef="#ctx0" brushRef="#br1" timeOffset="95">15327 7055 7668,'-8'-1'39,"4"-4"0,4 4 1,3-5-69,1 0 0,7 5 0,-3-5 1,4 1 37,1 1 0,-1-6 1,-2 3-1,-1-2-10,1 0 0,2 0 0,1-4-4,0 0 1,-6 0-1,-1 1 1,-2 2 48,1 1 1,-1 0-32,-4-4 1,-6 6 0,-2 3 152,-4 2 1,-1 4 0,0 2 0,-1 5 99,1 2 1,0 7 0,2-1 0,0 1-147,3 1 0,5-3 0,-2 4 0,4-1-137,1-3 1,1-1 0,4-2 0,3 0-182,4 0 1,3-5 0,2-2 0,4-2-429,-1 0 1,5 1 0,-3-5 625,3 0 0,7-6 0,1-1 0</inkml:trace>
  <inkml:trace contextRef="#ctx0" brushRef="#br1" timeOffset="96">15799 6792 8108,'-18'0'-40,"1"-4"0,-3 0 1,1 1-236,3 1 1,1 2 0,2 2 548,0 2 1,4 8-1,2 7 1,0 1-18,0 3 0,4 2 0,-2 0 0,2-2 9,-1-1 1,2-1-1,0 1 1,4-5-103,7-2 1,3-2-1,2 0 1,3-1-164,0-3 0,5-4 1,-3-5-1,1 0-365,4 0 0,-1 0 0,0-1 0,-1-2-242,2-1 0,-4-7 1,2 3 605,1-4 0,2-1 0,1 0 0</inkml:trace>
  <inkml:trace contextRef="#ctx0" brushRef="#br1" timeOffset="97">16325 6477 8024,'-13'7'253,"4"-1"0,2-4-70,1 2 1,1-1 0,5 6-3,0 1 0,0 6 1,0 1-1,0 0-66,0-3 1,0 5 0,0 2-1,2 0-218,2 1 1,-1-1 0,4 1 0,-1-3 20,-3 0 1,3-5 0,-2 4-1,-1-4-192,-1-1 1,-2-4 0,0 0-573,0 1 1,0-3 845,0 2 0,0-6 0,0 3 0</inkml:trace>
  <inkml:trace contextRef="#ctx0" brushRef="#br1" timeOffset="98">16207 6713 8238,'-12'-5'0,"2"-3"0,2 0 76,3-1 0,0 4-218,5-3 0,6 5 0,3-2 0,2 2 60,3-1 1,-1 3 0,0-5-1,1 1 235,4 1 1,-3-5 0,4 3 0,0 1-116,2-1 1,-2-3 0,0 5 0,-1 1-104,-1 1 0,5 2 1,-4 0 33,-2 0 0,-3 6 1,-3 3-1,-3 3 22,-1 1 0,-1 0 0,-5 1 0,0 2 13,0 2 1,0-1-1,1-3 20,4-1 0,-3-6 0,6-1 1,-1-2 10,0 1 1,2-2 0,4-8 0,2-4-12,2-2 1,-2-2 0,2-2 0,-3-2 89,-6-5 1,3 3 0,-7 0 0,-1 1-39,-2 1 1,-2-1 0,-5 6 0,-6 4-91,-4 3 0,-11 4 1,0 1-1,0 1-163,-1 4 0,2 2 0,1 6 0,1 0-599,3 0 776,4 1 0,-2 4 0,6 3 0</inkml:trace>
  <inkml:trace contextRef="#ctx0" brushRef="#br1" timeOffset="99">17008 6293 6536,'-8'0'571,"3"0"0,5-1-593,0-4 42,0 4 1,0-7 241,0 4 186,0 3-291,0-5 0,0 12 0,0 2-167,0 4 0,1 1 0,2 2 0,1 1-90,-1 1 0,0 5 1,0-3-1,2 0-279,-3 0 1,1 3-1,0-3 1,2 0 378,-2 0 0,4-1 0,0-5 0</inkml:trace>
  <inkml:trace contextRef="#ctx0" brushRef="#br1" timeOffset="100">17021 6346 8209,'-13'-6'0,"0"-3"-440,-1-3 0,7-1 467,3 0 1,4 6-1,3 1 1,3 2 225,1-1 1,2-4 0,4 4 0,0-1-57,0 0 0,0-3 0,0 3 1,0 0-118,1 1 0,0-4 0,2 3 0,2 0-23,-2 0 0,-2-2 0,-1 2 0,1 0-222,-1 0 0,0 0 0,0 3-527,0-1 0,-4 0 273,0 4 1,-6 1-43,1 3 0,-8 2 461,-5 3 0,-9 9 0,-2-4 0</inkml:trace>
  <inkml:trace contextRef="#ctx0" brushRef="#br1" timeOffset="101">16995 6438 8209,'-8'-2'-378,"4"-2"1,4-2 0,4-3-1,5 3 635,3 0 1,1 5 0,1-5 0,3 2-124,0-1 0,5-3 0,-3 2 0,0 0 9,0 0 0,3-4 0,-3 3 1,0-2-265,0 0 0,-2 6 0,-5-3-1028,-3 1 1149,2 3 0,-9-4 0,4 6 0</inkml:trace>
  <inkml:trace contextRef="#ctx0" brushRef="#br1" timeOffset="102">17467 6188 8172,'-13'-6'-218,"5"5"1,-1-4-366,-1 4 927,4-5-199,0 5 1,6-4 27,0 10 1,1-3 0,2 7 0,2 1-104,-2 2 1,2 1 0,0 0 0,-1 1-67,2-1 0,-5 1 0,4 2 0,-4 2-54,-1-2 0,0 0 1,0 0-1,0 2-65,0-2 0,0-2 0,0-1 0,0 0 6,0 1 0,0-6 1,0 1-300,0 1-144,0-4-85,0 0 637,0-6 0,0 0 0,0-6 0,0-1 0</inkml:trace>
  <inkml:trace contextRef="#ctx0" brushRef="#br1" timeOffset="103">17047 6398 8262,'-13'0'-512,"0"0"82,0 0 0,5-6 516,4-2 1,3 0-1,2 0 43,3-3 0,4 1 1,5 0-1,0 1 48,0-1 1,5-2 0,1-1 0,0 0-62,0 0 0,4 0 0,-3 0 0,2-1-49,0 1 0,-4 4 0,4 1 1,-1-1-29,0 2 0,-1-4 0,-4 7 1,2 1-115,-2 2 1,-2 1 79,0 0 1,-7 6 0,-4 2 13,-6 4 0,-4 5 1,-7 1-1,1 0-9,0 0 1,-4-1-1,-2 3 1,0-1-53,0-3 0,-5-1 1,4-2-1,-2 0-18,0 0 1,6 0-1,-1-1 1,2-2-72,2-1 0,4-6 32,0 1 0,8-2 1,1-4 61,7-2 1,9-2 0,3-4 0,2 2 23,2 3 0,2-4 0,1 4 0,0 1 10,1-2 1,-1 5 0,-1-4 0,-3 4 14,-5 1 0,-2 4 1,-4 2-1,-2 1 47,-4 4 1,-5 0 0,-6 2 0,-7 1-34,-8-1 0,-5 0 0,-3 0 0,-3 0 130,-2 0 0,3 0 1,-2 1-1,-1-3-53,1-2 0,5 1 0,0-5 0,6-2-119,3-2 1,2-1-1,4 0-289,0 0 0,7-1 0,6-4-28,7-4 0,11-2 0,3-2 0,4-1 333,2 1 0,-1 0 0,0 0 0</inkml:trace>
  <inkml:trace contextRef="#ctx0" brushRef="#br1" timeOffset="104">17454 6241 6273,'-7'0'1727,"0"0"-1464,2 0 1,4 1 0,-4 3-187,4 5 0,1 3 1,0 1-1,0 0-81,0 0 0,0 0 1,0 0-1,0 1-141,0-1 1,0 0 0,0 0 0,0 0-376,0 0 1,0-4 0,1 0 519,4 1 0,-4 2 0,5 1 0</inkml:trace>
  <inkml:trace contextRef="#ctx0" brushRef="#br1" timeOffset="105">17454 6070 8199,'0'-18'-69,"0"1"0,0-1 0,0 5-226,0 0 0,2 6 1,2 2-58,5 4 1,3 1 351,1 0 0,0 6 0,0 1 0</inkml:trace>
  <inkml:trace contextRef="#ctx0" brushRef="#br1" timeOffset="106">17678 6135 8131,'-14'6'27,"6"-4"1,0 4 0,3-1-2,2 4 0,3 3 0,4 1 0,3 2 30,1 2 0,3-1 1,-2 5-1,1-2-98,-1-3 1,1 0 0,-4 0 0,0 1 61,0-1 0,2-1 0,-3-2-301,-2 0 158,-2 0 0,-7-5 81,-2-4 0,2-4 1,0-4-1,2-5 7,-1-3 1,1-2 0,4-2 0,0-2 45,0 2 0,1-3 1,4 0-1,3 0 53,4 0 1,1 2 0,0 3 0,0 1 107,1 0 0,3 0 1,1 1-1,-1 4-3,2 3 1,-4 4-1,2 1 1,-2 0-65,-2 0 1,-1 6 0,-2 2 0,-3 5-125,-1 5 0,-2-2 0,-4 4 0,0-1-214,0-3 1,0 3-1,-1-1 1,-2-2-116,-1-1 1,-5-2 0,3-2 0,-1 0-694,-3-3 1041,4-5 0,-6 9 0,5-5 0</inkml:trace>
  <inkml:trace contextRef="#ctx0" brushRef="#br1" timeOffset="107">18124 6122 8200,'-13'-11'-209,"0"0"115,0 3 0,4 5 0,0-2 103,-1 4 1,3 2 0,-2 2 232,-1 2 0,2 5 0,0-1-37,-3 2 1,4 2 0,0 1-229,1-1 1,2 0 0,4 0-100,0 0 1,0-4 90,0 0 1,1-6 0,3 1-28,5-3 1,-1-2 0,0-2-1,2-3-7,2-1 1,1 4 0,0-1-95,1 2 1,-6 2 0,1 0-58,1 0 1,1 2 0,-1 0-99,-2 3 1,-3 4-1,2-4 314,-1 3 0,-2-4 0,-4 5 0,0-8 0,0-1 0,0-5 0,0-9 0,0 1 0,5 0 0,-1 0 0,-1-2 28,-2-2 1,4 2 0,1-2-1,1 2 267,3 2 1,2 0-1,2 1 1,3 2-93,0 1 1,2 5 0,-1-3 0,2 1-185,0 3 1,4 3 0,-7 3 0,-2 3-47,-5 1 1,0 2 0,-5 4 0,-2 1-9,-2 4 1,-2-4-1,-4 4 1,-4-3-37,-2-2 0,-2 0 1,-2-1-1,-1-4 48,-2-3 0,1 0 1,4 0-1,0-2-17,0-2 0,-1-2 9,1-4 0,6-2 0,3-6 0,4 0-7,4 0 0,3 0 1,6-1-1,2 1 2,3 0 0,1 0 0,4 0 0,-3 1 45,-1 3 0,5-1 0,-4 6 1,2 1-14,0 1 1,-6 2 0,1 0 0,-2 0-52,-2 0 1,0 2 54,0 2 63,0-2 83,-5 4 1,2-8 0,-4-2 95,1-5 0,0 2 1,4-1-1,-3 1 117,3 0 0,0 4 1,2-2-145,1 4 0,-1 2 1,0 4-152,0 4 1,-6 2 0,-2 4-1,-4 1-267,-1 1 0,0 2 0,0-1 0,0 2-249,0 1 0,-4 2 1,-2-4-1,0 0-278,0 0 0,-3-6 730,5-4 0,0-6 0,4 3 0,0-6 0</inkml:trace>
  <inkml:trace contextRef="#ctx0" brushRef="#br1" timeOffset="108">18781 6122 8200,'20'-13'-75,"-2"0"1,-4 0 202,-1 0 0,1 4 0,-1 2 950,0 1-1103,-6 1 1,-1 7 24,-6 2 0,-6 9 0,-1 8 0</inkml:trace>
  <inkml:trace contextRef="#ctx0" brushRef="#br1" timeOffset="109">15432 7489 8180,'-5'13'-44,"1"0"1,1 0 64,2 0 1,-4 0 0,1 2 0,1 2-27,1 5 0,2 3 0,0 3 0,0 1-19,0 2 0,2 4 0,1-5 0,3 1 118,1 1 1,-3-8 0,4 2-1,-1-3-95,0-2 0,2-2 0,4-8 1,0-1-7,0-1 0,2-6 0,1 2 0,3-5-85,1-5 0,-1-2 0,5-6 1,1 0-15,-2-1 0,-1 1 1,1 0-1,-1-1-18,1-4 0,-4 3 0,-3-2 0,-4 2 112,-3 2 0,-6 0 1,1 0 70,-2 0 1,-8 1-1,-3 2 1,-3 3 157,-1 1 1,0-3 0,0 5 0,0-1 13,0-1 1,0 5-1,-1-3-65,1 2 0,0 2-99,0 0 0,6 2 1,4 2-5,6 5 0,3 2 0,5 3 0,1-1-18,2 0 1,7 0 0,-2 2 0,0 1 22,0 1 0,3 1 0,-5-4 0,-1 2 12,-1 2 1,-2 1 0,-1-3-1,-4 1-10,-3-1 1,-4-5 0,-2-3 0,-4 3-85,-3 0 1,-5 2-1,-5-1 1,-4-2-212,-3-1 1,-5 0-1,-1 4 1,0 0-245,-1 0 1,5 0 0,-6 1 468,1-1 0,-1 6 0,-7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2561 8198 8495,'-26'-6'-158,"-1"-3"0,1-2-124,0-2 1,10 1 382,3 3 0,8 5 0,1 8 0,3 5 23,1 3 0,1 5 0,3 2 0,5 2 35,3 2 1,1-3-1,2 1 1,1-1-35,1 1 1,6-5 0,1 1-1,5-2-36,6-2 1,3-6-1,4-2 1,4-4-87,2-1 1,10-7-1,-4-6 1,4-8-20,5-4 0,-27 10 1,1-2-1,1 0 1,0-1-1,0 0 0,1-2 1,2 1 1,0-1-1,-2 1 1,1 0-1,2 0 1,0 1-1,0 2 1,-2-1-2,0 1 0,-1 0 0,-4 1 1,-1 1-1,17-10 0,-10 4-4,-9 1 1,-8 1 0,-5 7-1,-5 0-163,-3 3-83,-5 5 0,-2-3 0,-9 7 43,-9 4 1,1 2 0,-6 6 0,2 0-667,-1 0 889,-5 1 0,-3 5 0,-8 1 0</inkml:trace>
  <inkml:trace contextRef="#ctx0" brushRef="#br0" timeOffset="1">9115 7173 8553,'-14'-1'-773,"1"-4"1,2 3-1,0-6 561,3 2 343,-1 2 1,0 4-107,0 0 0,6 1 218,-1 4 0,-2 2-63,2 6 1,-2 0 0,3 1-107,-1-1 1,-1 0 0,5 0-30,0 0 1,0 0 0,0 0 0,2-1-23,2-3 1,-1 3-1,6-5 1,1 2 13,2-1 0,2 0 0,2 2 1,3-3 4,2-1 1,1-2 0,4-2 0,2 1-41,2 1 0,4 1 0,8-5 0,5 0 27,5 0 0,11-2 1,3-1-1,-29 1 0,0 0-56,4 0 1,0 1-1,1-2 1,1 0-1,1 1 1,-1 0-1,-2 0 1,0 1 13,-3 0 0,0 0 0,35 0 0,-3-2 1,1-2-7,-2 3 1,2 0 0,-6 2-1,5 0 11,3 0 0,0 0 0,1 0 0,-5 0 37,-7 0 0,-2 0 1,-3-1-1,3-2 17,0-2 0,0-3 0,-2 2 1,8 0-36,7 0 1,-33 2-1,1-1 1,1 3 0,-1 0-1,0 0 1,-1 0-15,-2-2 0,0 2 0,33 0 0,-5-4 0,-2 2-10,-3 0 0,-1-2 1,-3 3-1,6-1 4,5 1 1,5-3-1,-33 3 1,-1 1 0,1 0-1,-1 0 6,0-1 0,1 0 0,34 2 0,-1-5 0,-3 1 3,-6 1 0,-2 0 1,-7 4-1,5 0-10,4 0 0,-5 0 0,6 0 1,-2 0 13,-3 0 1,-2 0 0,-5 0 0,-2 0 24,-3 0 1,-3 0-1,-5 0 1,-3-2-3,-1-2 1,0 2 0,-5-2 0,-2 3-24,-1 1 0,-1 0 1,2-2-1,2-1 46,-2-1 0,3-1 0,-1 5 0,0 0 6,1 0 0,-4-1 0,2-2 1,-4-1 29,-4 1 0,-1 1 177,-4 2-250,-8 0 1,1-4-643,-14 0-364,2-1 993,-3 5 0,16-6 0,4-1 0</inkml:trace>
  <inkml:trace contextRef="#ctx0" brushRef="#br0" timeOffset="2">9666 11469 8147,'-7'-1'-262,"3"-3"0,8-2 0,6-3 0,6 3 325,6 0 0,4 3 0,3-4 1,4 0-35,0-1 0,2 6 1,5-4-1,0 1 38,4 1 1,4-2 0,9 3 0,6-1-38,6 1 1,-29 0 0,1 0 0,7 0 0,1 0 0,4 0 0,2 0-29,2 0 1,1 1 0,3-2-1,1 2 1,-1 0 0,0 1-1,1-1 1,0-1-144,2 2 1,1-1 0,-2 0 0,2-1-1,5 0 1,0 1 0,0 0 0,-1 0 110,-2-1 1,0 0 0,-2 2 0,0-1 0,-6-1 0,-1-1 0,-1 1 0,-1 0 18,-1 1 0,0 1 1,1 0-1,0-1 0,0 1 1,1-1-1,-1 0 0,0-2-4,-1 1 1,-1-1 0,-8 2 0,-3 0 0,-3-2 0,-1-1 0,31-4 110,-4 2 1,5-5-1,2 5 1,0-2-65,-3 0 1,-4 6 0,-6-1 0,-9 3-50,-10 1 0,-9 0 0,-10 0-211,-5 0 1,-8 1-1,-5 3-34,-2 5 0,-2-1 0,0 0 0,0 3 262,0 0 0,0-3 0,0-3 0</inkml:trace>
  <inkml:trace contextRef="#ctx0" brushRef="#br0" timeOffset="3">9863 12534 8321,'-13'-14'-365,"0"1"1,6 0 0,1 0 0,1 0 471,1 0 0,0 0 1,4-1 59,0 1 1,1 6-150,3 3 1,4 2 40,5 2 1,-4 6 0,-2 3 0,-1 4 35,-3 4 0,3 4 0,-2 5 0,0 2-47,2 3 0,-3 4 1,4 7-1,-1 5-7,-3 4 0,3 1 0,-2 13 0,1 5-41,-2-33 0,0 1 0,-3 2 0,1-1 0,1 5 1,0 1-1,-1 1 0,0-1-4,-1 0 1,0-1-1,0-2 1,0-1-1,0 0 1,0 0 0,0-2-1,0-1 4,0 37 1,0-13 0,-2-2 0,-1-9 9,-1-7 1,0-4 0,4-5 0,0-6 47,0-6 1,0-4 0,0-6-12,0 0 0,1-4 0,2 0-28,1 1 0,5-3 0,-3 1 1,1-1-34,4 0 0,-4-4 0,3 3 0,3-1 6,3-1 1,8 2 0,-2-3 0,2 1 30,3-1 1,5 3-1,3-2 1,4-1 13,5-1 1,8-1 0,11 2-1,9 1-39,-31-2 1,1-1 0,-2 0-1,0 0 1,4-1 0,1 0 0,-2-1-1,-1 0 1,-1-1 0,1 0 0,0 1 0,1-1 1,-3-1-1,1-1 0,2 0 0,0 0-74,2 0 1,1 1-1,1 1 1,2 1-1,6-2 1,1 0-1,3 1 1,0 0 75,4 0 0,0 0 0,-4-1 0,0 0 0,-2 1 0,0 1 0,-2-1 0,1-1-116,0 2 1,2-1-1,4 0 1,2-1-1,6 0 1,1 1-1,-2 0 1,0 0 87,-3-1 0,-2 0 1,-5 2-1,-1-1 1,-2-1-1,0-1 1,2 0-1,1 1 19,4-1 0,1 0 0,-1 2 0,1 0 0,0-2 0,0-1 0,-5 1 0,-1-1 23,-4 2 1,0-1 0,-1-1 0,-1 0 0,-2 2 0,-1 0 0,4 0-1,-1 0-57,2 0 0,-1 0 0,0 1 0,-1 0 0,-2 2 0,-1 0 1,-2 0-1,-2 0 57,-2 0 0,-1 0 0,25 0 0,-9-2 0,-8 0 93,-5-3 0,5-1 0,-2 3 1,3-1-32,1 1 1,-3-3 0,-4 2-1,-3 1 45,-4 1 1,-7-2 0,-1 0-1,-3 1-119,-5 1 0,-3 1 1,-6-2 274,0-1 1,-6-2 0,-3 1-219,-2-3 1,-2 0-1,0 0 0,-2-3 130,-2 0 0,-2-4 0,-4-2 1,1-5-121,-1-3 1,3-3-1,-2-1 1,-1-5-16,-2-4 1,-1 2 0,1-9 0,2 1-110,1 0 1,-1-10 0,-4 0 0,-1-3 49,3-1 0,-2-1 0,-4 2 0,2-5 86,2-7 1,-3 2 0,3-3-1,2 4 9,1 5 1,3-3 0,1 4 0,0 0-48,-1 3 0,4 3 1,-5 3-1,-1 1-44,-2 2 1,-1 12 0,0-1 0,-2 6-48,-2 5 0,1-3 0,-6 8 1,-1 1 4,-2 2 1,3 4 0,0 1-1,0 0 62,2-1 1,-4 3 0,7 2 0,-1 3 11,-1 0 0,5 5 0,-5-3 0,1 2-18,1 2 0,-2 0 0,3 0 0,-3 0-38,-2 0 0,0 6 1,-7 1-1,-4 2 6,-8 0 1,-2-2-1,-11 3 1,-6-1 11,-8 1 0,-6 2 1,33-6-1,1 0 0,-1-1 1,-1 0 4,0-1 0,-1 1 0,2-1 0,0 0 0,-2 3 0,-1-1 0,1 1 0,-2-2-74,-1 0 0,-2-1 0,-4 2 0,-3 0 0,-4-2 1,0 0-1,-2 2 0,0 0 69,1 0 0,1 1 0,2 0 1,0-1-1,3 1 0,1-1 1,-2 1-1,0 0 0,-3-1 0,0 1 1,-2 1-1,0 1 1,-5 0-1,-1 0 1,3-1-1,0 0 8,2-1 0,1 0 0,-1 1 0,1-1 0,4 1 0,0 0 0,-3 1 0,0 0 17,1-1 1,-1 0 0,0-1 0,1 0 0,-2 0-1,1-1 1,1 0 0,2 0 20,1-1 1,2-1-1,10 0 1,3-1 0,-27 0-1,11 1-17,6-1 0,0-1 1,5-2-1,2 0-98,1 0 0,3 0 1,1 0-1,4 0 4,1 0 0,6-5 0,5 0 1,2-3 21,3-2 1,6-2 0,1 1-1,0 0-82,2 3 0,0-1 0,4-4 0,-2 0-146,3 0 0,0 4 1,2 0-1,0-1-213,0-2 1,0-1-1,0 0-6,0 0 496,0 0 0,6-1 0,1 1 0</inkml:trace>
  <inkml:trace contextRef="#ctx0" brushRef="#br0" timeOffset="4">15957 11351 8275,'0'-22'-12,"0"0"0,0 0 62,0 2 1,0-3 0,-1 5-1,-2 2 37,-2 2 0,-1 2-189,2 3 0,-3 3 0,-6 8 1,0 2 26,-1 5 0,-3 7 0,-2 4 0,-3 4 86,-6 3 1,1 13 0,-8 1 0,-2 4 6,-1 5 0,-1 7 0,-1 4 1,21-29-1,0 0-25,-16 34 1,17-33 0,0 1 0,2 0 0,0 1 0,0 0 0,0 1-45,-1 1 1,2-1 0,0-1 0,0 0-1,-8 31 1,3-15-2,1-12 0,3-17 0,5-10 0,3-5 28,-3-4 1,4-12-1,0-4 1,0-1 56,-1-1 1,-1-3 0,-2 0-1,1-3 15,1-2 0,4-2 0,-2-3 0,1-1-31,3-2 0,-2 5 1,0 4-1,2-1 2,2-2 0,1 5 0,0 2 78,0 3 1,0 10 14,0 5 1,0 7 0,0 12-1,0 7 55,0 8 1,-2 5-1,-2 5 1,-5 3-59,-2-1 0,-3 5 0,1-2 1,0 0-18,0-1 1,0-4 0,0-9-1,0-6 370,-1-5-262,1 1 1,6-18-1,3-3-177,2-10 1,8-5 0,4-2 0,6-2-225,6-2 1,9 2-1,4-4 1,3 1-105,1 1 1,2-1-1,3 4 1,5-2 304,7-2 0,4-5 0,5 2 0</inkml:trace>
  <inkml:trace contextRef="#ctx0" brushRef="#br0" timeOffset="5">18584 7003 8181,'-5'-27'0,"1"2"5,1 4 0,2-4 0,1 4 1,0 1 335,0 2 0,0 4 1,1 2 31,3 3 0,-1 3 0,5 9-130,-2 6 1,4 6-1,-3 11 1,2 2-60,0 2 0,-5 5 0,3 8 0,1 2-133,-1 2 0,-4-5 0,3 2 0,-2-3-484,0-2 0,1-4 0,-5-1 1,0-2-254,0-3 1,0-3-1,0-4 1,0-4-973,0-4 1658,0-6 0,6-8 0,1-8 0</inkml:trace>
  <inkml:trace contextRef="#ctx0" brushRef="#br0" timeOffset="6">18794 7213 8097,'0'-13'72,"0"-1"521,0 1 1,1 2-1,2 0-738,2 3 0,0 5-500,0-2 645,2 4 0,6 7 0,0 1 0</inkml:trace>
  <inkml:trace contextRef="#ctx0" brushRef="#br0" timeOffset="7">19070 6963 8107,'-13'0'-84,"-1"2"0,1 3 505,0 9 1,0 5 0,1 7-1,2 2-193,1 2 1,6 5 0,-1 6-1,4 0-259,4-3 0,4-9 0,6-1 1,4-6-93,4-3 0,-2-8 1,2-6-1,1-5 13,2-5 0,-4-2 1,-4-7-1,-2-4 27,-2-4 1,-6-3-1,-2-1 1,-5 0 70,-5-1 1,-4 1-1,-8-2 1,-5-1 4,-3-1 0,3 3 1,0 7-1,1 1-201,0 3 0,-2 3 0,5 4 208,2 5 0,2 2 0,1 2 0</inkml:trace>
  <inkml:trace contextRef="#ctx0" brushRef="#br0" timeOffset="8">19346 6819 9713,'0'13'0,"0"1"392,0 4 0,5 8 0,3 11 0,0 3-186,1 4 0,0 6 0,3-3 0,-2 1-232,-1 0 1,-5-6 0,3 1 0,-1-7-430,-3-5 1,3-3 0,0-4 454,1-2 0,2-3 0,4-6 0</inkml:trace>
  <inkml:trace contextRef="#ctx0" brushRef="#br0" timeOffset="9">19792 7186 8294,'-7'-13'208,"1"0"1,6 0 48,0 0 0,0 4 0,1 2 1,4 0-266,3-1 0,9 5 0,2-1 0,2 1-370,7-1 0,0 2 0,7-4 0,1 2-27,2 0 1,2-1 0,-1 4 404,1-4 0,5-2 0,1-6 0</inkml:trace>
  <inkml:trace contextRef="#ctx0" brushRef="#br0" timeOffset="10">20370 6911 8294,'-7'-6'203,"-5"4"0,9-4 1,-4 8-1,1 2 44,3 5 1,2 4 0,1 5 0,0 4-217,0 2 0,4 3 0,0 0 0,1 1-163,0-2 0,-3 4 0,4-9 0,-2 4-45,1 2 0,-1-7 0,-4-2-148,0-4 0,0-8 1,0-6 246,0-7 1,0-11-1,0-5 1,0-6 85,0-6 0,0-5 0,0-2 0,0-3 231,0-2 1,0 0-1,0-2 1,1 2-155,4 2 1,6 1 0,7 4 0,-1 2-1,2 3 1,-4 5-1,3 9 1,-2 8-150,1 7 1,-7 5-1,2 2 1,-5 4-63,-4 3 1,-1 11 0,-4 8 0,-2 5 18,-5 1 0,-3 5 0,-1-3 0,0 3-89,0 2 1,6-1 0,2-1 0,4-1 17,1-2 1,1-6-1,5 1 1,7-3 140,8-5 0,8-3 0,3-6 0,0 0 184,0 0 1,-1 0-1,-6-1 1,-5-2 226,-7-1 0,-5 0 1,-11 4-42,-6 0 1,-6 0 0,-11-1 0,-2-2-82,-2-1 1,-2-1-1,-4 4 1,6-2-383,2-1 0,8-6 1,2 3-1,4-2-595,0 1 1,9-2 0,5-8-1151,7-4 1875,10-2 0,10-14 0,6-3 0</inkml:trace>
  <inkml:trace contextRef="#ctx0" brushRef="#br0" timeOffset="11">20882 6950 8294,'0'9'384,"0"-1"-19,0 3 1,0 0-1,0 4 1,0 1-47,0 2 1,-4 5 0,-2-3 0,0 2-368,0 0 1,-3-1 0,5 2-1,1-3-708,2-1 1,-4-1-1,1-5 756,1 0 0,2-6 0,1-1 0</inkml:trace>
  <inkml:trace contextRef="#ctx0" brushRef="#br0" timeOffset="12">20816 6871 8259,'-4'-32'-237,"0"-3"1,-1 4-1,4 4-153,-4 3 180,4 8 1,-5 5 209,6 11 0,6 11 0,1 10 0</inkml:trace>
  <inkml:trace contextRef="#ctx0" brushRef="#br0" timeOffset="13">20987 6884 8259,'0'13'-179,"2"1"0,1-1 222,1 0 0,0 4 1,-2 1-1,1-2 62,1-1 0,5 2 0,-5 1 0,1-1-49,0 2 1,-3-4 0,4 4 0,-2-2-184,0 1 1,1-1-98,-5-4 1,6-2 137,2-7 0,3-7 1,-1-15-1,-1-2 69,1 0 1,3-5-1,3 3 1,2-3 67,-2-1 1,3 1 0,-2 3 0,-1 5 137,-1 2 0,-2 6 0,0 2 40,0 1 0,-1 3 0,-2 8 0,-3 5-21,-1 6 1,-1 4 0,-5 5-1,0-2-316,0-1 1,0 0 0,0 4 0,0-1-89,0-3 1,0-3 0,0-6-579,0 0 1,5-5 773,4-4 0,3-2 0,1-2 0</inkml:trace>
  <inkml:trace contextRef="#ctx0" brushRef="#br0" timeOffset="14">22025 6648 8259,'-8'-13'-13,"4"0"1,1-1 276,-1 1 0,2 7 47,-2 6 1,2 8 0,2 9 0,0 5-68,0 3 0,0 6 1,0 1-1,0 1-137,0 4 1,2-5 0,1-1-1,1-4-40,-1 0 0,3-1 0,-2-1 1,1-3-82,1-5 0,-5-2 0,3-2 0,-2 0-1547,-2 0 1,0 0 565,0 0 1,-2-5 994,-2-4 0,-3-14 0,-6-5 0</inkml:trace>
  <inkml:trace contextRef="#ctx0" brushRef="#br0" timeOffset="15">21920 6950 8259,'-13'-12'-204,"-1"4"1,1-4 0,2 3 86,2-3 1,-1 4 273,5-1 1,1 5 0,5-4-27,4 2 1,-2-2-1,5 3 1,4 1-42,4-2 0,-1 3 0,4-4 0,0 1-60,3 3 1,-2-3 0,2 2 0,0-1-21,-2 0 0,3 3 0,-4-2 0,0 2-174,0 2 0,0 0 1,-3 0-1,2 0 95,-2 0 1,-1 5 0,-2 1-1,0 1 74,0 3 1,-4 2-1,-2 1 1,0 0 108,1 0 1,-4-4-1,3 0 121,-1 1 1,0 0 0,-3 0 420,1-1-545,1-6 1,-5 1 0,0-8 0,0-5-83,0-2 1,-2 2 0,-1 0 0,-3-1-322,-1-2 1,4-1 0,-3 1 291,1 4 0,3-4 0,-4 5 0</inkml:trace>
  <inkml:trace contextRef="#ctx0" brushRef="#br0" timeOffset="16">22760 6530 8182,'-13'-6'261,"6"4"1,2 2 0,8 9 0,3 3-258,1 1 0,2 4 0,3 2 1,-2 0-100,-1 0 0,-2-1 0,2-4 0,-5 2-2,-2 2 1,-2-1 0,0-3-1,0-1 1,-2-6 0,-2-3 74,-5-2 0,2-4 0,0-2 0,-1-6 55,1-6 0,4-5 1,-1-5-1,2 0 41,2 0 1,6-5 0,4 2 0,5 2-7,2 4 1,8 7-1,0 0 1,6 6-15,2 5 0,-2 4 0,2 1 0,-1 3 99,-2 6 1,-4 5 0,-4 12-1,-6 1 33,-6-1 0,-4 2 0,-8 1 0,-3 2 19,-9-2 1,-7-2 0,-14 0 0,-9-2-102,-6-4 0,-8-2 0,-2-5 1,2-3-114,5-2 0,6-3 1,9-6-1,5 0-375,7 0 0,7-7 0,11-5-1233,8-4 1617,12-2 0,20-7 0,9-2 0</inkml:trace>
  <inkml:trace contextRef="#ctx0" brushRef="#br0" timeOffset="17">23194 6674 8182,'-5'13'-109,"1"0"217,-1-5 1,7-3 0,2-6-1,5-2-62,3-1 0,1-6 1,0-1-1,0-3-44,0-4 1,-4 1-1,0 2 1,0-1 62,-2-2 1,3 1 0,-6 4 0,-1 0 176,-1 0 1,-2-1 0,0 1-31,0 0 0,-6 6 0,-4 2 0,-5 5 119,-2 5 0,-1 8 0,4 9 0,-3 3-77,0 1 1,1 2 0,6 1 0,2 2-384,3-2 0,0-2 1,7 0-1,2-2-494,5-4 1,4-2 0,4-7 0,5-3-378,3-5 0,3-2 1000,2-2 0,-2-6 0,4-1 0</inkml:trace>
  <inkml:trace contextRef="#ctx0" brushRef="#br0" timeOffset="18">23614 6477 8081,'-13'0'0,"0"0"31,-1 0 1,1 0-1,0 1 1,0 4 543,0 4 1,0 2 0,0 4 0,1 1-385,3 1 0,-1 7 0,6-2 0,1 1-234,1-1 1,8 1 0,3-5 0,3-4-129,1-3 0,6-1 0,3-4 1,2 0-411,3-1 1,-1 0 0,-1-7 0,-2-2 130,-1-5 1,-2-3-1,4-2 1,-4-2 425,-1-2 1,-1-4 0,-5 3 0,0-1 12,0-3 1,-6 4 0,-1 1 0,-1 4 375,-1 0 1,0 1 117,-4 0 0,-1 6 0,-4 4 0,-2 6-345,0 6 1,-5 8-1,3 4 1,-2 0-139,-2 1 0,-6 6 0,-2 6 0</inkml:trace>
  <inkml:trace contextRef="#ctx0" brushRef="#br0" timeOffset="19">23837 6267 8277,'-20'-26'0,"-4"5"0,7 2 235,1 0 0,6 6 1013,1 0-1248,6 6 0,3 18 0,7 4 0</inkml:trace>
  <inkml:trace contextRef="#ctx0" brushRef="#br0" timeOffset="20">23995 6543 6246,'8'0'1312,"1"0"1,-4-5-1085,3 1 1,-3 0-154,4 4 1,-7 1-1,3 3 1,-2 4-90,1-1 1,-2 6 0,2-1 0,-3 4-130,-1 0 0,0-1 0,0-2-102,0 0 1,0 0 117,0 0 1,0-4 91,0 0 1,0-8 0,0-1 0,0-7 25,0-5 1,0-1 0,0-2-1,0-1 11,0-1 0,5-1 1,1 5-1,-1 0 0,1 0 0,4 0 0,-1 0 0,3-1 1,1 7-1,0 3 1,0 2 1,0 2 0,-4 0 1,0 2-1,0 2 0,-2 5 1,0 4 0,-4 3-1,2 2-1,-2-2 0,-2-2 0,-1-1 0,0 1-3,0-1 0,-1-2 0,-2 0 0,-3-4 39,-2-1 0,4-2 71,-5-4 0,6-1 1,-1-4-1,3-4-30,1-2 0,0-2 1,0 0-1,1-1 33,3 1 0,-1-3 1,6 2-1,1 2-57,2 0 1,-3 2 0,0 1 0,1 5-26,1 2 0,-2 2 0,0 0-92,1 0 0,0 2 0,1 2-104,-3 5 1,1 3 0,4-1 4,0-2 0,0-2 0,1-4 0,-1 2 71,0-2 0,4-2 1,2-2-1,2-4 26,2-3 0,2 0 0,1-2 0,-1-3 68,-3-3 0,-3-2 1,-6 5-1,-1 0 268,-4 0 0,-3 1 0,-11 3-188,-7 5 0,-6 3 0,-7 1 0,-1 1-42,1 3 1,4 4 0,2 5 0,1 0-79,3 0 0,3 0 0,4 0 0,3 1-149,0-1 0,5 0 0,-2-1 0,7-4-73,9-3 1,6 0 0,8 0 0,-1-4 21,0-4 1,0-4 0,1-7 0,-1-3 122,0 0 1,-5-6-1,-4 1 1,-2-3 207,-2-1 0,-6-2 1,-3-1-1,-2-2 137,-2 2 1,-2-3 0,-2 1 0,-3 2 35,-1 1 1,-2 3 0,6 3 0,0 6 136,-2 6 1,3 4 0,-5 8-97,3 2 1,0 5-1,5 10 1,-1 6-238,-4 4 1,4 7 0,-3-1 0,2 3-329,2 2 0,0-1 0,0 1 255,0-1 0,-6 0 0,-1 1 0</inkml:trace>
  <inkml:trace contextRef="#ctx0" brushRef="#br0" timeOffset="21">24770 6727 8411,'-9'-12'-65,"2"2"-7,1 1 1,0 6 0,1-1 71,-3 2 0,-4 2 0,-1 0 0</inkml:trace>
  <inkml:trace contextRef="#ctx0" brushRef="#br0" timeOffset="22">19871 7016 8356,'-13'0'-164,"4"0"1,0-2 398,-1-2-194,-2 2 0,6-2 55,6 8 1,11-1 0,8 6 0,1 1 11,3 2 1,2 1 0,2 0 0,-1 0-46,0 0 1,5 1 0,-1 0 0,0 2-31,-3 2 0,0-1 0,-3-2 1,0 1-4,-2 1 0,-6 2 0,0-2 0,-6 0 9,-6-1 0,-2-1 0,-5-2 0,-5 0-129,-5 0 1,-9 0-1,-1 0 1,-5 1-392,-2-1 1,-7 4 480,2 1 0,-3 5 0,-1-3 0</inkml:trace>
  <inkml:trace contextRef="#ctx0" brushRef="#br0" timeOffset="23">18571 8185 8258,'-6'-13'-21,"0"0"0,-4 0 0,2-1-46,3 1 0,0 0 1,5 0 36,0 0 1,2 1 65,2 3 100,3 4 1,5 10-1,-3 6 1,-5 5 33,-2 6 1,-2 2 0,0 4 0,0 3-68,0 4 1,0 3 0,0 1 0,0 1-144,0-1 0,0-4 1,0 0-1,0 2 13,0 1 0,0-5 1,0-4-1,1-5-42,3-7 0,-2-2 0,2-2-163,-2 0 162,-2-6 0,0-7-172,0-8 209,-6-4 1,3 0 34,-6 3 1,0-1 34,-4 6 0,5-2 383,-1 2-190,6 2-186,-3-4 0,8 6 0,2 0-42,5 0 0,7 0 0,1 0 0,1-1-51,1-3 1,-3 2 0,4-2 0,1 1-55,-1-2 0,1 2 0,0-4 0,-2 0-6,0 0 1,-4 2-1,2-2 1,-3 0 71,-6-1 0,3 4 0,-7-5 1,-1-1-1,-2-2 0,-1 3 0,0 1 155,0-2 1,-1-1 0,-4 3 132,-3 3 1,0-1 366,0 2-502,5 0 0,-2 8 0,8 2 1,3 1 14,1 3 1,1 2 0,2 1-1,-3 0-105,-1 0 1,0 5-1,-3-1 1,1-1-68,-1-1 1,-1-2-1,-2 2 1,-2 1-190,-2 1 0,1 1 0,-6-6 0,0-2-699,2-1 0,-3-1 929,5 5 0,1 1 0,4-1 0</inkml:trace>
  <inkml:trace contextRef="#ctx0" brushRef="#br0" timeOffset="24">19267 8316 8283,'1'-17'-111,"4"-1"0,-3 5 0,6 4 1,-1 1 159,0 0 0,2-2 0,4 6 82,0 1 0,1 7 0,-1 6 0,-2 5 104,-2 3 0,1 9 1,-4 0-1,0 0-157,0 1 1,-2 3 0,-4-1 0,0 0-213,0-3 0,0 0 0,0-1 0,0 0-180,0 0 1,0-5-1,0-4 1,0-2-949,0-2 1262,0 0 0,12 0 0,2 0 0</inkml:trace>
  <inkml:trace contextRef="#ctx0" brushRef="#br0" timeOffset="25">19700 8356 8288,'-13'1'-147,"0"4"248,0 3 0,1 8 0,3 2 0,5-1-8,2 2 1,2 0 0,0 5 0,2-4-120,2-1 0,8-1 1,7-7-1,1 0 56,4-3 1,-1-5 0,0 2 0,-1-5-71,2-5 0,0-2 0,3-6 0,-1-2 51,0-2 0,-5 1 0,-4-5 0,-4 1 28,-4-1 0,-3-1 0,-6-2 1,-2 0-12,-2 2 1,-5 5 0,-8-4 0,-5 2-37,-3 3 0,-3 8 1,-1 3-1,-1 4-168,0 1 1,3 0 0,2 1 0,3 4-254,4 3 1,4 4 428,1 1 0,5 6 0,3 2 0</inkml:trace>
  <inkml:trace contextRef="#ctx0" brushRef="#br0" timeOffset="26">20304 8106 8169,'-20'0'0,"-4"-1"0,7-2 0,1-2 28,1 2 0,7 3 1,0 5-1,2 5 249,3 6 1,2 9-1,1 7 1,1 2-25,4 2 1,2 1 0,6-1-1,0-1-177,1 2 0,-1-4 0,0 1 1,0-2-228,0-3 1,-1-1 0,-2-3 0,-3-2-302,-1-1 1,4-6 0,-2 1 451,-1-2 0,10-2 0,-2 0 0</inkml:trace>
  <inkml:trace contextRef="#ctx0" brushRef="#br0" timeOffset="27">20711 8487 8594,'-5'-13'-492,"-3"6"1,-5-5 0,0 5 0</inkml:trace>
  <inkml:trace contextRef="#ctx0" brushRef="#br0" timeOffset="28">19188 9289 8321,'20'0'-223,"-2"0"1,1 0 0,0 0 0,3-2 22,5-2 1,6 1 0,7-6 0,4 0 233,4 2 1,3-6 0,2 3-1,-1-5 57,1-1 1,0 4 0,-1-5 0,1 2-9,-1 2 0,-1 0 0,-1 1 0,-4 2-42,0 1 0,3 2 0,-2-3 1,-2 2-115,-5 3 1,-2 0 0,-8 5 0,-1 0-190,-1 0 0,-7 0 262,-4 0 0,-2 0 0,-2 0 0</inkml:trace>
  <inkml:trace contextRef="#ctx0" brushRef="#br0" timeOffset="29">21591 8211 7823,'0'-14'0,"0"-2"-178,0-2 1,0 1 0,-1 3 381,-4 1 1,3 4-1,-7 2 1,-1 1-150,-2 3 1,-1 8 0,0 4-1,0 2 38,-1 2 1,3 5 0,0 1 0,4 1-57,1 4 0,2-4 1,5 2-1,4 0 8,4-2 0,4 4 1,4-5-1,5 0-33,3 0 0,-3 0 0,0-3 0,0 1-27,-2-1 0,3-1 1,-7-2-1,-2 0 31,-4 0 0,-9 0 1,-1 1 39,-7-1 0,-9-5 0,-5 0 0,-2-1 97,-5 0 0,-1-4 0,3 2 1,1-4-44,3-1 0,3 0 0,6-1 0,1-4-76,4-4 1,2-2-1,7-2 1,4-2-178,3-2 1,10-2-1,4-5 1,3 2-175,1-1 1,0-2 0,0-1 0,2 0 130,3-1 0,-3 1 0,4 0 0,-2-1 90,1 1 0,-5 0 0,-5 0 0,-2-1 137,-3 1 1,-8 4-1,-3 2 1,-4-1 112,-1 1 1,-1 4 0,-4-2-1,-3 4 59,-4 1 0,-1 1 0,0 2 0,0 2 35,-1 3 0,6 0 1,-1 5-135,-1 0 1,4 2 0,2 2-70,2 5 0,2 7 0,0 3 0,0 0-39,0 0 0,4 4 0,2-1 0,0 3-9,0 1 0,3 0 1,-3 1-1,-1-1-1,1 0 1,3 0-1,-3 1 1,0-1-19,-1 0 1,1-5-1,-3-4 1,2-2-89,-2-2 0,2-4-136,0 0 150,-1-7 0,-4 3 58,0-10 1,0 3-1,0-7-15,0-1 1,-1 2 60,-4-1 1,4 1-1,-4-5 5,4-1 0,1 6 0,0-1-28,0-1 1,0-2 16,0-1 1,1 1 0,2 2-1,3 1-2,1-1 0,1 3 0,2-2 1,-1 0 27,1 2 1,3-3 0,3 4 0,3 0 64,2 0 1,-4 0 0,4 3-1,-1-1 9,0 1 1,-4 3 0,2 3 0,-3 3-50,-2 1 0,0 2 0,0 6 1,-1 1-77,-4 1 1,-2 1 0,-4-4 0,1 2 5,1 2 1,0-1 0,-4-4 0,-1 1-657,-4-1 0,4 0-1994,-3 0 2667,-4-6 0,8-7 0,-1-8 0,5-4 0,4-1 0,0-6 0,5-3 0,1-2-104,-1 3 0,-2-4 0,0 4 0,-3-1 296,3 1 1,0 4 0,1 0 537,-3 2 1,2 8-632,-2 3 1,-3 8 0,-2 5 0,-2 3-246,-2 1 1,0 4-1,0 1 146,0-2 0,0 4 0,0 1 0</inkml:trace>
  <inkml:trace contextRef="#ctx0" brushRef="#br0" timeOffset="30">22366 7909 8165,'-11'-13'0,"0"0"-262,3 0 1,3-1 0,-2 1-48,1 0 0,2 7 309,4 6 0,5 6 0,3 7 0</inkml:trace>
  <inkml:trace contextRef="#ctx0" brushRef="#br0" timeOffset="31">22524 7804 8165,'0'-13'0,"0"0"-308,0 0 0,0-1 0,0 1 1323,0 0-670,0 6 0,-2 21 0,-1 16-76,-1 8 0,-2 1 0,3 11 0,-3 4-130,-1 5 1,4 1 0,-1 2 0,2 0-230,2 3 1,0 0-1,0-2 1,0-5-56,0-5 1,0-15 0,2-3-1,1-7-144,1-6 0,2-9 28,-2-9 1,-2-8-1,2-6 1,-1-5 23,1-3 0,-2-1 0,2 2 0,-2-5 220,-2-3 1,0 0 0,0 2 0,0 1 187,0-1 0,0 2 0,0 1 1,0 1 11,0 3 1,0-3-1,0 1 1,0 2-3,0 2 1,6-1-1,2-1 1,4-1-201,1 1 0,6-1 1,3 1-1,3-3-89,1-1 1,0 2 0,1-3-1,-1-3 37,0-1 0,-1-5 1,-3-2-1,-5 0 110,-2-1 1,-3-2-1,-4 5 1,-3 1 227,-4 1 0,-1 7 0,-1 4 0,-2 2 234,-2 2 1,-5 6 0,2 4-249,-4 6 1,0 6 0,3 8 0,5 5-148,3 3 0,-4 5 0,1 4 0,1 1-173,1 2 0,2 3 0,0-6 0,0 0-580,0-4 1,5 4 0,1-2-1,0-1-265,-1-5 0,1-3 0,-3 2 912,1-3 0,7 3 0,-4-5 0</inkml:trace>
  <inkml:trace contextRef="#ctx0" brushRef="#br0" timeOffset="32">22747 8159 8165,'-13'-2'149,"1"-2"181,3-5 0,4 2 1,5-2-1,3 0-323,5 2 0,3 0 0,10 4 0,1-3-38,-1-1 0,8 2 0,-3-2 0,2 0-322,0-1 1,2 4-1,1-3 353,-2 1 0,-1-4 0,-2 2 0</inkml:trace>
  <inkml:trace contextRef="#ctx0" brushRef="#br0" timeOffset="33">23286 7935 8142,'0'-13'-364,"0"-4"1,0-1 753,0 2 1,1 3-1,3 4-158,5 5 1,3 5-1,1 7-102,0 5 1,-1 9 0,-2-2-1,-3 2-158,-1 0 1,0-2 0,-3 4 0,1-2-8,-1 1 0,-1-4 0,-2-2 1,0-2-44,0-2 1,0 0 0,-2-1 107,-2-3 1,1-3 0,-6-6 38,-1 0 1,4-6-1,2-3 1,2-3-88,2-1 1,0-4 0,0-1 0,0 1-207,0-2 1,6 4 0,1-4 0,2 1-185,0 1 1,0-1-1,5 7 1,2 1 36,2 1 1,-1 0 0,-4-3 370,1 4 0,4-10 0,3 3 0</inkml:trace>
  <inkml:trace contextRef="#ctx0" brushRef="#br0" timeOffset="34">23588 7843 8142,'8'0'340,"1"0"0,-5 2-157,5 2 0,-6 3 1,2 8-1,-4 3-278,-1 3 1,0 3 0,0-1 0,0-1-1057,0 1 1151,0 2 0,6 2 0,1-1 0</inkml:trace>
  <inkml:trace contextRef="#ctx0" brushRef="#br0" timeOffset="35">23680 7712 8142,'-14'-13'-181,"1"0"0,2 0 0,0 1 1,4 2-126,1 1 0,0 6-286,2-1 592,3 8 0,-5 3 0,6 6 0</inkml:trace>
  <inkml:trace contextRef="#ctx0" brushRef="#br0" timeOffset="36">24008 7765 8192,'-9'0'-927,"0"0"1320,-1 0 0,-2 0 1,-1 0-172,0 0 1,0 1-1,0 2-94,0 1 0,4 6 1,2-1-273,1 3 1,-3 1 0,5 0 62,1 0 1,3-5 0,4-4 29,5-3 1,3-1 0,2 0 0,2 0-2,2 0 0,-1-1 0,-4-2 0,2-3 54,3-1 0,-4 4 0,4-1 0,-4 2 108,-1 2 0,1 0 0,-1 2 10,0 2 1,-4 5-1,-2 8 1,-1 5-2,-3 3 0,-2 6 1,-1 1-1,0 1-26,0 4 1,-1 5 0,-2 1 0,-3-3-92,-1 1 0,-7-7 1,-3 7-1,1-3-132,1-6 0,2-4 1,0-7-1,0-5 66,0-5 1,0-5 0,-1-8 0,3-2 86,2-5 0,-3-9 0,5-2 1,-2-2 61,1 0 0,5-3 0,-2-2 1,4 0-62,1-2 0,0 3 0,0-5 1,0 4-82,0 0 1,7 1 0,5 0-1,5-1-78,4 1 1,-2 0 0,5-2 0,4-1 45,0-2 1,1-1 0,0 3 0,2-2 31,-2 2 0,0 0 1,-1 0-1,0-2 59,-3 2 0,-8-3 0,-1 1 0,-4 2 76,-3 1 1,-7 3 0,1 2 0,-6 3 125,-5 1 1,0 1 0,0 5 0,-3 1 37,0 3 0,-2 4 1,0 5-27,-1 0 0,3 1 0,2 3-100,5 5 0,-2 4 1,1 5-1,2 2-222,2 1 0,1 4 1,1-4-1,2 6-13,2 3 0,4-3 0,-4 0 0,1-3 9,0-1 1,3 2-1,-3 0 1,-1-2-62,1-1 1,3-6 0,-3 2-1,0-4-79,0-1 0,4-1 219,-1-3 1,2-5-1,1-8 1,-2-6 72,-1-6 0,-5 1 1,5-3-1,0 4 107,-2 1 0,5 5-292,-4 4 0,3 4 0,-1 4-107,-1 5 1,-6-2 0,2 2 0,0 1-32,-1 2 0,5 1 0,-3-1 0,1-3 93,3-5 0,-2-3 0,0-1 0,1-1 187,-2-3 0,5-5 1,-5-9-1,2-4 156,0-2 1,-5-8 0,4-3-1,-1-5 162,0-4 0,-3-2 0,4-7 0,-1 2 93,0 3 0,2 3 0,4 7 0,0 3 248,1 4 0,-1 10-401,0 8 1,-2 13 0,-2 13 0,-4 8-228,-4 4 0,-1 2 0,0 4 1,0 4-469,0 3 0,0-3 1,0 0-1,0 0-536,0-1 1,-1 4 973,-4-3 0,-2 3 0,-6 1 0</inkml:trace>
  <inkml:trace contextRef="#ctx0" brushRef="#br0" timeOffset="37">24665 7699 8192,'5'-13'1391,"6"1"-1241,5 3 1,-2 2-1,5 4 1,-1-1-276,-1 1 0,5 1 0,-3 1 0,2-2 125,2-1 0,2-1 0,1 5 0</inkml:trace>
  <inkml:trace contextRef="#ctx0" brushRef="#br0" timeOffset="38">21513 9433 8051,'-14'-13'-188,"1"0"1,0 1-54,0 3 1,4-1 0,0 6 493,-1 1 0,-1 3 0,-3 4 0,1 5-128,0 3 0,0 2 1,1 4-1,2 2-39,1 1 0,2 3 0,-2-3 0,4 1-41,-1 0 1,4-6 0,-2 1 0,4-4-115,4-4 1,4 1 0,6-5-53,4-2 1,-2-3 0,4-3-1,1-3-24,-1-1 0,-3-2 1,4-4-1,-2 0 106,-3-1 1,-1 1-1,-2 2 1,0 0 55,0 3 1,-4 3 0,-1-2 166,3 1 0,-4 2-144,2 4 0,-5 0-144,5 0 1,-5 0 0,5 0-30,1 0 0,-3-2 1,2-2 39,1-5 1,-2-4 0,-1-3 0,0-2 168,1 2 0,-5 0 0,2 0 0,0-1 278,-1 1 1,1 1 0,-4 2 811,3 0-1028,-2 5 1,4 6 0,-6 9 0,0 7-96,0 5 1,0 3 0,0 5 0,0 0-146,0 4 1,0-3 0,0 1 0,0-4-55,0-3 1,0-5 0,0 4 0,0-2 162,0-3 0,-2-2 0,-2-2 0,-5-3-44,-3-5 1,-5 2-1,-1-2 1,2-1-191,2-1 1,1-4-1,-1-1 1,1-3-1004,0-1 1230,6 4 0,-5-14 0,5 2 0</inkml:trace>
  <inkml:trace contextRef="#ctx0" brushRef="#br0" timeOffset="39">22261 9380 7205,'0'-18'0,"0"-3"15,0 1 0,0-5 0,2 4 0,2 1 170,5 2 1,2 4 0,3 1-1,0 0-97,4-1 1,-4 7 0,4 3-1,-4 2-65,-1 2 0,1 8 1,-3 5-1,-2 7 38,-5 5 1,-2 9 0,-4 3-1,-2 6 26,-5-1 1,-2 2 0,-3-3 0,3-3 63,2 0 0,-3-6 1,5-1-1,0-5-42,2-4 1,0-3-171,0-6 1,2-6 0,8-4-1,3-6-135,4-6 1,7-2 0,1-4 195,1-2 0,10-4 0,-4-5 0</inkml:trace>
  <inkml:trace contextRef="#ctx0" brushRef="#br0" timeOffset="40">22616 8986 6686,'-8'8'1583,"3"-3"-1098,5-5-257,0 0 0,0-5-212,0-4 0,1 2-8,3-2 0,2 4 0,4-2 0,-1 0-2,1 0 0,2 4 1,1-3-25,0 0 1,-4 4-1,0-2-35,1 3 0,-4 6 1,-2 4-1,-2 3 29,-2 1 1,0 5-1,-2 1 1,-2 0 31,-5 0 0,2 2 0,0-3 1,-1-2 16,1-1 1,4-2-1,-3-2 1,2 0-57,-1-3 1,3-5 0,6 2 0,5-4-196,2-1 0,8 0 226,3 0 0,9-6 0,2-1 0</inkml:trace>
  <inkml:trace contextRef="#ctx0" brushRef="#br0" timeOffset="41">22248 10011 8062,'-22'7'0,"0"-2"-283,-1-4 1,-2-1 0,-1 0 0,0 0 631,-1 0 1,5 0-1,2 0 1,1 0 285,3 0-560,1 0 1,9 0 0,8 0 0,11-1-58,12-4 1,7 2-1,7-4 1,2 0-25,3 0 1,3-1-1,5-2 1,1 1-64,-1-1 1,5 0-1,2 0 1,-1 1 46,0-1 1,5 2 0,-2 0-1,2-1-7,-2 2 1,-4-4 0,-9 7-1,-5 1-236,-7 2 0,-5 1-811,-9 0 1076,-9 0 0,-7 5 0,-6 3 0</inkml:trace>
  <inkml:trace contextRef="#ctx0" brushRef="#br0" timeOffset="42">19963 10523 8139,'-9'-4'-292,"0"0"0,2-6-283,-2 1 813,-2 3 183,9 0-352,-4 6 1,6 2 0,-1 0 0,-2 4-22,-2 2 1,1 0 0,3 7-1,-2 1-64,-2 2 1,0 0 0,2-1 0,-2 0-1,2-1 0,2-1 0,1-2 0,0 0-1,0 0 0,0-4 1,1-2 12,4-1 1,6 3-1,8-5 1,0-1 37,0-1 1,3-1 0,-3 2-1,0 3 42,0 1 0,-1-3 0,-5 5 1,0 1 19,0 2 1,-6 6-1,-2-1 1,-4 1-8,-1 1 0,0-3 0,-1 4 0,-4-1-39,-3-3 0,-9 3 0,0-3 0,-1-3-100,-1-2 0,3-3 0,-4 4 0,1-3-269,3-5 0,1-2 0,2-2 0,0 0 319,0 0 0,0-6 0,0-2 0</inkml:trace>
  <inkml:trace contextRef="#ctx0" brushRef="#br0" timeOffset="43">19871 10615 8222,'0'-13'0,"0"0"115,0 0 1,0 0 0,0 0 0,1 0 97,4-1 1,3 1 0,8 2 0,5 0 31,4 3 1,0 5 0,10-3-1,1 2-119,2-1 1,1 1 0,2 2-1,2-1-73,0-1 1,0 0 0,-7 4 0,-4 0-286,-4 0 1,0 0-1,-11 0 1,-1 0-361,-1 0 0,-6 0 0,-2 1 592,-1 3 0,4 4 0,-3 5 0</inkml:trace>
  <inkml:trace contextRef="#ctx0" brushRef="#br0" timeOffset="44">4216 17211 8221,'-15'1'-277,"-1"2"393,-1 1 0,6-1-211,11-7 0,12 1 0,11-4 0,5-1 38,3 1 0,5 4 1,1-3-1,4 1 99,2-4 1,1 2 0,-4-1 0,-1 1-50,0 0 1,-1-1 0,-3 0-1,-4 2-146,-3 0 0,-3 4 0,-2-2-430,-1 3 583,-6 1 0,-15 5 0,-9 3 0</inkml:trace>
  <inkml:trace contextRef="#ctx0" brushRef="#br0" timeOffset="45">4137 17473 8052,'13'6'-864,"9"-6"0,12-7 1050,8-5 1,10-2 0,11-4 0,6-5-202,-32 8 1,0 1 0,1 0-1,0 0 1,0-1 0,-1-1-1,-2 2 1,0 1 14,32-14 0,-2-5 0,1-1 0</inkml:trace>
  <inkml:trace contextRef="#ctx0" brushRef="#br0" timeOffset="46">19214 11483 7890,'-6'-14'-541,"5"6"0,-4-1 689,4-1 1,1-2 0,0-1 39,0 0 1,0 0-100,0-1 0,0 1 0,-1 2-107,-4 2 0,2 3 0,-5 6 0,-3 1-50,0 4 1,-4-1 0,-1 8 0,-2 3 71,2-1 1,2 7-1,2 0 1,2 3-13,1-2 0,6 3 0,-1-4 1,4 4-27,4 2 1,5-6 0,9 0 0,3-1-21,4 1 0,0-4 0,-2 4 0,-2-1 9,-2 1 0,-3-5 1,-7 1-1,-5-1 32,-3 2 1,-6-4 0,-6 4 0,-6-4 89,-9 0 0,-6-6 1,-6 0-1,1-1 85,2 0 0,4-4 0,-1 2 1,3-4 45,4-1 1,8-4 0,1-2 0,6-2-162,5-2 1,4-1 0,2-3 0,5 1-112,7 0 1,6 0-1,9 0 1,2-2-195,5-2 0,3 2 1,2-2-1,-1 2 90,1 2 0,0 1 1,1 2-1,0 1 122,-3-1 1,-7 3-1,-1-1 1,-2 3 275,-2 2 0,-5-3-82,-4 1 1,-8 7-1,-4 7 1,-4 2 28,-1 2 0,0 1 0,-1 0 1,-2 2-77,-2 2 1,-4 4 0,4-5 0,-1-1-180,0-1 0,-3-1 1,5 3-472,1 0 0,-3 1-609,2-5 1158,-1 0 0,11-6 0,1-1 0</inkml:trace>
  <inkml:trace contextRef="#ctx0" brushRef="#br0" timeOffset="47">19582 11469 8126,'-25'-1'0,"2"-2"59,1-1 0,6-5 0,-2 5-366,4 1 0,6 3 0,4 4 307,3 5 0,6 2 0,3 3 0</inkml:trace>
  <inkml:trace contextRef="#ctx0" brushRef="#br0" timeOffset="48">19805 11588 8218,'-13'5'-19,"-4"-3"0,-1 2 1,2-1-22,1 2 1,2-2 0,0 4 0,0 0-40,0 0 1,0 2 0,0 4 0,1 0 64,3 1 0,3-6 0,6 1 0,0 1 14,0 2 0,2-5 1,2-1-42,5 0 0,3-5 0,2 4 0,2-5-17,2-5 1,1 3 0,-3-6 0,1 1 41,-1 0 1,-1-1 0,-2 0 0,0 3 71,0 4 1,0 1 0,1 0 45,-1 0 0,0 1 0,-1 4-53,-4 3 0,0 10 0,-6 4 0,3 4-42,-2 5 1,-2-2 0,-1 6-1,-1 1-34,-4 2 0,-2 2 1,-6-2-1,0-2-13,0-1 0,-2-6 0,-2 1 0,-4-7 5,1-5 0,-4-4 0,5-2 0,0-3 46,0-5 1,2-8 0,4-7 0,1-3-13,3-4 0,-1-5 0,6 0 1,1-5 31,1-3 0,8-1 1,3 3-1,4-2-84,5 2 1,-4 1 0,5 2 0,-1 0-11,-1-1 1,5 3 0,-3 0 0,0 4 49,0 1 0,4 0 0,-2 3 1,-1-2 64,-2 2 0,1 6 1,-2 1 117,-1-1-63,-1 4 1,-8 2 0,-2 8-7,-4 5 1,-1 3-1,0 1 1,-1 0-57,-4 0 0,4 5 0,-4-1 0,2-1-87,-1-1 1,3-2-1,-4 0 1,4 0-93,1 0 1,0-4 0,0 0 64,0 1 1,1-4 0,4-2 34,3-2 0,5-8 0,4-4 1,2-5 39,1-2 1,-3-2 0,4 2 0,-1-1 135,1-3 0,-4 5 1,4-2-1,-2 5-27,-3 5 1,-2-3 0,-1 7 0,1 1-62,-1 2 1,0 2 0,-1 3-139,-4 5 0,2 3 0,-4 1 0,0 0-248,0 0 1,-2 0 0,-2 1-737,2-1 1068,-2 0 0,9 0 0,-3 0 0</inkml:trace>
  <inkml:trace contextRef="#ctx0" brushRef="#br0" timeOffset="49">20777 11640 8173,'4'-13'0,"1"0"-286,-2 0 1,-2 4 0,-1 0-532,0-1 943,0-2 1,-6 5-1,-2 4 1,-4 6 139,-1 6 1,-2 3 0,1 1-1,-1 0-192,3 0 0,2 0 1,-2 0-251,4 0 98,2 0 0,7-5 1,4-4-1,3-2 51,4-2 0,6 0 1,-1 0-1,-1 0 8,-1 0 0,-2 0 0,0 0 29,0 0 0,-4 4 0,-2 2 0,1 1-23,-1 3 1,-3 2-1,3 1-70,-1 0 1,5 0-1,-3-1-10,4-3 0,-3-3 0,1-6 1,3 0 17,3 0 0,7-2 0,-2-2 1,1-5 27,0-3 1,0-7 0,4-1-1,0-2 68,0 0 0,-1 2 0,-3-2 0,-4 4 283,-4 4 0,-2 1-146,-3 0 0,-9 5 0,-9 7 1,-3 7-84,-1 7 0,-4 7 0,-1-1 0,2 2-51,1 2 1,7-3-1,0 1 1,2-2-119,4-3 1,0-2 0,4 0 0,2-3-64,5-2 0,2-3 0,4-6 1,1 0 9,2 0 0,3-6 0,-2-3 1,0-4 92,0-4 0,-1-4 0,-5-5 1,0-2 67,0-2 1,-5 2-1,-4-4 1,-3 1 153,-1 0 0,0-4 0,-1 5 0,-2 2 155,-1 5 0,-7 4 0,3 7-200,-4 3 1,3 5 0,2 8 0,0 6-59,-1 6 0,5 6 0,-1 8 0,3 0-82,1-1 1,0 3-1,1-1 1,3-2-103,5-1 1,4-3 0,3-2 0,3-2-110,2-2 0,-4-2 0,5-5 0,2-3 87,0-5 0,1-4 0,0-4 1,-2-5 55,1-3 0,-1-2 1,-8-2-1,-1-3 134,-2-2 0,-3 4 0,-1-4 95,-3 2 0,-5 3 0,-5 7 42,-3 5 0,-4 4 0,-1 4 0,0 5-111,0 3 1,-1 2 0,3 2 0,2 2-77,5-2 1,-2 0-1,1 0 1,2 2-158,2-2 0,2-6 0,4-3 0,4-1 0,2-3 0,2-2 1,2-2-1,1-3 76,2-5 1,1-9 0,-3-4-1,1-2 91,-1-3 0,-1 0 0,-2-3 1,-1-2 97,-4-1 1,2-2-1,-5-3 1,-2 3 108,-2 4 0,-1 3 0,0 3 0,0 4 94,0 3 0,-1 9 1,-2 8-204,-2 8 1,-5 8 0,3 11-1,-2 2-32,0 2 1,7 4 0,-3 4 0,4-2-111,1-1 1,0-5-1,1 0 1,2-2-84,1-2 1,8-5 0,0-4 0,5-2-29,4-2 0,1-6 1,4-2-1,0-4 30,0-1 0,1-7 0,-1-5 0,0-5 57,1-4 0,-6-1 1,-2-2-1,-3 0 65,-4 2 1,-6 5 0,1-4 0,-1 2 111,-3 3 1,-3 3 0,-4 4 0,-5 5 80,-3 3 1,-2 1-1,-2 1 1,-2 5-112,2 7 1,1 2-1,4 6 1,2 1-53,5-1 0,2 2 0,2-4 1,3 0-221,6 0 1,5-1-1,14-7 1,3-2-83,4-5 1,7-2 0,3-2 0,1-2 32,-1-2 0,-1-5 0,-6-8 0,-3-5 211,-5-3 0,-9 5 0,-8 1 0,-7 1 161,-5 1 0,-2 3 0,-5 7 0,-6 1 43,-4 3 1,-7 3-1,1 5 1,-2 4 62,3 2 1,-3 7 0,8-1-1,4-1-264,7-1 1,-1 0-1,3 1-167,4 1 1,5-4 0,9-5 0,1-3-70,1-2 1,7-4 0,-2-6 0,2-8 83,3-4 0,-1-4 0,-1-8 1,-2-4 231,-1-3 1,-6-1 0,2-2 0,-5-3 178,-5-4 0,3 1 0,-7 0 0,-1 2 325,-2 3 0,-1 2 1,0 7 56,0 6 1,-1 13-1,-2 12-314,-1 10 1,-5 6 0,4 14 0,1 3-224,-2 4 1,5 4 0,-4 2 0,4 0-1,1-3 0,0-2 1,0 4-1,1-1-3307,4 1 3222,-4-1 0,11 0 0,-5 1 0</inkml:trace>
  <inkml:trace contextRef="#ctx0" brushRef="#br0" timeOffset="50">22826 11601 8151,'0'-13'-39,"0"4"1,1 2 0,4-1-46,3 1 1,4 4 0,1-1 0,2 2-366,2 2 0,-1-4 449,6-1 0,6 1 0,6 4 0</inkml:trace>
  <inkml:trace contextRef="#ctx0" brushRef="#br0" timeOffset="51">22957 11732 8160,'-9'0'-148,"1"0"0,6 0 0,2 0 1,8 0-333,3 0 1,8 0 479,3 0 0,3-6 0,1-1 0</inkml:trace>
  <inkml:trace contextRef="#ctx0" brushRef="#br0" timeOffset="52">23351 11522 8173,'7'-6'-193,"-1"-3"188,0-2 0,1-2 0,7 1 0,-1 2 147,0 1 0,4 6 0,2-1 0,2 1-561,2-2 1,2 4-1,0-4 419,-3 4 0,2 1 0,-3 0 0</inkml:trace>
  <inkml:trace contextRef="#ctx0" brushRef="#br0" timeOffset="53">24060 11246 7815,'0'-13'0,"0"0"-80,0 0 1,0 4 0,0 0 495,0-1 1,0 3 0,-1-1-127,-3 2 1,-2 1 0,-4 2-110,1-2 0,4 1 1,-3 4-170,-3 0 1,4 0-84,-2 0 0,5 0 0,-5 0-42,-1 0 0,4 6 0,0 1 68,0 0 0,4 5 0,-6-3 6,2 3 1,-2 1 0,3 0-45,2 0 1,-2 0-1,0 0 27,2 0 1,2-4 0,1 0-32,0 1 0,0-3 3,0 2 0,6-6 1,2 1 53,4-2 1,-3-2 0,0 0 0,1 0 23,1 0 0,3 0 0,-1 0 0,0 0 74,0 0 0,-1 1 0,-2 4 0,-1 2 79,1 0 0,0 5 0,0-3 0,-2 2 84,-3 3 0,4 3 1,-4 2-1,-3 0-25,0 0 1,-2 3 0,-2-5 0,-2 1-6,-5 1 1,-2-4-1,-2 1 1,-1-5-131,1-2 1,0-5 0,0 4-1,0-2-328,0-4 1,4 0 0,0-2-371,-1 0 0,4-2 0,2-2 0,2-5 627,2-2 0,0-8 0,0-2 0</inkml:trace>
  <inkml:trace contextRef="#ctx0" brushRef="#br0" timeOffset="54">24034 11194 8173,'0'-15'179,"0"-3"0,-4 4 0,-1-4 32,2 4 1,8 6-1,4 3 1,2 0-15,2 1 0,2-1 0,1 5 1,3 0-58,1 0 1,-2 0 0,2 0 0,1 0-162,-1 0 0,-4 0 0,2 0 1,-4 0-434,0 0 0,-6 0-902,1 0 1356,-6 6 0,-3 7 0,-7 8 0</inkml:trace>
  <inkml:trace contextRef="#ctx0" brushRef="#br0" timeOffset="55">23732 11824 8058,'3'7'258,"6"-2"1,10-4 257,8-1 1,7-1-1,7-2 1,4-3-348,8-1 0,-1-2 0,5-3 0,-4 2-135,-5 1 1,1 6 0,-6-1-1,-7 3-279,-8 1 1,-8 0 0,-8 1-540,-3 3 0,-6 2 0,-11 4 784,-5-1 0,-9 0 0,2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8025 13309 8399,'-8'-13'-865,"-2"-1"1,6 1 732,1 0 1,1 4 143,2 1 58,0 5 140,0-9 221,0 5-165,0-1-139,0 3 0,5 6 0,-1 3-16,-1 5 1,-2 7-1,-1 3 1,2 3-41,2 6 1,-2 0-1,2 7 1,-2 1-15,-2 2 1,0 3 0,0 1-1,0 4-23,0 0 1,0 2-1,0 5 1,0-2-25,0-3 1,0 2 0,0-5 0,-2-1 12,-2-3 1,2 0-1,-2-11 1,2-2-10,2-5 1,0 1 0,0-7-1,0-1-17,0-1 0,6-2 0,3-1-13,3-3 0,-4 1 0,1-6 1,1-1 23,2-1 0,1 2 1,0 0-1,0-1 4,1-1 1,-1 2-1,0 0 1,0 1 4,0 1 0,0-5 0,2 5 0,1-2-5,1 1 0,5 3 0,-3-2 1,2 0-15,2 0 0,-3 0 0,2-3 0,2 3 1,1 1 1,1-4 0,0 1 0,2-1 14,2 1 1,4-2-1,5 4 1,1-2 27,-1 1 0,6 3 1,4-3-1,2-1-23,1 2 1,2-5-1,2 5 1,1-1-29,-2-1 1,-1 0 0,-1-4-1,-1 0-12,1 0 0,5-1 0,5-2 0,5-3 0,-31 3 0,1-1 1,0 0-1,1 0 0,0-1 1,-1 0-1,0 1 1,0 1 3,0 0 1,-1 0 0,36-3-1,0 3 1,-8-2 16,-6-3 1,-1 4 0,2-3 0,3-1 5,4 1 0,-30 5 0,0 1 0,0-2 1,1 0-1,0 1 0,-1 0-5,1 0 0,-1-1 0,0 0 0,0 1 0,29-1 0,-6-2 0,-5 2 1,-8 2 0,-2 1-1,0 0-5,4 0 0,0 0 0,2 0 0,0 0-2,3 0 1,6-4-1,-3-1 1,-1 2 5,-2 2 0,-8-1 0,-2-1 0,-5-1 31,-4 1 0,-4-3 1,-8 2-1,-2 1 21,-2 2 0,3-4 0,-5 1 0,-1 1-13,-1 1 0,-2 2 0,0-1-22,0-3 1,-1 1 0,-2-5-9,-1 2 1,-6 1 0,1 0 1,-2-3 0,-2 0 0,0-1-30,0-1 0,0-1 1,0-3-1,0 1-16,0 0 0,0-4 0,0-1 0,0 1 16,0-2 0,0 0 0,-2-5 0,-1 2-2,-1-1 1,0-3-1,4-3 1,0-2-23,0 2 0,0-3 1,0-1-1,0 1 19,0 0 0,-2 0 0,-1 3 0,-1-2 23,1 2 1,1 1-1,2 2 1,-1 0 37,-3 0 0,2 1 1,-4 1-1,2 4-4,0 1 0,-2 0 1,3 3-1,-2-3-19,2-2 1,-2 5 0,-1-1 0,0 2-28,0 2 1,-3 0-1,5 0 1,0 0 0,-2 0 1,3 4 0,-4 0-1,-1-1 2,1-2 1,-2-1-1,-4 1 8,0 4 1,0-3 0,0 6 0,-2-1 4,-2 0 0,1-3 0,-6 5 0,-2-1-5,-1 0 1,-7 3 0,-4-2-1,-8 2-2,-8 2 1,-8 0 0,-9 0 0,-2 0 2,-2 0 0,-2 0 0,35 0 1,0 0-1,0 0 0,0 0 1,0 0 0,1 0 0,-3 0 0,1 0 0,1 0 0,0 0 0,-5 0 0,-1 0-52,-3 0 1,-1 0-1,-3 2 1,-1 1-1,1-1 1,1 1-1,3 0 1,0 0 51,4 0 0,0 0 1,2 2-1,0-1 0,1-1 1,1 0-1,-3 0 0,0 1 0,-1 1 0,0 0 0,-2-1 0,0 0 1,-1 0-1,0 0 0,-2 1 0,1-1 0,-1 0 0,0-1 0,2 3 0,0-1 0,5-2 0,0-1 0,4 1 0,1 0-5,-29 3 0,1-2 1,2-2-1,-6 1-22,33-1 1,-1 0-1,1 1 1,0-1-1,-29-2 1,2 0-97,3 0 0,1-5 0,10-1 1,9 1-15,6-1 0,0-3 0,5 3 0,1 0-93,1 0 0,6-2 0,1 3 0,2 1 230,3-2 0,2 10 0,1-2 0</inkml:trace>
  <inkml:trace contextRef="#ctx0" brushRef="#br0" timeOffset="1">11676 13033 8053,'-12'-15'-85,"3"-2"1,-1 2 0,6-4 0,-1 2 8,-1-1 1,5-1 0,-3 2 0,4-5 142,4-3 1,3 3 0,6 0-1,0-3-7,1-4 0,3 1 0,2-2 0,2 2 26,2 2 0,2-2 0,2-1 0,3-2-19,0 2 1,8 0 0,2 0 0,8-4-54,7 0 1,8 4 0,-27 12-1,2 2 1,3-1 0,2 1-2,1-1 0,1 1 0,1 0 0,1 0 0,0 1 0,-1 1 0,1 0 1,-2 0-65,-2 0 1,0 0 0,1 1 0,0 2 0,0-1 0,1 1 0,3 1-1,2-1 63,4 2 0,1 0 1,1 3-1,0 0 1,5 1-1,0 1 1,-3-1-1,-1 1-93,-2-1 0,-1 0 1,1 2-1,0 0 1,1-2-1,2 1 1,3-1-1,2 0 84,3 1 0,0-1 0,3-1 1,0 0-1,1-3 0,0 0 1,-1-2-1,0 1-122,2-1 0,0-1 0,-1 1 1,1-2-1,-20 4 0,1-1 0,0 0 1,0 0-1,0 1 0,0-1 131,0 0 1,0 0 0,0 1 0,1-1 0,0 0-1,-1 0 1,-1 1 0,-1-1 0,1 1 0,2 1-1,0-1 1,1 2-2,2-1 0,0 2 1,0-1-1,-2 1 1,0 0-1,0 0 1,1 1-1,0 0 1,0-1-1,-1 1 1,0 0-1,0-1-11,1 1 0,1-1 0,-1 1 1,1 0-1,-1-1 0,1 1 1,3-1-1,2 1 0,-2 0 0,-3-1 1,0 1-1,-1 0-13,-3-1 1,0 1-1,0-1 1,1 1 0,0-1-1,1 0 1,0 0-1,1-1 1,0 1 0,1-1-1,1-1 1,0 1 11,-1-1 1,0 0 0,-1 0 0,-3 2-1,-1-1 1,0 0 0,22-4 0,-1-1 0,-22 5-1,1-1 1,1 0 14,3 0 1,0 0 0,0 1 0,0 0 0,-1 1 0,0 0 0,-2-1 0,-1 0-1,0 0 1,21-2 0,-1 0 5,-2-1 0,0 0 1,-20 4-1,1 0 1,0-1-1,2 0 0,-1-1 1,1 0-1,-2 0 1,0 1-1,-1 0-89,20-2 0,-1 0 1,-4 0-1,-1 0 0,-1-1 1,0 0-1,4-1 0,1 0 86,4 0 0,2-1 0,-22 3 0,0 0 1,-1 0-1,21-3 0,-2 0 0,-4-1 0,-2-1-16,-3 0 0,-1 0 0,-2 0 0,1 1 0,-3 0 0,1 0 0,0 2 0,0-1-50,2-1 0,-1 0 0,-4 0 1,-2-1-1,-2 0 0,-2-1 1,-4-1-1,-3 0 34,-3 1 0,-2-2 0,29-21 0,-11 2 0,-1-4 41,1-5 0,4-3 0,-29 21 0,1 0 0,-1-1 1,-1 0 24,1-1 0,-2-1 0,21-27 1,-25 26-1,0-1 0,15-32-35,-6-1 0,-17 28 1,-3-1-1,-4-2 1,-1-1-1,0-2 0,0-2 9,-2-1 1,0 0-1,2-6 1,-1-1-1,-2 0 1,0-1-1,-1-1 1,1-1-30,0-2 1,0-1 0,0-3 0,0-1 0,-1-7 0,0-2-1,2-3 1,0 0 0,-2 24 1,0 0 0,1 0 0,1 0 0,1 0 0,-1 0 0,2-24 0,0 0 0,-1 23 0,1 0 0,0 0 9,1-3 1,0 0 0,0 0-1,-1-1 1,1 0 0,0 0 0,1 1-1,0 0 1,0 0 0,-1 2 0,0 1-1,0 1-22,1 0 1,0 1 0,0 0-1,2-23 1,0 0 0,1-1 0,0 0-1,0 1 1,0 1 33,-1 2 1,0 2-1,1 0 1,-1 1-1,-2 9 1,1 2 0,2-2-1,0 1 52,1 1 0,1 1 0,0-1 1,-1 0-1,0 2 0,-1 1 0,0 2 1,0 1-66,0 1 0,1 1 1,1 4-1,-1 0 1,1 1-1,1 1 1,-1 1-1,0 1-8,0 1 1,0 1 0,12-30 0,-2 7 0,-2 2 12,-2 3 0,1-2 0,-5 4 0,-4 6 198,1 5 1,0 3 0,2-1 0,1 1-185,-2-1 1,3 5-1,-9 2 1,2 1 322,0 2 1,-5 3 0,4 0 0,-1 3-287,0 2 0,0-2 1,2 5-1,-3 0 216,0 0 0,-5 6 1,4 5-278,-4-3 1,1 4-1,0-2-24,3-1 0,1 4 1,-3 0-1,2 1 15,3-4 1,-4 1 0,5 0 0,1-2 8,2-2 1,1-3 0,0-1 0,0-1 2,0 1 0,0-3 0,2 0 0,1 0 12,2 0 1,-2 0-1,-6 3 1,-1-3-26,1-2 0,0 1 0,0-2 0,-1 3 13,1 0 0,-2-1 0,0-7 0,1 1 5,-2 0 1,4-1 0,-6 3 0,1 0 31,0 2 0,3-2 0,-5-4 0,-1 3 26,-1 0 0,-1 0 1,2-1-1,1 0-31,-1 0 0,-1 4 0,-2 1 1,0 2-19,0 3 0,0-3 0,0 2 0,0 1-6,0 1 1,0 2-1,-2 1 1,-1 2 106,-1 1 1,-2 5 54,2-5 0,-4 6 0,-5-1 75,0 2 1,4 2 0,1 0 0,-3 2-92,0 2 0,2-1 0,0 4 0,-1 1 74,-2-1 1,-1 2-1,0 2 1,0-2 1,4-2 0,0-4 20,-1 2 1,0 1 0,0-3-1,1 1 106,-1-1 0,3-2 0,-2-1 9,-1 0 0,2 0 0,0 0-148,-3 0 0,4 2 0,-2 1-249,-1 1 0,-2 2 0,-1-3 0,2 3-29,2 1 0,-3-3 82,3 5 1,-1-5 0,0 4-15,1-2 0,6-1 0,-3-2 140,1 2-365,3-1 1,-4-5-169,6-4 0,5 2 1,1-5 97,1-3 1,-3 0 0,4-2 44,-3-1 0,1 1 0,-1 0 119,3 0 1,-2 0 0,0 0 0,-2 0-21,1-1 0,1 1 0,-2 0 134,5 0 0,-3 4 0,-1 2 0,0 0-99,-1-1 1,1 4 0,-4-3-18,3 1 0,-1 3 358,6 7 1,-6 4 0,3 5-269,0 0 0,-3 0 1,5 0-1,1 0-22,-2 0 1,5-4-1,-2 0 1,5 1-128,2 2 1,2-3-1,-3 1 1,3 3-460,2 3 1,1 7 691,4-1 0,0 9 0,0 3 1</inkml:trace>
  <inkml:trace contextRef="#ctx0" brushRef="#br0" timeOffset="2">7604 7804 14473,'-6'-26'-809,"5"-2"1,-3-1 0,2-2 458,2 2 1,0 1 0,2 3 0,2 2 275,5 1 0,7 5 0,3-4 0,1 2 31,3 3 0,1-3 0,-1 2 0,-2 1 64,-2 1 1,-2 0 0,-5-1 0,-2 0-53,-1 5 1,-6-3 0,1 6 0,-4-3-107,-4 3 1,1-4-1,-5 3 1,1-1 22,0 1 1,-2-2-1,-3 2 1,2-1 160,1 1 0,1-3 1,-4 3-1,2-2-12,1-2 0,2 4 0,-3 0-33,1-1 0,0-2 0,-4 0 141,0 4 1,4 2 68,0 6 0,2 6 1,-2 4-1,5 6-102,2 6 0,2 4 0,0 5 0,0 5 25,0 7 0,0 0 0,2 9 0,1 3-43,1 3 0,5-1 0,-5 5 0,1 0-99,0 3 0,-2 0 0,5 1 0,-1-3-15,0-6 1,-4-2 0,3-12 0,-2-4-6,1-3 0,1-8 0,-2-2-51,5-7 1,-2-10 0,2-4-1,2-4 47,6-1 0,-1-1 1,7-4-1,5-2 172,5 0 1,5-5 0,4 3 0,5-4-7,6-4 0,9 2 0,3-3 1,3 4-73,1 1 1,4 4-1,-35 5 1,1 1-1,4-1 1,2 0-31,5 0 0,0 1 1,2 1-1,0 1 1,3-1-1,1 0 1,-2 1-1,0 0-50,-2 1 1,1 0-1,1 0 1,0-1-1,-5 0 1,0-1-1,0-1 1,-1 0 90,1-1 1,-1 1 0,2 1-1,2-1 1,4-1 0,2 0 0,0-1-1,1-1 34,0 0 0,0 1 0,-6 0 1,-1 1-1,-4 0 0,0 1 0,-4-1 1,0 0-90,-2 0 0,0 1 1,2 1-1,1 1 0,4-2 1,0 0-1,1 1 1,1 0-22,-2 0 0,0 0 1,-4-1-1,-1 1 1,-3 1-1,-1 1 1,-1-2-1,-2 1-8,33-4 0,-9-3 0,-2 2 1,-1 0 10,4 0 0,9-4 0,-33 6 1,0 1-1,1-2 0,-1 1-10,35-5 1,-6 5 0,-7-5-1,-6 0-6,-4 2 1,-14-5-1,-1 5 1,-6-2 7,-2 0 0,-1 1 0,-1-4 0,-2 2 5,-1 1 1,-6 0 0,3-4 0,0 0 5,3 0 0,-2 0 0,2 0 1,0-2 105,-1-3 0,3 4 1,-2-4-1,3 2-189,1-1 1,-4-2 0,-1-5 0,-2 2-25,-3-1 1,-2-2-1,-2-1 1,-3-2-46,-5-2 0,-1 0 0,0-3 0,1 1 2,-1 3 1,-1-5 0,-2 0 0,0-1 13,0 0 0,0 6 0,-2-3 0,-1 1 15,-1 1 1,0-1 0,2 5 0,-2 1 15,-5 3 0,0 2 1,-2 4-1,-4-2 47,0 2 1,-1 3 0,-1 3 0,-5 2 42,-3 3 1,-3-4-1,-1 4 1,-3 2 35,-2 2 1,4 1 0,-5 0 0,-2 0 53,-1 0 0,-2 0 0,-3 0 0,-2 0 18,-2 0 1,-8 4-1,-11 2 1,-7 0-55,35-3 0,-1 0 0,-5 2 0,-1 0 0,-2-1 0,-1-1 0,-1 2 0,-1-1 3,-1 1 0,0-1 1,-1-1-1,1 1 0,3 1 1,0 0-1,-3-1 0,0 0-82,-2-1 1,-2 0 0,-5 2 0,-1 0 0,-2-1 0,-1-1 0,2 1 0,0 1 76,1 0 0,1-1 0,3-2 1,1 0-1,1 2 0,0 1 0,-1-1 1,1 1-20,-2-2 1,0 1-1,-1 2 1,-1-1-1,0 0 1,0-1-1,0 2 1,1 0-9,1 0 0,0 1 0,3 0 0,0-1 0,5 1 0,1-1 0,1 1 0,0-1-34,0 1 0,-1 0 0,-2 0 0,-2 0 0,-3 1 1,-1 0-1,2 1 0,0-2-65,3-1 1,0 0 0,6 1-1,3-1 1,-26 1 0,7 2-38,3 0 0,-5-5 0,2 4 1,-3-1-137,-2 0 1,0 2-1,1 4 1,2 0-139,6 0 0,12 5 396,14-1 0,2-2 0,7-2 0,6 3 0</inkml:trace>
  <inkml:trace contextRef="#ctx0" brushRef="#br0" timeOffset="3">7315 7554 19775,'-13'-10'-1534,"0"-5"0,0-3 1102,0-6 1,0-1 0,1 1-1,2 0 208,1 2 0,-4 6 0,-8-3 0,-2 3 212,-5 3 0,-13-2 0,-4 10 0,-9-3 68,-7-2 0,24 6 0,0 1 0,-3-2 0,1 1 0,-2 0 1,0-1 32,-1 2 0,-1-1 0,0-2 0,-1 0 0,-6 2 1,-1 0-1,-4-2 0,-1 1-114,-4 1 0,-1 0 1,-6 0-1,-2 0 0,4 3 1,1-1-1,-1 0 0,0 0 69,1 0 1,-1 1-1,-1 0 1,-1 1 0,-3-1-1,-1 2 1,-2-1 0,0 0 53,-1 0 0,-1 0 0,1 0 0,-1 0 1,2-1-1,0 2 0,-1-1 0,0 1-108,23 0 1,0 1-1,-1-1 1,-1 0 0,-1-1-1,1 1 1,-1 1 0,1 0-1,-1 0 1,2 0-1,0-1 1,0 2 100,2-1 0,0 1 0,0 0 0,-2 0 0,0-1 0,0 1 0,-1-1 0,0 0 0,0 1 1,-1-1-1,1 1 0,-1-1-18,1 1 0,0-1 0,0 1 0,3-1 0,0 1 0,1 0 0,-21 4 0,0-1 0,-1 1 0,-1 0-110,23-3 1,-1 1 0,0-1 0,0-1 0,0 0-1,1-1 1,-19 3 0,2-1 0,5 1 0,1-1 74,6 0 0,0-1 0,2 1 0,0 0 0,4-3 1,0 0-1,0 2 0,0-1-64,-1 0 1,0-1-1,2-1 1,1 0 0,-2-1-1,1-1 1,3-1 0,2 0-12,4 0 1,1-1-1,-28-5 1,12-4-1,2 0 145,3 0 1,-3-6 0,4-3 0,-1-5-232,0-3 0,4-4 1,-3-5-1,2-2-114,3-3 1,5 2 0,4-8 0,1-2-84,2-4 0,3-7 1,2 1-1,2-7 141,11 32 0,2 0 0,-8-35 0,7 35 0,0 1 0,0 0 0,0-1 27,1 0 0,0 0 0,0-4 1,-1 1-1,3 4 0,-1-1 1,-1-1-1,0 0 127,0-1 1,-1 0 0,-1-1-1,-1-1 1,3-2 0,0-1 0,0 2-1,-1 0-81,2 2 0,1 0 0,0 1 1,1-1-1,0 1 0,0 0 0,-1 0 1,1 0-27,1 2 0,-1 0 0,-9-33 1,7 7-1,-1 3 234,1 2 1,-7 2 0,3 7 0,-2 2-222,1 2 0,1 1 0,-2 4 0,-1 1 151,-1 0 0,1 6 0,5 6 0,3 5-13,-3 3 0,4-2 0,0 7 0,1 2 37,3 0 0,3 7 0,6 0-415,7 4 1,6 1 0,10 0 0,5 0 906,5 0 1,9 0 0,2 0 0,4 0-118,3 0 1,10 0 0,3 0-1,-31 0 1,2 0-180,5 0 0,2 0 1,2 0-1,2 0 1,1 0-1,2 0 1,-1 0-1,1 0 20,-1 0 1,0 0-1,-2-3 1,0 0-1,-4-2 1,0 0-1,-4-2 1,0-1 62,-3 0 0,-1-1 0,0-2 0,-1 0 0,1 0 0,0 1 1,1-1-1,0-1 197,1-2 1,-1 0 0,-4 2 0,-2-1-1,26-9 1,-8-1 214,-10-2 0,-2 5 0,-14 2 0,-8 4-857,-8 1 0,-5-1 1,-6 1-447,0 0 0,-7 1 0,-6 2 0,-8 3 446,-4 1 1,-7-3 0,-3 4-1,-4-1 53,-5 0 1,3 0 0,-4 3 0,1-1 14,0 1 1,6-3-1,8 2 1,4 1-192,4 1 0,-2 2 118,7 0 0,8 0 0,15 0 0,14 0 91,12 0 1,9 5 0,6-1-1,5 0 262,2 2 0,5-3 1,-2 4-1,-2 1 334,-1-1 0,-7-3 0,-2 4 1,-3-1-688,-2 0 1,-9 2 0,-14 6 0,-4 2-746,-4 5 1,-6 13 0,-13 7 0,-15 8 228,-16 8 0,15-20 1,-2 0 586,-6 5 1,-2 2 0,-8 8 0,-3 2-1,14-15 1,-1 0 0,1 0 0</inkml:trace>
  <inkml:trace contextRef="#ctx0" brushRef="#br0" timeOffset="4">23062 4283 8435,'-13'-6'0,"1"-3"0,2-2-320,1-2 0,5-1 0,-3 1 0,1 0 308,3 0 1,2 0 0,2 1 0,2 2 117,1 1 0,7 2 1,-4-3-1,2 2 28,-1 3 1,-3-4 0,3 4 58,3 2 0,-5 3-87,-2 5 1,-3 8 0,-1 9 0,0 4-24,0 5 1,0 2 0,-1 8 0,-2 2-58,-1 0 0,-1 6 0,5-6 0,0-2-49,0-4 1,0 1-1,0-6 1,0-2 17,0-3 1,0-10 59,0 1 1,0-11-1,0-7-63,0-7 1,0-6 0,0-5 0,0-4-20,0-3 1,-4-1 0,-2 0 0,0-2 16,0-3 0,-4 4 0,3-5 0,-2 1-1,0 0 1,2-5-1,-3 1 1,3-2 38,1 2 1,-3 2 0,3 3-1,0 0 209,0 1 1,2 7-1,4 4-58,0 4 1,2 5-1,2 2 1,6 1-50,6 3 1,0 1-1,6 4 1,3 1-39,4 1 0,3 0 0,6-2 1,0 1-161,3 1 1,7 1 0,0-5 0,5 0-523,4 0 0,3 4 0,7 2 590,3 1 0,-31-3 0,0 1 0,5 1 0,-1 1 0</inkml:trace>
  <inkml:trace contextRef="#ctx0" brushRef="#br0" timeOffset="5">11557 14242 7976,'-7'-2'-895,"3"-2"0,-2 1 923,2-6 1,-2 6 22,1-1 1,4 1 0,-5 0 225,0-2-160,5 1 0,-7 0-48,4-1 1,3 0 0,-5 2 123,0-2-160,4 1 0,-3 2-25,5-2 1,5 3 0,4-4-20,3 4 1,2 1 0,3 0 0,0 0 8,-1 0 0,3 0 0,0 0 0,0 0-1,0 0 1,3 0 0,-5 0-1,-1 0 14,-1 0 0,-2 0 0,0 0 19,0 0 1,-4 0-9,0 0 1,-8 0 3,-1 0 0,-5 0 0,-9 0 1,1 0 12,0 0 0,-4 0 0,-1 0 1,1 0-5,-2 0 0,0 0 0,-3 1 1,3 2 10,0 1 0,0 1 1,-4-5-1,2 0-24,2 0 1,2 0-1,3 0 1,1 0-36,0 0 1,4 0 7,1 0 1,6 0-5,2 0 0,6 0 0,7 0 0,2 0 2,2 0 0,-1 0 0,5 0 1,-1 0 3,1 0 0,-4 0 0,4 0 0,-2 0 2,-3 0 1,-2 0 0,-1-2 0,0-1 13,1-1 1,-6 0 97,1 4-79,-6 0 1,-7 0-1,-11 0-28,-4 0 0,3 0 0,-3 0 1,2 0-152,-1 0 1,1 0 0,3 1 146,1 4 0,0 2 0,0 6 0</inkml:trace>
  <inkml:trace contextRef="#ctx0" brushRef="#br0" timeOffset="6">11557 8159 8492,'-8'-5'-660,"-1"1"1,6-6 0,-3 2 475,0 1 1,5-5 0,-5 5 196,0 0 1,5 0 46,-4 2 1,2 2 14,-1-6 0,1 7 24,-6-3 1,6 2 83,-1-1-102,-3 2 1,-1-3-3,-5 5-69,6 0 1,1 1 14,6 3 0,2-2 0,2 2 0,5-2-16,2-2 0,7 4 0,1 0 1,1-1-2,4-1 0,-4-1 0,2 2 0,1 2-5,2-2 0,1-2 0,1-1 0,-1 0 5,0 0 0,-1 0 0,-2-1 0,-2-2 23,-2-2 0,-3-1 0,-6 3 33,-1-1 1,-6-2-45,1 2 0,-13 2 0,-4-2 0,-3 3-11,-3 1 0,-1 0 0,-6 0 0,-1 0 6,1 0 1,-5 0 0,1 0 0,1 0 6,1 0 1,-3 4 0,-1 0 0,0 1-13,0 1 1,1-4 0,6 6-1,2-2-5,1-3 0,6 2 1,0 1-25,6 1 1,5-4 12,10 2 1,8 1-1,9-2 1,3-1 1,1-2 0,5-1 0,1 0 0,0 0 2,0 0 1,0 0 0,-3 0 0,2 0 1,-2 0 0,-3 0 0,-2 0 0,-4 0 8,-1 0 1,3 0 0,-6-1 0,-3-2 69,-3-1 0,-7-2-35,2 1 1,-5 2 0,-5-4-36,-4 1 1,-2 2 0,-4 4 0,-1 0-12,-1 0 1,-5 0 0,3 0-1,-2 0-32,-2 0 0,3 0 0,-1 0 0,2 0-127,3 0 0,2 0 0,2 1 162,3 4 0,-3 2 0,5 6 0</inkml:trace>
  <inkml:trace contextRef="#ctx0" brushRef="#br0" timeOffset="7">16548 15398 7879,'-6'4'-346,"6"0"1,10-1 215,11-1 1,8-1 0,15 2 0,7 2 133,9-3 0,3 4 1,-27-3-1,2-1 1,0-1-1,0 1-13,0-1 1,1-1 0,1 0-1,0 0 1,1 0 0,-1 0-1,0 0 1,1 0 9,0 0 0,0 0 0,0 0 1,1 0-1,4 0 0,0-1 0,0-1 1,0-1 5,0-1 0,0-1 1,-4 2-1,-1-1 0,-2 1 1,-2-1-1,29-3 2,-6-1 1,-3 5-1,-6-1 1,-3 1 15,-4-1 0,-4 2 1,0-2-1,-1 2-8,1 2 0,-7 0 0,-4 0 0,-5 0-8,-7 0 1,-4 2-15,-4 2 1,-15 2 0,-13 4 0,-8-2 1,-8-3 0,-5 4 0,-2-4 0,-3-1 25,-2 2 0,-1-3 0,-5 4 0,1 0 15,-1 1 0,5-5 1,-2 2-1,-4 0-26,-5-1 0,-7 0 0,-4-2 1,33-1-1,-1 1 8,0 0 1,-1 0 0,-3 1 0,-1-1 0,0-2 0,0 0 0,1 0 0,0 0 34,2 0 1,1 0-1,-33 0 1,11 0-1,4 0 16,3 0 1,8 1-1,3 2 1,5 1-31,3-1 0,6 0 1,0 0-1,6 2-42,5-3-65,9 0 0,15-2 0,13 0 0,9 0 33,7 0 1,9-2 0,5 0 0,5-4 12,3-2 1,1 1 0,-1-3-1,6 3-24,6 1 1,-1-4 0,-30 6 0,0 0 0,2 0-1,0-1 12,3 1 0,1 0 1,1 0-1,1-1 1,1-1-1,0-1 1,-1 1-1,0 0-9,-3 2 1,0-1 0,-5 0 0,0-1-1,30-3 1,-3-3-60,-4-1 1,-13 4-1,-3 2 1,-8 0-164,-5-1 264,-2 6 0,-3-10 0,-1 5 0</inkml:trace>
  <inkml:trace contextRef="#ctx0" brushRef="#br0" timeOffset="8">18886 16619 8178,'1'-8'-303,"4"-1"0,3 5 0,8-4 1,5 1 587,4 0 1,1 2 0,12-2 0,6 0-118,5-1 1,2 4 0,11-3 0,-1-1-59,-1 1 0,3 4 0,-7-3 1,-2 2-31,-4 0 1,-11-2 0,-6 3 0,-4-3-30,-3-1 1,2 2-1,-11-2 173,-1 1-624,-7 2 94,-3-2 0,-8 5 0,-2-4 14,-5 4 1,-2 1 0,-2 1 0,-2 2 39,-3 1 1,2 5 0,-4-3 0,-1 0 78,1 0 1,0 2-1,-5-2 1,0 0 172,-3 0 0,-2 4 0,0-2 0,-2 0 10,-1 1 0,-7-2 1,-5 4-1,0-3 8,0 3 1,2-1 0,7 0 0,2-3 213,2-1 0,3 4 0,7-1 8,5 3 1,9-5 0,8-3 0,11-2 24,9-2 0,9 0 0,15 0 1,6 0-107,5 0 1,5 0-1,7-2 1,2-2-16,1-5 1,0 2-1,-6-2 1,-3 0-70,-4 2 1,-4-3 0,-5 4 0,-4 0-119,-4 0 0,-12 2-224,-6 4 0,-13 0 0,-9 0-15,-8 0 0,-3 0 1,-4 2 281,-2 2 0,-4 3 0,-5 6 0</inkml:trace>
  <inkml:trace contextRef="#ctx0" brushRef="#br0" timeOffset="9">19805 15293 8253,'-13'0'-124,"0"0"78,0 0 0,1-2-8,3-2 0,4 1 0,6-5 0,3 1 83,5 0 0,7-2 0,5-4 0,2 0 37,5 0 0,7-5 0,0-1 0,3 0-60,1 0 1,5-4 0,1 2 0,0 1-24,1 3 1,-7 0-1,-6 3 1,0-1-24,-4 4 1,-9 0 0,-7-2 25,-7 0 0,-4 4 1,-4 1-1,-2-1 21,-5 2 1,-4-1 0,-3 5 0,-3-1 36,-2 1 1,5 2-1,-1-1 1,2-1 157,2-1 1,0-1-24,0 5 0,6 2-35,2 2 0,5-1 0,5 6-52,3 1 0,0 0 1,0 1-1,1-3-41,-2 3 1,1-1 0,-5 0 0,1-1-232,-1 1 1,-2-3 0,-1 2-1,0 1-216,0 2 0,0-3 1,0-1 395,0 3 0,-5 0 0,-3 2 0</inkml:trace>
  <inkml:trace contextRef="#ctx0" brushRef="#br0" timeOffset="10">20606 14478 7969,'0'-13'-102,"0"0"1,0 11 0,0 8 0,0 9 117,0 7 0,0 2 0,0 3 0,0-1-46,0 0 0,5-1 1,-1-2-1,-1-1-192,-2 2 0,-1-5 1,0-2-1,0-2 222,0-2 0,0 6 0,0 1 0</inkml:trace>
  <inkml:trace contextRef="#ctx0" brushRef="#br0" timeOffset="11">20646 14255 8307,'-8'-18'-92,"4"1"1,3-5 0,-1 6-1,-1 3-805,-1 2-8,-1 8 905,11-2 0,2 10 0,5 3 0</inkml:trace>
  <inkml:trace contextRef="#ctx0" brushRef="#br0" timeOffset="12">20856 14071 8307,'0'-9'0,"0"0"0,0-1-459,0-2 1,0-1 0,0 0 520,0 0 0,-2 1 1,-1 2 66,-1 1 1,-2 6 0,2-1-13,-5 2 1,2 4 0,-2 2-4,-1 5 0,3 7 1,-1 3-1,1 2 2,0 2 0,4 2 0,-2 2 1,4 4-25,1 4 1,0 2 0,0 1 0,0 0 3,0 2 1,1 3 0,4-2 0,2 1-9,0 2 1,5 4-1,-5-4 1,1-2-77,-4-1 0,2-6 0,-2 0 0,-1 0-18,-1-1 1,-2-4 0,0-8 0,-2-4-93,-2-4 1,1-2 0,-6-3 0,-1-5-296,-2-2 1,3-2 0,1 0 37,-3 0 1,1-2 0,1-2 0,5-7 354,3-5 0,-1 0 0,-2-6 0,2-5 0,-3-7 0</inkml:trace>
  <inkml:trace contextRef="#ctx0" brushRef="#br0" timeOffset="13">20764 14557 7165,'0'-13'-57,"0"0"1,4-1 0,2 1 362,1 0 0,1 4 1,2 2-1,-1 0-74,1-1 0,2 4 0,1-3 0,0 1-136,0 3 0,4-3 0,1 0 0,0 1-72,0-1 0,-3 0 0,3 3 0,-4-1-288,-1 1 1,0 1-1,1 2-410,-1 0 674,0 0 0,0-6 0,0-1 0</inkml:trace>
  <inkml:trace contextRef="#ctx0" brushRef="#br0" timeOffset="14">21552 14242 8288,'-2'-14'-930,"-2"1"1,3 4 1007,-4 1 1,4 3 300,1-3-262,0 5 0,1-3 29,4 6 1,-2 0 66,5 0-147,-5 0 1,3 1 0,-4 2-1,0 3 22,3 1 0,-1 4 0,-4 5 0,0 3-21,0 1 1,0-2 0,0 3 0,0 3-12,0 1 0,0-3 1,0-1-1,0 1-29,0-1 1,0 2 0,0-5 0,0-2-6,0-2 1,0-1-1,0 1-120,0-1 1,-1-6-1,-2-1-395,-2 0-172,1-5 665,4 5 0,6-6 0,1 0 0</inkml:trace>
  <inkml:trace contextRef="#ctx0" brushRef="#br0" timeOffset="15">22353 14255 7519,'0'-13'-119,"-1"1"270,-4 3 0,2-1 9,-5 5 1,3 1-1,-4 4-13,-1 0 1,3 0 0,-2 2-92,-1 2 0,0 3 0,-1 6 0,4 1-32,1-1 0,1 0 0,2 0 0,-2 0-59,2 0 0,2-4 0,1 0 2,0 1 0,0-3 1,1 1 7,4-3 1,2 0-1,6-5 1,0 0-5,0 0 0,-4-5 1,0 0-1,1-1 17,2 0 0,-1 0 1,0 3-1,-3-1-15,3 1 0,-4 0-17,2-1 0,-1 4-21,6 0 0,-7 1 28,-3 8 1,2-1 26,-2 6 1,2-6-24,-1 1 0,-2-6 0,5 1-19,3-2 1,-4-2-1,2-2 24,1-2 0,-3 1 1,2-6-1,1 1 27,2 0 0,-3-3 1,-1 2-1,3-3 21,0-1 0,1 0 0,-2 0 84,-1 0 1,-5 0 147,5-1-178,-6 1 0,-3 7 0,-9 5 0,-3 5-21,-1 4 1,2 0-1,0 6 1,3-1-61,-3 0 1,6 0 0,-1 0-6,0 0 1,4-4-60,-2 0 0,4-6 0,4 1-14,5-3 0,-1-2 1,0-3-1,3-5 51,0-3 1,2-2 0,-1-2 0,-2-3 44,-1-2 1,-5-1-1,4-4 1,-3 0 53,-2-1 0,0 1 0,0 0 1,2 0 32,-2-1 0,-2 7 0,-1 2 234,0 4-271,0 6 1,-4 8-1,-1 11 1,2 5-19,2 6 1,1 2 0,0 3-1,0-1-30,0 0 0,0 5 0,0 0 0,0-4-118,0-3 1,6-1-1,2-5 1,4-2-64,1-2 0,6-2 0,3-3 0,3-5-9,1-3 1,6-2 0,2-3 0,1-5 66,0-3 1,-6-5-1,2-2 1,-4-2 57,0-2 0,-7 2 0,-2 1 0,-5 1 126,-4 3 0,-4 1 49,-5 2 0,-5 6 1,-6 3-1,-5 4 72,-6 4 1,2 8 0,-2 5 0,0 1-60,2 1 0,-1-3 0,5 4 0,0 1-105,5-1 0,2-4 1,6 2-1,-2-4-92,3-1 0,2-5 1,4-3-1,6 0-48,6-1 1,0 1 0,6-7 0,0-2-28,-2-5 0,5-4 0,-4-3 0,1-3 95,-1-2 0,-4 0 1,-1-6-1,-5 1 39,-2 0 0,-5-2 0,4-1 0,-2-2 70,-4 2 0,0-3 1,-2 1-1,0 3 190,0 5 1,0 4-111,0 6 1,-4 7 0,-1 8 1,2 9 0,2 8 1,-1 9-1,-1 1-80,-1 2 0,0 5 0,4-2 0,0 1-53,0 0 1,0-1 0,1 1 0,3-5-105,5-2 1,-1-3 0,2-2 0,3-2-111,3-2 1,3-8-1,-3-6 1,3-4-10,1-1 0,1-1 0,2-4 0,-2-5 39,-2-6 0,-2 1 0,-4-4 0,0 0 97,0-3 1,-4 2 0,-1-2-1,-3 0 91,-2 2 0,-1-4 1,-2 7-1,0 1 192,0 1 1,-2 4-1,-2 2-12,-5 4 0,-3 4 0,-1 2 0,0 4-28,0 4 0,0 7 0,0 1 0,1 1-50,3 1 1,4-3 0,5 4 0,0-1-183,0-3 0,0-1 1,1-2-1,5-1-95,7-4 0,2 3 0,8-7 0,3-1-133,3-2 0,8-2 1,-1-3-1,5-7 134,3-5 0,-5 2 0,-5-5 0,-2 1 60,-3 1 1,-7-1-1,-6 5 181,-6 0 1,-5 1 0,-11 3 0,-7 5 67,-8 3 1,-8 6 0,-3 4 0,0 3 34,0 1 0,-2 4 0,7 1 0,3 0-126,4 0 1,4-3 0,6 3 0,2-4-163,2-1 1,3-1-1,8-3 1,5-3-69,6-1 1,5-3 0,6 1 0,2-6-51,2-6 1,1-4 0,-3-3 0,2-3 164,-2-1 0,-3-4 0,-4-5 0,-4-3 32,-4-2 1,-2-1-1,-3-4 1,-5-1 151,-2 1 0,-2 1 0,0 2 0,0 3 218,0 6 0,0 3 0,-2 13-95,-2 2 0,-3 5 0,-5 9 0,2 9-75,1 6 0,0 9 0,-2 3 0,0 0-114,3 1 0,3 3 0,-2-2 1,1 1-387,3 0 1,2 0 0,1 3 0,0-2-562,0-1 879,0-6 0,-6 9 0,-1-4 0</inkml:trace>
  <inkml:trace contextRef="#ctx0" brushRef="#br0" timeOffset="16">21565 15043 8145,'-13'0'159,"0"1"1,1 4-184,3 4 0,4 4 0,5 4 1,0 5-149,0 3 0,0 6 0,0-1 0,0-1-109,0-1 1,0-7 0,0-4 192,0-2 88,5-8 0,3-1 0,5-6 0</inkml:trace>
  <inkml:trace contextRef="#ctx0" brushRef="#br0" timeOffset="17">21565 14859 8142,'-13'-4'-39,"0"-1"0,4-5 1,0 3-337,-1-1-49,4-3 1,6 11 0,9-2 423,3 5 0,1 7 0,0-2 0</inkml:trace>
  <inkml:trace contextRef="#ctx0" brushRef="#br0" timeOffset="18">21775 14780 8142,'-9'7'-29,"1"-2"1,-1-2 78,2 1 0,-4-1 0,7 6 0,1 1 32,2 2 0,-4 7 0,1 3 0,1 2-76,2 3 1,1 5 0,0 3 0,0 3-138,0 1 1,4-4 0,0 0 0,1 0-129,0-1 0,-3 2 1,2-6-1,-2-6 259,-2-5 0,6 2 0,1-1 0</inkml:trace>
  <inkml:trace contextRef="#ctx0" brushRef="#br0" timeOffset="19">21683 15187 6889,'0'-8'-102,"2"0"337,2 3 1,-1-1-1,7 3 1,3-3-76,3-1 1,3 2 0,-3-2 0,3 0-86,2-1 0,-1 4 0,4-3 1,-3 1-360,3 3 1,-4-3 283,2 2 0,0-6 0,4 2 0</inkml:trace>
  <inkml:trace contextRef="#ctx0" brushRef="#br0" timeOffset="20">22301 14872 8095,'0'-13'0,"0"-2"-270,0-2 0,0 2 0,0-2 0,-2 4-124,-2 4 966,2-3 1,-4 12-392,6 0 0,0 3 0,0 9 0,0 2-21,0 1 1,0 5-1,0 2 1,0 2-98,0-2 0,0 2 0,0-2 0,0 3-181,0 1 1,0-4-1,0 0 1,0 0-81,0-1 1,2-1 0,1-4 55,1 2 1,6-7 0,-1-6 66,3-4 1,1-1 0,0-1 0,0-4 93,0-4 0,0 2 0,1 0 0,-1 1 6,0 3 0,-4 2 0,-1 1-13,3 0 1,-6 5 0,0 4 0,-4 3 4,-1 1 0,-6-4 0,-2 0 0,-4 1 90,-1 1 1,-6-2 0,-2-1 0,0-3-20,-1-2 1,1 3 0,-2-2 0,2-1-78,2-1 1,2-4 0,5-2 0,2-5-150,1-2 0,6-3 1,-1 1-1,4-1-137,4-4 0,4 4 0,6-4 0,4 3-189,4 2 1,1 0 463,-1 0 0,9-6 0,-4-1 0</inkml:trace>
  <inkml:trace contextRef="#ctx0" brushRef="#br0" timeOffset="21">22511 15056 6538,'5'7'200,"-2"-1"1,6-6-173,1 0 0,2 0 1,1 0-28,0 0 0,0 0 0,1-1 0,-1-2-8,0-2 1,0-5 0,0 3-1,-1-2 46,-3 0 1,1 1-1,-6-5 61,-1-1 1,-1 1-1,-2 0 25,0 0 1,-2 6-1,-2 2 1,-5 4 45,-3 1 1,-1 0 0,0 0 0,0 1-21,0 4 1,1 2 0,2 8 0,1 1-104,-1 1 1,4 6-1,2-1 1,2 2-165,2-2 0,0 2 0,3-3 0,4-1-119,7-2 0,7-4 0,1-2 0,3-3-41,1-5 1,6-2 0,2-2-1,1-2-211,0-2 0,-4-3 487,4-7 0,-6-5 0,3-1 0</inkml:trace>
  <inkml:trace contextRef="#ctx0" brushRef="#br0" timeOffset="22">22983 14964 8095,'-13'-1'-255,"0"-4"1,0 4 389,0-4 0,4 4 0,2 2 1,0 2 24,-1 2 0,5 5 1,-1-1-53,3 2 0,-4 3 0,1-1 0,1 0-196,1 0 1,2 0 0,0 0 0,2 0-169,2 0 0,-1-1 0,6-2 27,1-1 1,2-2 0,1 2 0,0-4 46,0-4 0,0-1 0,0-1 0,1-2 116,-1-2 0,0-3 0,0 2 0,0-2 95,0-2 1,-4 3 0,0 0 0,0-1 119,-2 1 0,4 4 0,-3-3 0,1 2-29,-1-1 0,1 1 0,4 4-98,0 0 0,-4 0 0,0 0 0,1-1-43,2-4 0,1 4 0,0-5-45,0 0 0,0 5 0,0-5 41,1 0 0,-1 0 0,-2-4 1,-2 1 123,-5-1 0,-2-2 0,-2-1 12,0 0 1,-2 1 0,-2 2-1,-5 3 1,-2 1 0,-4 2 0,-1 4 0,-3 0-56,-1 0 0,4 1 0,-3 2 0,3 3-123,2 1 1,-2 0 0,8 4-297,-4-3 0,5 1 128,2 4 0,5-1 1,5-3-1,3-5 113,4-2 1,3-2-1,2 0 1,4 0 121,-1 0 0,3-2 0,-4-1 0,0-3 0,0-1 0,0 3 0,-3-5 0,2 0 0,-2 2 0,-6-3 0,-1 4-82,1-2 208,2 0 288,-5-5 1,-1 7-177,-6 6 1,0 1-1,0 8-187,0 1 0,0 2-123,0 1 1,0 0-284,0 0-73,0 0 260,0-5 171,0-2 0,0-8 0,0-2 18,0-5 0,0-3 0,1-1 77,4 0 1,-4 0 0,5 1-22,0 3 0,1-1-59,6 6 0,0-1-23,1 5 1,-6 0 0,1 2-5,1 2 1,-4-1 0,-2 6 0,-2 1 0,-2 2 0,0 1-9,0 0 1,0 0-3,0 0 1,0-4 0,0 0-29,0-6 1,1-6 30,4-6 0,2-5 1,6 5-1,0-3 30,0-1 0,1 4 0,0 2 0,2 0 18,2-1 0,-1 5 1,-4-1-1,1 3 2,-1 1 1,0 0-1,0 0 1,-1 1-15,-4 3 1,4 4 0,-5 5-1,1 0-38,-4 0 1,2 0 0,-2 0-83,-1 1 0,0-3 0,0-1-104,1-1 0,7-6 76,-3 1 0,4-4 1,1-2 75,0-3 1,-4-5-1,0 1 1,1-2 47,2-3 0,-4 1 1,1 2-1,0 0 51,-2 3 0,1-1 0,-6-4 377,3 0-101,-1-1 0,-5 3-202,-4 2 0,2 8 0,-4 6 1,1 3-55,3 2 1,-2-3 0,0 2 0,2 1-102,2 2 0,1 1 0,0 0-102,0 0 0,0-4 0,1-2-23,4-1 0,2-1 0,6-5-8,0 0 0,-4 0 0,0-2 37,1-2 1,2-4 0,-1-5 130,-2 0 0,3 0 0,-4 0 43,4 0 0,1 1 1,-1 2 182,-3 1 0,2 6-48,-2-1 1,1 4-28,-1 4 0,-3 3 1,-6 7-1,0-1-31,0 0 0,0-4 0,-2-1 1,0 3-71,-3 0 0,-5-2 0,1-2 0,-2-1-86,-3-3 1,1 3 0,-1 0 0,-2 0-280,-2-1 314,1 0 0,-2 1 0,-2 1 0</inkml:trace>
  <inkml:trace contextRef="#ctx0" brushRef="#br0" timeOffset="23">22681 15490 8230,'0'-9'-128,"0"0"1,2 2 0,1-3-1,3 2 212,1 2 1,6-2 0,6 3-1,0 1-4,0-2 1,3 5-1,-3-4 1,0 4-72,0 1 0,-2 6 0,-4 2 0,-1 4-53,-3 1 1,-3 6-1,-6 3 1,-3 3 69,-6 1 1,-1 2 0,-12 1 0,0 3 38,2 2 0,-4-5 0,5 0 1,0-5 101,0-7 0,3-1-28,7 2 1,5-5-1,10 0-100,7-7 0,6-6 0,7-5 0,2-2-97,3 0 0,-2-5 1,4 5-1,0-2-120,-4 0 1,-2 5 0,-2-3 0,-1-1-140,-3 1 0,-4 4 0,-1-3 1,-5 2 316,-2-1 0,0-5 0,4 3 0</inkml:trace>
  <inkml:trace contextRef="#ctx0" brushRef="#br0" timeOffset="24">23141 15647 7474,'-7'-6'-254,"2"-2"0,2 2 55,-1 1 199,3 4 0,-5-5 0,6-1 0</inkml:trace>
  <inkml:trace contextRef="#ctx0" brushRef="#br0" timeOffset="25">23351 15476 6295,'0'14'229,"0"-1"0,0 0 0,0 1-101,0 4 0,0-2 0,0 6 0,0 0-123,0-2 0,0-1 0,2-6 0,1 1 3,1-1 0,6-2 0,-1-2-13,3-4 0,1-4 0,0-1-1,0 0 0,-1-1 1,-2-5-1,-3-6 64,-1-4 0,3-3 0,-5 1 1,-1-3 21,-1-4 0,-2 1 0,0 1 0,0-2-41,0 2 0,0 1 0,-2 0 0,-2 3-59,-5 0 1,-3 9 0,-1-2-1,0 5-135,0 4 1,0 2 0,0 2 0,-1 3-521,1 5 675,0 3 0,0 7 0,0 1 0</inkml:trace>
  <inkml:trace contextRef="#ctx0" brushRef="#br0" timeOffset="26">23364 15424 6845,'-7'0'961,"-5"0"-838,5 0 0,-5 1 1,4 4-1,2 5-53,0 6 0,4 0 0,-2 6 1,1 1-36,-1 2 1,2 6 0,-2-1 0,3 0-27,1-3 1,0 3 0,1-3 0,3-3-12,5-4 0,-2-2 1,2-5-1,1-2-48,2-2 1,1-3-1,0-6 1,0 0-1,1 0 1,3-1-1,1-4 1,-2-4 9,-2-2 1,-1-4-1,1-1 1,-3-3 25,-2-1 0,1-1 0,-5-2 0,-3 1 87,0-1 0,-2-2 1,0-1-1,0-1 46,0 1 1,-6 0 0,-1-1 0,-2 3-7,0 2 0,1 3 1,-6 6-1,1 0-120,0-1 1,0 6-1,0 0-209,0 2 1,0 2 0,1 6 0,2 0-161,1 3 0,5 5 0,-4 0 376,2 6 0,-4-1 0,3 4 0</inkml:trace>
  <inkml:trace contextRef="#ctx0" brushRef="#br0" timeOffset="27">5936 18052 7974,'-13'-2'-387,"0"-2"1,0 2 0,0-2 0,0 2 391,-1 2 0,4-4 0,-1 0 0,-4 1 40,0 1 0,5 1 0,0-2 0,-3-2-10,-3 3 1,-2 0 0,4 2 0,-2-1 5,-2-4 1,-1 4-1,2-4 1,-4 4-24,1 1 0,-4 0 0,5 0 0,-1 0-14,-3 0 1,2 0 0,1 0 0,-1 0-20,1 0 1,-2 0 0,-3 0-1,2 0 6,1 0 0,2 0 0,-4 0 0,2 1 36,-1 4 0,3-4 0,-1 4 0,2-2 9,3 1 1,-3-3 0,2 5 0,1-1 22,1-1 1,2 2-15,0-2-59,5-2 0,8 5 1,9-4-1,4 1 12,5-1 0,1-1 1,4-2-1,1 0 58,3 0 0,1 0 1,6 0-1,-1 0-22,1 0 1,2 0 0,6 0-1,2 0 4,-1 0 1,-1 0 0,2 0 0,4 0 5,3 0 0,9 0 0,5 0 1,10 0-43,-35 0 0,2 0 0,4 0 0,2 0 0,5 0 0,1 0 0,1 0 0,1 0-69,-3-1 0,0 2 0,0 1 0,-1 0 0,-3 0 0,-1 0 0,0 0 1,1-1 63,2 0 1,1 0 0,0-1 0,2 0 0,5 0-1,0 0 1,0 0 0,-1 0-2,-1 0 1,0 0-1,-1 0 1,0 0-1,-2 0 1,-1 0-1,1-1 1,0 0 11,0-1 1,0 0-1,3 1 1,1-1-1,5-1 1,1-1 0,1 0-1,1 0-94,3 1 1,-2-1 0,-6 3-1,-1-1 1,1-1 0,-1 0-1,1 1 1,-1 0 112,5 0 0,2 0 0,4-1 1,1 1-1,-21 2 0,1 0 1,-1 0-1,24 0 0,-2 0-23,-5 0 0,0 0 0,-1 0 1,1 0-1,0 0 0,0 0 1,5 0-1,1 0-20,-22 0 1,0 0 0,-1 0 0,20 0 0,-2-1 0,-3 0-1,-1-1 1,-2 0 0,-1-1-6,-1 2 0,0 0 0,5-2 0,1 0 0,2 0 0,1 0 0,-3 0 0,0 0 15,-6 0 1,-1 0 0,-6-2 0,-2 0 0,-1 1 0,-1 1 0,2-2 0,1 1-45,3-1 1,1 1 0,-3 3 0,0-1 0,2-1 0,0 0 0,-4 1 0,-2 0 91,-3 0 0,-2 0 0,-4-1 0,-2 1 0,31 2 0,-4 0 29,-5 0 0,3 0 0,-2 0 0,2 0-45,2 0 0,-11-4 0,-4 0 1,-6 1 77,-7 1 0,-6 2 1,-10 0-309,-4 0 1,-9-1 353,-5-4 0,-4 4 0,-6-4-584,-7 4 0,0 1 580,-5 0 1,-2 0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19332 3652 8755,'0'-13'-278,"-1"2"0,-2 0 0,-1 3-431,1-3 1,-5 5 789,0 2 0,-4 3 0,-1 1-22,0 0 1,4 0 0,0 0 0,-1 1 67,-2 3 1,-1-2-1,0 4-44,0 0 0,4-5 1,0 3-1,-1-2-44,-1-2 1,2 4 0,0 1 0,-1-2 14,-2-2 0,-1 1 1,0 0-4,0 3 0,0 1 0,-1-3 46,1 1 0,0 0 13,0-4 1,0 5-26,0-1 1,4 0-26,0-4 0,6 2 18,-1 2 0,2 4 0,2 5-26,0 0 1,0 0-1,0 0 1,2 0-59,2 0 0,-1 5 0,5-1 0,-1 0-28,0-3 0,2-1 0,4 0 0,0-1-14,0-3 1,0-3 0,2-6 0,1 0-11,2 0 0,3 0 1,-2-2-1,0-1 25,0-1 1,3-5 0,-3 5 0,0-1 37,0 0 0,-1 3 1,-5-2-1,0 4 39,0 4 1,-4 3-1,-2 7 1,-1 0 14,-3 4 1,-2-2 0,-2 6 0,-3 1 1,-5 2 0,-4-3 1,-5 0-1,-4-1 39,-3 0 1,-5-2 0,-1-6 0,1 0-60,-3 0 0,6 0 0,-4-1 0,3-3-71,2-5 1,0-2-1,1-2 1,3 0-321,5 0 1,3-2-1,6-2-87,3-5 0,5-4 1,5-3 433,3-2 1,4 1 0,1 4 0</inkml:trace>
  <inkml:trace contextRef="#ctx0" brushRef="#br0" timeOffset="1">19424 3863 8200,'-8'-6'-416,"-1"-3"297,6 3 0,-3 2 119,6 8 0,0 3 0,0 7 0</inkml:trace>
  <inkml:trace contextRef="#ctx0" brushRef="#br0" timeOffset="2">19884 3534 8451,'0'-13'-309,"-1"1"1,-2 2 210,-2 1 1,-5 6 255,1-1 1,2 8-1,-2 5 1,0 4-15,2 5 0,-3 2 1,4 8-1,-1 1-25,-3 2 1,4 5 0,1-2 0,2 1-124,-1 0 1,3-1 0,-4 1 0,4-6-33,1-6 1,6 0-1,1-5 1,2-3-9,-1-5 1,1-4 0,3-8 0,-2-2 40,-1-5 0,-5-3 0,3-1 0,-1 0-4,-3 0 0,-1-2 0,-2-1 0,0-1-72,0 1 0,-2 1 0,-1 2-351,-1 0 1,-5 0-743,5 0 1172,-6 5 0,8 2 0,-4 6 0</inkml:trace>
  <inkml:trace contextRef="#ctx0" brushRef="#br0" timeOffset="3">20186 3482 6142,'-7'-2'896,"2"-2"-521,4 2-196,1-4 0,0 5 105,0-3-173,0 2 1,-2-4 26,-2 6-2,3 0-60,-5 0-30,6 0 0,-2 0-14,-2 0 1,2-1 40,-2-4-26,3 4 27,1-5-35,0 6 0,1-4-21,3-1 1,-1 1-1,5 3-17,-2-4 1,4 4-10,-2-4 0,4 2-8,1-1 1,0 3-83,1-4 0,-1 4-33,0 1 60,-6 0 1,-1 6 30,-6 2 0,0 0 0,0 0 18,0 3 1,0-4 0,1 0 5,4-1 0,-2 0 0,5-3-9,3 1 1,0 5 0,1-3 0,-2 0 2,-1-1 0,0 4 0,4-3 1,-1 1 16,-4 4 1,3-4-1,-6 2 1,1 1 4,0 2 1,-2 1 0,-4 0 0,0 0 46,0 0 0,-5 0 1,-4 2-1,-3 1 22,-1 1 1,-2 2 0,-1-3 0,-3 2-8,-1-2 0,2-6 1,-2-1-1,1 0 10,3-2 1,6 0 0,1-4-16,-1 2-188,4-1 0,2-8 1,8-2-336,5-2 0,-2 6 466,2-3 0,0 4 0,4 1 0</inkml:trace>
  <inkml:trace contextRef="#ctx0" brushRef="#br0" timeOffset="4">20291 3626 8356,'-1'-9'-653,"-4"1"1,4-1 762,-4-4 0,8 4 0,3 2-57,1 1 1,-2-3 0,2 3 0,0 0 47,1 0 1,-4-4 75,5 2-167,-6 2 0,1 0 19,-8 6 0,-3 1 1,-8 5-1,-1 6 69,-2 4 1,-4 7-1,3-1 1,2 1-46,2-1 0,-1 3 1,9-4-1,0-1-50,2-2 1,4-8-1,2-3 1,4-1-23,3-3 0,10-2 0,4-1 0,1-1-70,-1-4 0,3-2 1,-5-6-1,1 0 53,-4 0 1,-2 0 0,-2-1 0,-1 1 58,-4 0-8,-2 6 1,-12 1 0,-2 6-1,-4 2 49,-1 2 1,0-1 0,0 6 0,1 1-60,3 1 0,2 1 0,4-2-45,-1-1 0,-1-4 0,7 2 19,2-1 0,-1-2 1,4-5-1,1-2 2,-1-2 0,-4-5 0,3 1 1,-2-2 48,0-3 1,1 6 46,-5-1 0,-6 6 0,-3-1-18,-2 2 1,-3 2 0,1 2-1,0 1-73,0 1 1,4 5 0,2-3-51,1 1 0,2-3-11,4 5 1,6-8-1,2-2 1,4-9 36,1-6 0,-4-6 0,0 3 0,-1-2 87,0-2 0,2-2 0,-6-1 0,1 1 57,0 3 0,-3 3 1,1 6-18,-6 0 1,-1 7-1,-8 6 1,-3 7 14,1 5 1,-2 7 0,0 3 0,-2 3-90,2 1 0,7 0 0,3 1 0,2-1-85,0 0 1,-1-1 0,5-3-1,2-5 13,2-2 1,3-8-1,7-2 52,-1-4 1,0-7-1,-1-2 1,-4-6 65,-3-3 0,-4 1 0,-1-5 1,0 1 57,0 0 0,0 3 0,0 0 1,-1 2-84,-4 2 1,-2 2 0,-6 2-203,0 4 1,0 5 0,1 5 0,2 5 165,1 6 0,0 5 0,-4 5 0</inkml:trace>
  <inkml:trace contextRef="#ctx0" brushRef="#br0" timeOffset="5">19135 4467 8376,'8'-6'-12,"-1"0"1,-4-4-1,1 1 5,-1-1 0,3 3 0,-2-2 0,1 0 119,1 2 1,-5 0 108,3 2-225,-2 4 0,-8-5 0,-3 6 0,-2 1-24,-2 4 1,-2 2 0,-3 6 0,-2 0 53,0 0 0,-5 5 0,4 0 0,-1-2 77,1-2 1,3 4 0,-2-1 0,1 1-53,3 1 0,1-5 1,3 4-1,2-4 9,1 0 0,6-1 0,-1 0-108,3 0 0,6-4 0,6-2 0,3-1-66,4-3 0,1-2 0,-2-2 0,5-4-27,3-3 1,-3 0 0,0 0 0,1-1 77,2 2 1,-3-4-1,0 7 1,0 1 29,-2 2 0,0 1 0,-4 0 1,2 0 58,-2 0 1,-3 5 0,-3 6-1,-2 5 57,-3 6 1,0 2 0,-7 3-1,-3 0 77,-9 4 0,0-3 1,-8 4-1,-3-1 66,-4-1 0,1-4 0,-2-5 0,0-2-115,0-3 1,1-1 0,-4-4 0,4-2-76,4-5 1,4-2-1,-1-2 1,4 0-457,4 0 0,6-7 0,4-5-165,2-4 1,13-2-1,2 4 1,3-2 584,3-2 0,1-11 0,7 1 0</inkml:trace>
  <inkml:trace contextRef="#ctx0" brushRef="#br0" timeOffset="6">19411 4690 8376,'-9'0'190,"1"-1"211,-3-4 1,4 4-979,-2-3-12,6 2 0,3 2 589,9 0 0,9 6 0,2 1 0</inkml:trace>
  <inkml:trace contextRef="#ctx0" brushRef="#br0" timeOffset="7">19713 4427 8206,'0'-13'-166,"0"0"1,5 0-1,0 0 1,3 0 67,2 0 1,-3 4 0,2 2 0,1 1 212,2 3 0,1 1 0,0 4 0,-1 2 86,-3 5 1,2 4-1,-3 3 1,-1 5-70,-3 3 0,-1 0 1,0 6-1,1 0-91,-1 0 1,-1-1-1,-2 5 1,-2 0-206,-2-1 1,-3-2 0,-5 2-1,2 0-275,1-4 1,0 3 0,-4-3 438,0-4 0,0-5 0,0-7 0</inkml:trace>
  <inkml:trace contextRef="#ctx0" brushRef="#br0" timeOffset="8">19766 4664 8315,'-13'0'108,"0"-4"1,-1-2 0,1-2-70,0-2 1,6-1-1,2-3 181,4 1 1,2 2-1,4 0 1,5 3-336,6-3 1,2 4 0,6-2 0,4 1 114,0 0 0,5-9 0,1 2 0</inkml:trace>
  <inkml:trace contextRef="#ctx0" brushRef="#br0" timeOffset="9">20619 3587 8258,'-1'-12'-53,"-3"3"0,2-2 0,-2 2 84,2-3 1,-2 3 662,0 1-529,-1-1 0,5 3 0,0 6 4,0 7 0,0 6 1,0 6-1,2 6-97,2 4 1,-3 8 0,5-4 0,-1 4-123,-1 2 0,0-2 1,-4 8-1,0 0-151,0 4 0,0-4 1,0-1-1,0-4-140,0 0 1,0-8 0,0-6-89,0-7 1,-1-10 0,-3-5 270,-5-2 0,-1-12 0,-1-5 0,3-2 152,-3-2 1,1 1-1,0 5 1,3 0 140,1 0 0,-3 4 0,3 2 289,-1 1 0,4 3 0,-1 7-94,2 5 1,2 7 0,2 2-1,1-2-120,1-2 1,6 4 0,-1-1-1,3-1-122,1-1 0,0-6 1,0-2-1,0-1-4,0-3 0,-4-2 0,0-1 0,1-1-136,2-4 0,-4-2 0,1-6 0,0 0-413,-2 0 0,5-1 0,-3 1 465,2 0 0,3-6 0,-1-1 0</inkml:trace>
  <inkml:trace contextRef="#ctx0" brushRef="#br0" timeOffset="10">21224 3731 8443,'-6'7'-12,"-2"5"0,1-5 91,3 7 1,2 0 0,2 2 0,2 3-72,2 2 1,-1-5 0,6 1 0,1-4-32,2-4 1,2 1-1,2-5 1,2-2-29,-2-2 1,-1-2 0,-2-4-1,0-3 55,0-4 1,0-7-1,-1-3 1,-4-1 63,-3 1 0,-4-3 0,-1 3 0,0-3 7,0-1 1,-6 1 0,-2 2 0,-4 2-47,-1 2 0,0 3 0,0 7 1,0 5-189,-1 3 0,1 1 0,0 1 0,1 5-1516,4 7 1675,-4 6 0,11 13 0,-5 2 0</inkml:trace>
  <inkml:trace contextRef="#ctx0" brushRef="#br0" timeOffset="11">21657 3652 8278,'-6'-13'-563,"5"4"0,-5 2 563,0 1 0,5 2 0,-5 4 0</inkml:trace>
  <inkml:trace contextRef="#ctx0" brushRef="#br0" timeOffset="12">21867 3468 8177,'0'-13'-136,"0"0"1,2 7 448,2 6 1,2 13 0,4 14 0,-1 6 28,1 5 0,-3-1 0,2-1 0,0 2-357,-2-1 1,3-5-1,-4 1 1,0-1-100,0-2 0,0-4 0,-3-4 1,1-3 113,-1 0 0,4-5 0,0 5 0</inkml:trace>
  <inkml:trace contextRef="#ctx0" brushRef="#br0" timeOffset="13">22419 3429 8138,'0'-13'-240,"1"6"1,2 4 437,1 6 1,1 10 0,-5 7-1,0 2-159,0 0 0,0 0 0,0 3 0,0-2-71,0-1 0,0-6 0,0 1 0,0-2-119,0-2 1,0 0 0,-2-1-33,-2-3 0,1-3 0,-4-8 137,1-2 1,2-9-1,4-9 1,0-3 70,0-1 0,0-6 1,1-2-1,3 0 62,5 4 0,4 1 0,3 1 0,3 0-31,2 3 0,-4 12 0,5 1 1,2 5 129,0 4 1,-2 2-1,-1 2 1,-2 4 24,-3 3 0,-2 10 0,-2 2 1,-3 2-103,-5 0 1,-5 0-1,-7 4 1,-6 1-25,-5-1 1,-3-4-1,-6 0 1,-1 1-101,-2 2 1,1-3 0,3-2 0,1-1-265,0-3 1,5-3 0,5-2-479,6-3 0,6-6 757,8-2 0,9-12 0,8-8 0</inkml:trace>
  <inkml:trace contextRef="#ctx0" brushRef="#br0" timeOffset="14">22852 3337 8138,'0'13'305,"-4"0"1,-1 0 0,2 1-23,2-1 0,1 4 0,0 2 1,0 2-124,0 2 1,0-4-1,0 0 1,0-2-395,0 1 1,-4 0 0,-1-5-909,2 0 1142,2-6 0,-5 5 0,-1-5 0</inkml:trace>
  <inkml:trace contextRef="#ctx0" brushRef="#br0" timeOffset="15">22813 3087 8138,'-8'-26'-28,"-2"6"1,6 1 0,1 1-352,1 1 1,4 1 94,2 7 1,4 3 0,6 6 283,4 0 0,2-6 0,6-1 0</inkml:trace>
  <inkml:trace contextRef="#ctx0" brushRef="#br0" timeOffset="16">23062 2930 8138,'-13'0'-102,"0"0"1,4 0-1,2 1 364,1 4 0,2 2 0,4 7 0,0 5-35,0 8 0,0 0 1,1 9-1,2 0-110,1 2 1,5 3 0,-3 1 0,1 2-27,4-2 1,0-1-1,1-3 1,-2-1 16,-1-2 1,-2-6-1,3 0 1,-2-6-190,-2-5 1,-2-3 0,-4-2-370,0 0 0,-2-6-427,-2-3 0,-3-2-674,-6-2 1551,0-6 0,5-7 0,2-7 0</inkml:trace>
  <inkml:trace contextRef="#ctx0" brushRef="#br0" timeOffset="17">23272 2917 8122,'-13'0'0,"0"0"-161,0 0 1,4 0 0,0 1 395,-1 3 0,4 4 0,2 6 0,3 4-3,1 4 0,0 7 0,0 3 0,0 3-100,0 6 0,4-2 0,2 7 1,1-4-77,3-3 1,-4 2 0,0-10 0,-2-2-167,1-1 1,-1-3 0,-4-3-399,0-5 0,0-7-1124,0-1 1632,0-6 0,0-9 0,0-8 0</inkml:trace>
  <inkml:trace contextRef="#ctx0" brushRef="#br0" timeOffset="18">23115 3271 7796,'-13'-4'-37,"0"0"0,4-5 0,1 3 400,3-1 0,2 4-316,7-2 1,5 4 0,8 1 0,4 0-178,-1 0 0,6-4 1,-1-2-1,4-2-139,1-2 1,2 3 0,-2-2 0,0 0 47,-3 2 0,0-3 0,-1 4 1,-1 0 87,-3 0 0,-3 2 87,-6 4 46,-6 0 0,-7 6 0,-7 1 0</inkml:trace>
  <inkml:trace contextRef="#ctx0" brushRef="#br0" timeOffset="19">20619 5111 8152,'0'-13'-1,"0"-1"0,-1 1 0,-2 0 146,-1 0 1,-1 4-145,5 0-49,0 7 1,-4-3 80,0 10 0,-5 2 0,4 6 1,1 0-13,-2 0 1,5 2 0,-4 1 0,4 1-13,1-1 1,0-1-1,0-2 1,0 0-14,0 0 0,1 1 0,4-3 1,4 0 34,2-3 0,2 0 1,0 2-1,1-3 14,-1-1 0,-5 0 1,1-3 32,1 1 1,1 2-88,-3-2 1,-2-1-225,-6 6 1,-6-5-1,-2 4 1,-4-3 232,-1-2 0,-6 5 0,-2-1 0</inkml:trace>
  <inkml:trace contextRef="#ctx0" brushRef="#br0" timeOffset="20">20606 5124 8152,'-1'-15'42,"-2"-1"1,-1-1 191,1 1 1,3 1-1,4 2-21,5 0 1,2 0-1,3 1 1,-1 2-177,0 1 1,0 2-1,0-4 1,0 4-343,0 1 1,1 2 0,-1 4 0,0 0 304,0 0 0,6 6 0,1 1 0</inkml:trace>
  <inkml:trace contextRef="#ctx0" brushRef="#br0" timeOffset="21">20961 5150 8152,'-13'0'149,"4"-4"1,2-2-45,1-1-298,2 4 193,4-3 0,0 6 0,0 0 0</inkml:trace>
  <inkml:trace contextRef="#ctx0" brushRef="#br0" timeOffset="22">21329 4808 8152,'-13'0'225,"-1"0"0,1 0 0,2 3-155,2 6 0,3 6 0,6 11 0,0 0-100,0 1 0,1 3 1,4 2-1,4 0 5,2 1 1,2-3 0,1-3-1,-1-3-144,0-2 0,4-3 0,1-7 0,-2-3-6,-2-5 0,0-3 229,-1-1 1,-6-5 0,-3-4 26,-2-3 1,-2 3 0,-2 2 0,-2 0 39,-5 0 1,-2 4-122,-3-2 0,1 4 0,0 1 0</inkml:trace>
  <inkml:trace contextRef="#ctx0" brushRef="#br0" timeOffset="23">21631 4795 8252,'-8'-13'320,"-2"4"-134,6 1 1,-2 5-56,2-2 0,2 5-33,-2 5 0,2 2 1,2 6-1,2 0-115,2 0 0,-2 1 1,3-1-1,0 0 22,-1 0 1,2-4-1,-2 0-127,5 1 0,-2-4 0,2-2-139,1-3 1,2-1-1,1 0 139,0 0 1,1-1-1,-1-2 1,0-3 74,0-1 0,0 0 0,0-4 0,0 3 67,0-3 0,1 4 1,-1-2 70,0-1 1,0 4 0,0 2 4,0 2 1,-4 2-34,0 0 0,-6 6 0,1 3 0,-2 4-2,-2 5 0,-6-4 0,-3 5 0,-3-1-11,-1-1 1,0 2-1,0-3 1,0 2-18,0-2 1,-1-1-1,3-2 1,1-2 45,1-2 0,6 3-207,-1-3 0,4-2 0,4 0 58,5-1 0,4-2 0,3-4 1,1 0-25,-1 0 0,3 0 0,0 0 112,2 0 0,-5 0 169,1 0 1,-9 6-1,-8 2 65,-8-1 0,-9 3 0,-5-4 0,-4 1-76,-5 3 1,3 2 0,-4 0-1,2-2-117,-1-1 1,2-1-1,7 4 1,4-2-763,4-1 1,2-4 702,3 3 0,3-5 0,6 3 0</inkml:trace>
  <inkml:trace contextRef="#ctx0" brushRef="#br0" timeOffset="24">20606 5846 7877,'0'-13'-337,"0"0"1,-1 4 404,-4 1 1,3 5 154,-7-2 1,6 5-1,-3 5 1,2 5-35,-1 6 0,1 0 0,4 4 0,0 1-50,0-1 0,0 2 1,0 4-1,0 1-104,0-1 1,1-6 0,4-1 0,4-1-75,2-1 1,2 0 0,0-9-1,1-3-13,-1-4 1,0 4 0,0-1 0,0-3-6,0-4 0,0 1 1,1-7-16,-1-1 0,-6 2 50,-3-1 0,-4 7 52,-4-3 1,1 4 0,-6 1 44,-1 0 0,3 1-47,-2 4 1,6-3 0,-3 6-32,0-2 0,5-1-29,-3 0 0,1 2-73,-2 6 0,4-4 0,-5-2 0,2 1-172,-1-1 1,-1-3 0,2 5-75,-5 1 1,-2 2 0,-3 0 350,1-4 0,0 4 0,0-5 0</inkml:trace>
  <inkml:trace contextRef="#ctx0" brushRef="#br0" timeOffset="25">20580 5978 7718,'-12'-2'-184,"4"-2"0,-3 1 1,7-6 354,1-1 1,2 3 0,2-1 0,3 1 3,5 0 1,3 0 0,3-4-1,1 3-99,1-3 0,6 0 0,-2-2 1,1-1-342,0 1 1,-5 4 0,4 2-1,-1 1-910,0 3 1175,-4-4 0,3 6 0,-5-5 0</inkml:trace>
  <inkml:trace contextRef="#ctx0" brushRef="#br0" timeOffset="26">20948 5951 8110,'-13'0'-61,"0"0"0,-1 0 246,1 0-441,6 0 256,1 0 0,12-5 0,1-3 0</inkml:trace>
  <inkml:trace contextRef="#ctx0" brushRef="#br0" timeOffset="27">21381 5702 8211,'-1'-12'-200,"-4"3"0,4-2-39,-3 2 0,1 3 0,0 3 452,-2 6 1,1 4 0,4 8-1,-2 3 34,-2 3 0,3 4 0,-4 2 0,4-1-146,1 0 1,0 0 0,0 1 0,0-1-94,0 0 1,0-5 0,0-4 0,1-2-124,4-2 1,-2-6-1,5-2 1,3-4-68,0-1 0,2 0 0,0-1 1,-1-4 126,-3-4 0,1-2 1,-6-2-1,-1-1 54,-1 1 1,-2 0 0,0 0 14,0 0 1,-2 4 0,-2 2-195,-5 1 1,-2 2-457,-3 4 636,1 0 0,0 5 0,0 3 0</inkml:trace>
  <inkml:trace contextRef="#ctx0" brushRef="#br0" timeOffset="28">21565 5676 8174,'0'-14'671,"0"1"-623,0 6 1,2 3 0,2 8 35,5 5 0,-2-2 0,0 2-46,-1 1 1,4-4 0,-2 0-102,-1 0 0,5-5-32,-4 3 1,4-2 175,1-2 0,0 0 0,0 1 17,1 4 0,-3-2 1,-1 5-1,-1 4-15,1 4 0,-2-1 1,-1 4-1,0-2-122,1 1 1,-6 4-1,4-3 1,-1 0-277,-1 0 0,0-2 0,-4-4 0,0 0-1471,0 0 1786,0 1 0,6-1 0,2 0 0</inkml:trace>
  <inkml:trace contextRef="#ctx0" brushRef="#br0" timeOffset="29">22340 5334 8114,'7'-6'-163,"1"3"1,-4-6 162,5-1 0,2-1 0,2-3 0</inkml:trace>
  <inkml:trace contextRef="#ctx0" brushRef="#br0" timeOffset="30">22353 5505 6369,'13'-6'0,"0"-1"0</inkml:trace>
  <inkml:trace contextRef="#ctx0" brushRef="#br0" timeOffset="31">22892 5071 8101,'-14'0'0,"1"0"-58,0 0 0,1 2 1,2 4 98,1 7 1,7 1 0,-3 7 0,4-1 56,1 1 1,0-1-1,1 3 1,4-2-33,3-2 1,3-2 0,-1-5 0,0-2-33,5-1 1,-2-6 0,4 1 0,-2-2-86,-2-2 0,0-6 1,2-3-1,1-3 17,1-1 1,1 0 0,-7 0 0,0 0 27,-3 0 1,-3-5 0,2-1 0,-1 0 43,-3 0 0,-2-4 0,-1 1 0,0-1-21,0 1 0,-1-3 0,-4 5 0,-2-1-10,0 4 0,-5 3 1,3 4-1,-2 3-184,-2 1 1,4 2-1,0 4-9,-1 0 0,0 6 0,1 2 0,3 4-281,0 1 0,5 0 467,-4 0 0,4 6 0,1 2 0</inkml:trace>
  <inkml:trace contextRef="#ctx0" brushRef="#br0" timeOffset="32">23154 5032 8101,'-13'0'111,"4"0"-474,1 0 1,3 0-208,-4 0 570,6 0 0,-8 0 0,4 0 0</inkml:trace>
  <inkml:trace contextRef="#ctx0" brushRef="#br0" timeOffset="33">23325 4940 8199,'-7'14'-158,"2"4"0,4-2 0,1 4 0,0 1 288,0-1 1,1 1-1,4 2 1,3-1 48,4 1 0,1-4 0,2-1 0,1-4-38,1 0 1,7-7 0,-4-3-1,2-2-82,0-2 1,-5-6-1,4-3 1,-1-4-38,1-4 1,-7 2-1,1-4 1,-6 0-43,-4-3 0,1-3 1,-3-1-1,2 0-30,-2-1 1,-8 3 0,-4 0-1,-2 2-99,-2-1 0,-1 0 0,0 2 1,-2 7-143,-2 3 1,-4 8 0,3 1 0,0 4-365,1 7 1,-1 4 654,1 5 0,3 2 0,-4 7 0</inkml:trace>
  <inkml:trace contextRef="#ctx0" brushRef="#br0" timeOffset="34">23745 4703 8181,'6'-13'-28,"0"0"0,4 0 1,-3 0 118,-1 0 1,4 4 0,-1 2 142,3 1 1,-3 1 0,-1 7 0,3 2 0,-6 9 0,0 9 0,-2 5-9,1 3 0,-2 4 0,2 5 0,-3 1-277,-1-1 1,0 0 0,0 1 0,0-1-135,0 1 0,-4-7 1,0-2-1,-1-3-1258,-1-2 1443,5 0 0,-11 0 0,5 1 0</inkml:trace>
  <inkml:trace contextRef="#ctx0" brushRef="#br0" timeOffset="35">24257 4769 8414,'2'-13'-252,"2"0"0,-1 7 1,4 6-1,-1 9 595,-3 7 0,-1 4 0,-2 6 0,0 1-230,0-1 0,0-1 0,0-3 0,0-3-91,0 0 0,0-5 0,0 4 0,-2-4-48,-2 0 1,1-3 0,-6-1-285,-1-1 0,3-6 0,-2 0 118,-1-6 1,4-1-1,0-8 1,2-4 70,-1-3 0,1-3 0,4-6 0,0-2 97,0-5 0,1 3 0,4 1 1,3 3 119,4 2 1,1 0 0,0 1 0,2 3 155,2 4 0,0 10 0,3 3 0,0 4 102,1 1 1,-5 6-1,1 4 1,-2 6-1,-2 6 0,-6 3 0,-2 1 1,-4 2-141,-1 2 1,-6-2 0,-2 3-1,-5-4-102,-5 0 1,2-5 0,-4-2 0,-1 0-234,1 1 1,4-8 0,-2 2 0,4-2-1493,0-3-736,7-6 2349,1 2 0,18-17 0,3-4 0</inkml:trace>
  <inkml:trace contextRef="#ctx0" brushRef="#br0" timeOffset="36">24625 4730 8524,'-7'1'47,"2"5"243,4 7 1,1 0 0,0 6 0,0-1-175,0-1 0,1 5 0,2-3 0,2 0-484,-2 0 0,-2-1 0,-1-5 0,0 0-1440,0 0 1808,0 0 0,-6 0 0,-1 0 0</inkml:trace>
  <inkml:trace contextRef="#ctx0" brushRef="#br0" timeOffset="37">24599 4493 8299,'-7'-20'0,"-4"-1"0,7 5 0,1-1-391,2 1 1,2 7 99,3 5 1,4 2-1,5 2 1,0 0 290,0 0 0,6 0 0,2 6 0,5 1 0</inkml:trace>
  <inkml:trace contextRef="#ctx0" brushRef="#br0" timeOffset="38">24783 4401 8299,'-13'0'-316,"1"2"182,3 2 1,-1-1 0,6 6 231,1 1 0,1 2 0,2 1 0,2 1 84,2 4 1,3 2 0,6 8 0,1 3 57,-1 4 1,0 4 0,0 3 0,0 4 38,0 0 1,0 1-1,-1 3 1,-2-3-158,-1-2 1,-6-1-1,1-6 1,-2-5-29,-2-7 1,0-1 0,0-7 0,-2-4-193,-2-3 0,-3-6 0,-6-5-379,-1 0 0,1 0 0,2-1-137,2-3 1,3-4 0,6-6 0,0-2-636,0-2 1249,0-5 0,12-4 0,2-6 0</inkml:trace>
  <inkml:trace contextRef="#ctx0" brushRef="#br0" timeOffset="39">25006 4336 8360,'-12'-9'305,"4"0"0,0 6 0,5 0 0,-1 6-13,1 6 1,2 13 0,1 5-1,0 6 109,0 3 0,4 6 0,0 2 1,1-1-272,1-3 1,-5 4 0,5 1 0,-2 1-409,1-1 0,-1-6 0,-4-4 0,0 0-320,0-1 0,0 1 1,0-9-1,-1-5-1859,-4-5 2457,-2-9 0,-12-1 0,-2-6 0</inkml:trace>
  <inkml:trace contextRef="#ctx0" brushRef="#br0" timeOffset="40">24940 4848 7995,'0'-13'5,"0"4"1,0 0 0,0-1 245,0-2 1,6-1-1,3 0 1,3 0-77,1 0 0,1 0 0,4 0 1,4 1-191,3 3 0,1-3 0,0 4 1,0-3-863,1 3 0,-1-4 877,0 3 0,0-2 0,1-3 0</inkml:trace>
  <inkml:trace contextRef="#ctx0" brushRef="#br0" timeOffset="41">15708 5465 8362,'-2'-13'-341,"-2"0"1,2 4-1,-2 1 1,2-3 283,2 0 1,8-2 0,5-1-1,6 1 199,1 0 1,9 1 0,-1 2 0,4 3-99,5 1 0,-4 2 1,2 4-1,2 0 63,1 0 0,0 0 0,-2 1 0,-1 4-12,2 3 0,1 8 0,1 3 0,0 2-57,1 2 1,1 3-1,2 5 1,6 3-53,2-1 1,7 5 0,3-3-1,-28-15 1,0 0 5,2 2 0,0-1 0,3 0 0,0-1 0,1 2 0,1-1 0,-4-3 0,1 0-8,-3-2 1,0-1-1,32 7 1,0-5-1,-1-4 8,1-4 0,1-3 0,3-6 0,5-2 38,-37 1 0,1-2 0,1 0 0,0-1 0,-1-3 0,-2-1 0,30-8 24,-6-1 1,-9-1-1,-7 5 1,-3 0-42,-3 0 1,2 0 0,-9-1 0,1 1-14,-1 0 0,1 0 0,-5 1 0,-5 2-4,-2 1 0,-5 1 0,-7-6 14,-5 1 0,-4 5 0,-6 0 1,-7 1 0,-7 0 1,-7 2 0,-2-2 0,-3 1 19,-2 3 1,5 2 0,-1 1 0,3 0 48,5 0 0,3-5 1,6 1 31,0 1-50,6 2 0,7 2 0,9 2 0,4 1 56,4-1 1,10 0-1,8 2 1,2 2 81,3 0 1,4 5 0,1-3 0,0 2-24,0 2 1,-2 1 0,-7 0 0,-4 2-92,-4 2 0,-5 1 1,-11-3-1,-3 1-74,-5-1 1,-14 5 0,-9-1 0,-9 2-231,-7 0 1,-9 0-1,-5 4 1,-5 2-1171,-3 3 1,1-2 1387,8 6 0,-3 6 0,5 5 0</inkml:trace>
  <inkml:trace contextRef="#ctx0" brushRef="#br0" timeOffset="42">5752 12783 14639,'-11'-10'-1269,"1"-3"0,2-2 574,2 1 0,2 1 0,4-1 0,1 1 919,4 0 1,7 4-1,7 2 1,-1 1-157,1 3 1,5 2-1,-2 1 1,2 0 23,3 0 1,3 0 0,4 0 0,2 0-7,5 0 0,3 0 0,0 0 0,4 0 10,3 0 0,6 0 1,0 0-1,-2-2-134,-1-2 1,3 3 0,2-4 0,-1 4 45,0 1 1,5-5 0,0 1 0,5 1 3,7 2 0,-33 0 0,2 2 0,0-1 1,1 0-1,-1 0 0,0 0-80,-1 0 0,0 0 0,-2 0 1,1 0-1,-2-1 0,0 0 1,1 0-1,0-1 38,0 0 1,1 0 0,3-1-1,0 0 1,2 1 0,0 1-1,4-2 1,1 0-47,4-1 1,1 1 0,0 1-1,0 0 1,-2-2 0,-1 0 0,-4 1-1,-1-1 58,-3 0 1,-1 1-1,3 1 1,0 1 0,1-1-1,1-1 1,4 2 0,0-1-8,3 0 1,0 0 0,-2 1 0,0 1-1,-6-3 1,-1 1 0,-1 1 0,0 1-5,-4 0 0,0 0 0,2 0 0,0 0 0,0 0 0,1 0 0,1 0 0,1 0-9,3 0 0,1 0 0,3 0 0,0 0 0,4-1 0,0 0 1,-2 0-1,0-1-3,-4 0 0,-1 0 0,-1-1 0,0 0 1,-6 2-1,0-1 0,4 0 0,2-2 11,3 1 0,1-1 1,7 2-1,0 1 0,1-2 1,0 0-1,-3 1 0,-1 0 9,-2 0 0,-1 0 0,-4-3 0,-1 1 0,3 1 0,0 0 0,5 0 0,0-1-92,5-1 1,1-1-1,1 3 1,1-1 0,-3 1-1,-1-1 1,-3 0-1,-1 1 102,-3-1 1,-1 0 0,4 2-1,0 0 1,-2-2 0,-1 1 0,2-1-1,2 2 4,3 0 1,-1 1 0,0-2-1,-1 0 1,0 1 0,-1 0-1,-2 0 1,-2-1 3,-3 0 0,-1 0 0,1 1 0,1-1 0,-1-3 0,0 1 0,4 1 0,1 1 1,3 0 0,-1 0 0,2-1 0,-1-1 0,-5 2 0,-2 1 0,-6-2 0,-2 0-46,-3-1 1,-1 0 0,1 1 0,0 1 0,4-2 0,1 1 0,5-1-1,0 1 91,6 1 1,-1-1-1,0-2 1,-2 0-1,-3 2 1,-1 1-1,-3-1 1,-2-1-10,-2 1 1,-1-1 0,1 2 0,-1-1 0,-2-1-1,0 0 1,0 1 0,0-1-21,3 0 1,-1 0 0,2-1 0,0 0 0,5 0 0,0-1 0,-2 1 0,-1-1 40,-3 1 1,-1-1 0,-5 0 0,-2 1-1,19-7 1,-3-1 86,-5 1 1,2-4 0,-6-1 0,-2 2-68,-1 2 0,-6 2 0,-2 2-156,-1 1-1987,-7 6 2068,-12-3 0,-1 0 0,-5-1 0</inkml:trace>
  <inkml:trace contextRef="#ctx0" brushRef="#br0" timeOffset="43">16548 12008 8467,'-13'2'0,"0"0"62,0 3 1,7-1-14,6-4 0,13-1 0,12-4 0,7-3-28,6-4 0,0-1 0,10-2 0,3-2 6,4-5 0,-1 1 0,3-1 0,-3-2 29,-1-6 0,-1 3 0,-1-4 0,-4 5-131,-7 4 1,-8-1 0,-10 5 0,-5 2 11,-2 1 0,-8 7 1,-3-1-119,-2-1 1,-8 2 0,-3 1 0,-2 1 88,-3 3 0,-5-3 0,-1 2 0,-2 1 195,0 2 0,2 1 1,-2 0 270,4 0 0,4 4 0,2 2-161,3 1 0,4 2 0,5 4 0,0 0-34,0 0 1,5 0 0,4 1 0,3-1 43,1 0 0,-4 1 1,-2 3-1,0 0-329,1-1 0,-5-1 0,1-2 0,-3 0-71,-1 0 0,0 5 0,-1-1 0,-3 1-137,-5 1 0,3-3 314,2 6 0,-4 0 0,1 4 0</inkml:trace>
  <inkml:trace contextRef="#ctx0" brushRef="#br0" timeOffset="44">17691 11246 8122,'-18'-15'-105,"1"-2"1,1-2 0,7-3 260,4 5 1,5 11 30,5 10 0,-2 11 1,4 15-1,0 5-145,1 3 0,-5 2 0,2 1 0,0 1-114,-1 2 1,1 0 0,-4-4 0,2 4-90,1 4 0,1-2 0,-4-3 0,2-3-251,1-5 1,1 1 0,-5-6 411,0-6 0,6-3 0,1-8 0</inkml:trace>
  <inkml:trace contextRef="#ctx0" brushRef="#br0" timeOffset="45">17691 11627 8154,'0'-13'0,"0"0"58,0 0 0,6 0 0,2-1 0,5 1-73,5 0 1,-3 0 0,3 0 0,0 0-140,0 0 1,-1-1 0,-4 1 0,-1 0 233,-3 0 0,1 0 0,-6-2 0,-1-1-10,-1-1 0,-2-1 1,0 5-1,0 0-21,0 0 0,-2 1 0,-2 2 0,-4 1 28,1-1 1,-3 3 0,4-2 217,-1-1-189,-2 4 1,-3 3-2,4 12 1,2 1-1,6 12 1,0 1 7,0 2 0,0 7 1,1 3-1,4 3-73,3 1 1,0 1 0,0-1 0,3 1-36,0-1 0,-2 0 0,0-1 0,1-3-4,2-4 0,-1-5 0,0-4-955,-3-4 382,1-4 0,3-8 0,-3-6-164,-5-7 0,2-11 736,-2-3 0,6-4 0,-2-2 0</inkml:trace>
  <inkml:trace contextRef="#ctx0" brushRef="#br0" timeOffset="46">17993 11522 8187,'-9'9'-910,"2"-1"1055,1 3 0,1 0 1,5 4-1,0 1-48,0 2 0,6 1 0,5-3 0,3 0-156,4-5 1,1 2 0,-3-5 0,1-1 48,-1-3 0,3-2 1,-1-2-1,-2-2 16,-2-2 0,-1-3 0,1-8 0,-3-1-28,-2-1 1,-3-2 0,-6 1 0,0-2 5,0-1 0,-2-2 1,-3 5-1,-7 2 9,-4 2 0,-3-2 0,3 1 0,-3 5 49,-2 3 1,1 2 0,-3 5 0,2 0-37,2 0 0,2 0 1,4 2-1,-1 1-102,1 1 0,6 6 33,3-1 1,4-3 0,4-2 0,5-2-28,2-2 1,7 0-1,1 0 1,0-2 53,0-2 1,3-2 0,-5-4-1,1 1 38,1-1 1,-5 2-1,4 0 1,-4-1 50,0 2 1,-1-4 0,-2 6 0,0-1 69,-3 0 1,0-4 137,0 1 1,-2 2 134,-6-2-185,0 6-158,0-3 0,0 7 0,0 4-17,0 4 1,0-2-1,0 2 1,0 1-23,0 2 0,2 1 0,1 0 0,1 1-20,-1 4 1,3-2-1,0 4 1,-1 1-16,1-1 0,3 1 0,-3 2 0,0-2 9,0-2 1,4-2-1,-3-4 31,0 0 0,5-1 0,-3-3-7,2-5 0,-2-8 1,-1-5-1,-1-3-67,0-1 0,-2-1 1,2-2-1,0-2 22,0 2 1,-2-3 0,2 1 0,0 2 13,1 2 1,-4 2-1,3 2 1,1 1 14,-1-1 1,2 4 0,4 2 18,0 2 0,0 2 0,2 0 1,1 2 15,1 2 0,1 2 0,-4 4 0,2-3-30,2-1 1,-1 3 0,-3-5 0,-1 1 3,0 1 1,0-5 0,0 2 18,0-6 0,-5 0 1,-4-7-1,-3-3 35,-1-3 0,0-6 1,-1 3-1,-3-2-7,-5-2 0,-1 3 0,-1-2 0,3 0-45,-3 1 0,0 2 0,-1 6 0,2 0-311,1 0 0,0 1-113,-4 4 417,6 2 0,-5 12 0,5 1 0</inkml:trace>
  <inkml:trace contextRef="#ctx0" brushRef="#br0" timeOffset="47">19004 11272 8016,'6'-13'-619,"-3"2"0,4 0 0,0 4 619,1 1 0,0-4 0,6 1-44,-1-2 0,0-3 0,0 3 1,0 0 81,0 3 1,-4-1 0,0-4 128,1 0 1,0 0 0,-1-1 124,-5 1 1,-2 5-136,-2-1 0,-2 6 1,-2-2-1,-5 5 5,-2 5 1,-7 2 0,0 8 0,2 2-26,2 5 1,1 3 0,0 1 0,-1 2-75,1 3 0,2-4 0,0 4 0,4-3-58,1-2 0,2-1 0,4-2 0,0-2 12,0-2 1,7-3-1,5-8-103,4-3 1,1-5 0,-2-5-1,1-3 26,2-4 1,1-6 0,-3 0-1,1-3 25,-1-2 0,-3-4 0,-4-2 0,-3-1 25,0 0 1,-5-3-1,4-1 1,-4-1 8,-1 0 1,-6 2-1,-3-4 1,-2 4 21,-2 0 1,4 4-1,0 7 1,0 5 267,2 2 1,0 8-218,2 3 1,4 8-1,-3 6 1,2 6 26,2 6 0,0 3 0,2 3 1,0 2-24,3 5 0,5 3 0,-1 2 0,3-1-124,1 1 0,-2-5 1,1-2-1,0-1-137,2-3 1,2-7 0,-1-4-1,1-5-52,1-4 1,1-3 0,-5-8-1,-1-2 63,-3-5 0,2-4 0,-3-5 1,0-4 47,1-2 1,-6 2 0,1 1 0,-1 2 151,2 3 0,-4 2 91,3 1 1,-1 5 0,2 4-17,3 2 1,-2 4-1,0 1 1,0 3-63,3 1 1,1-3-1,0 4 1,-1-3-21,1-2 0,2-1 0,1-2-26,0 0 1,-1-2 0,-2-2 0,-3-5 17,-1-2 1,-1-4 0,-5-1 0,0-3 68,0-2 0,-6 4 1,-3-4-1,-3 3 1,-1 1 1,-1 4-1,-3 5 1,-2 3-46,-1 4 0,3 1 0,-4 0 0,2 1-280,3 4 0,3 2 0,3 6 0,2 2-356,3 2 1,0-2 599,5 2 0,12-2 0,3-2 0</inkml:trace>
  <inkml:trace contextRef="#ctx0" brushRef="#br0" timeOffset="48">19805 10852 8343,'-14'0'-17,"-4"0"1,3-2-1,-2 0 58,2-3 0,7 1 0,0 5 0,2 4 25,4 3 1,0 4 0,2 1 0,0 0 13,0 0 0,4 2 0,1 1 1,-1 2 43,2-2 1,-3 3-1,4-2 1,1 1-143,-1 1 0,-4-3 1,3 4-1,-2-1-103,0-3 0,7 3 1,-3-3-9,4-4 1,1-5 0,0-7-5,0 0 1,1-10-1,-1-3 1,0-3 97,0-3 0,0 3 0,0-5 1,0 1 73,1-1 0,-3 5 0,-1-1 0,-1 2 44,1 2 1,1 4-1,-1 2 1,-1 1-45,1 3 0,1 2 0,3 1-34,-1 0 1,0 1 0,0 2-16,0 2 0,0 3-51,0-3 54,-5-1 0,-2-5 0,-6-4 1,0-3-9,0-4 0,-2-1 0,-1 0 0,-3-1 50,-1 1 0,4 0 0,-3 2 0,2 0 122,-1 3 1,1 3-169,4-4-12,0 6 1,2-2-1,2 5-22,5 0 1,2 4 0,3 0-89,-1-1 1,0-1-1,0-2-6,0 0 1,0-2 0,-1-2 169,-3-5 0,1 2 0,-6-2 175,-1-1 0,-3 4-6,-4 2 0,1 2 0,-4 4 3,1 2 0,0 3 1,3 7-1,-1-1-183,1 0 0,1 0 1,4 0-113,2 0 0,5-1 0,7-3 0,3-5-190,1-3 0,-2-1 0,5 0 0,3 0-125,4 0 0,0-7 1,-4-4-1,1-6 407,-1 1 0,0-4 0,1 0 0,-1-7 0</inkml:trace>
  <inkml:trace contextRef="#ctx0" brushRef="#br0" timeOffset="49">20698 10563 8343,'-1'-13'38,"-4"0"1,-2 1-6,-6 3 1,4 3 0,0 6 0,-1 2 80,-1 2 1,-3 5-1,1 7 1,0 3 8,0 1 1,1-2-1,2 2 1,3 1-211,1-1 1,2-4 0,4 2-33,0-4 0,1-5 0,3-2 0,5-1-9,3-3 1,1-6-1,0-3 1,2-1 108,2-3 0,-2-2 0,2-1 0,-2 1 82,-2 4 0,0-3 0,0 7 1,1 1 147,-1 2 0,4 2 0,1 4-60,-2 3 0,-2 10 1,-1 2-1,1 4-106,-1 2 0,0-3 0,0 9 0,0 0-50,0 4 0,0-3 1,1 1-1,-3-1-54,-2 1 1,-3-1 0,-6 4 0,0-4-73,0 0 0,0-4 0,-2-7 0,-2-6 38,-5-6 1,-2-4-1,-3-6 1,1-2 87,0-2 0,-4-3 1,-2-8-1,0-2 19,0-5 1,0 1 0,3-1-1,-2-1-3,2-2 0,-1-1 0,2 1 0,3 2 9,1 1 0,3 0 0,1-4 1,1 1-20,3 3 1,2-1 0,1 4 0,1 0-64,4 0 0,3-3 0,8 4 0,3 1-68,2-2 1,-1 4-1,5-4 1,0 2 54,3-1 0,-1 1 0,-3 3 0,-2 1 16,1 0 1,2 1-1,0 2 1,-4 3 75,-3 1 0,-3-3 1,-2 5 259,0 1-147,-6-4 0,-2 5 0,-10-2-1,-4 2 0,2 2 38,-2 0-220,1 0 20,-6 0 1,6 0-36,-1 0 81,6 0 0,-4 0 121,2 0 0,2 2-101,-5 2 0,5 4 0,-2 5-69,4 0 1,1 0-1,1 0-54,4 0 1,2-4 0,6-2-1,2-1-36,2-3 1,-1-1 0,6-2-1,2-2-56,0-2 1,1-4-1,-1-6 1,-4-4 102,-1-4 1,-3-2-1,-6-3 1,-3 0 176,-1-4 0,-1-1 0,-5-5 0,-2 1 82,-2-5 0,1 3 0,-6-3 0,-1 8 69,-2 5 1,-1 0 0,0 11 0,0 2 110,0 5 0,4 4 1,2 9-197,1 6 1,2 1 0,4 10 0,0 1-155,0-1 1,0 6 0,1 7 0,3-1-129,5 0 0,3 0 1,1-3-1,0 2-203,0-2 1,0 3 0,0 0-1,2 0-244,3 0 1,-5-2 0,1-7-1,-4-3 565,1-1 0,-5-7 0,-1-12 0,-5-10 0,0-5 0,0-2 0,-4-1 0,-2 4 0,0-2 0,0-2 0,-2 5 0,2 4 0,0-1-31,0-2 0,0 3 0,3 1 671,-1-3 0,0 0-281,4-2 1,0 4 0,1 0-180,4-1 1,0 3 0,6-1 0,-3 1-54,3 0 1,0-1-1,2-2 1,1 3-102,-1 1 0,0-3 0,-2 3 1,0 1-399,-3-1 0,1 0 1,4 3-267,0-1 0,-4-5 1,0 5-656,1 1 1293,-4-5 0,12 7 0,-4-5 0</inkml:trace>
  <inkml:trace contextRef="#ctx0" brushRef="#br0" timeOffset="50">21749 9827 8395,'-18'-6'0,"1"-1"-275,1 0 1,6-3-1,1 5 361,-1 2 0,4 5 0,1 5 0,4 8 10,1 4 0,0 4 0,0 8 0,1 2 45,4 1 0,-2 4 0,4-2 0,0 5-12,1 3 1,0 4 0,6-4-1,-1-2-39,0-1 1,-4-2-1,-1-1 1,3-4-132,0-8 0,-2-7 0,0-10-72,1-5 1,2-5 0,-1-6 11,-2-7 0,-2-7 0,-4-1 0,2-3 9,-2-1 1,-2-1 0,-1 1 0,0 0 38,0-1 1,0 3 0,0 0-1,0 4 69,0 1 0,4 0 0,1 3 150,-2-2 1,4 7-38,2 6 1,1 5 0,0 5 0,-1 5-72,1 6 0,2 0 0,1 4 0,0-1-56,0-3 0,0-1 0,0-2 0,1 0-47,-1 0 0,0-5 0,0-4 0,0-2-46,0-2 0,0 0 0,1 0 0,0-2-66,4-2 0,-5-5 0,1-7 1,-3-3 46,-1-1 0,0 2 1,-1-4-1,-5 0 98,-2 2 1,-2-4-1,0 5 1,0 0 127,0 0 1,-2 3 0,-2 8-1,-5 2 62,-3 0 0,4 5 0,-1-2 1,-1 4-34,-2 3 1,-1 8-1,1 0 1,2 5-27,1 4 1,6-1 0,-1 4 0,2-3-103,2 3 1,0-1 0,2-1-1,2-3-104,5 0 1,4-6 0,3 2 0,3-6-46,2-4 1,-4 0 0,4-5 0,-1-2-47,0-2 1,1-5-1,1-7 1,-5-3 52,-2-1 0,-6 2 0,-2-4 0,-1-1 103,-3-2 1,-2 3 0,-1 0 0,0-1 99,0-2 1,0 5 0,0 2 0,0 4 170,0 0 0,0 6-109,0-1 1,0 7-1,0 2-20,0 8 0,2 3 0,0 3 0,4 0-82,2 4 0,0-2 0,5 4 0,1-1-71,-1-3 1,0 0 0,0 0 0,0 2-37,0-2 1,0-2 0,1 0 0,-1-3 33,0-2 1,0-3 0,0-6 0,0 0 2,0 0 0,-4-6 0,0-4 0,1-5-31,2-2 1,-4-7 0,0 2 0,-2-4 33,-3-4 0,-2 2 0,-1-4 0,0 1 12,0 0 1,0-4 0,0 5 0,0 0 116,0 3 0,-4 6 1,-2 5 211,-2 6 1,0 4-134,-5 6 0,5 8 0,4 3 1,1 7-110,-1 2 1,2 2 0,-2 3 0,4-2-37,4-1 0,2-4 0,6 2 0,-1-1-361,4-3 0,2-1 0,1-2 0,4-1-165,3-4 0,5 2 0,2-5 0,1-2-235,-1-2 0,4-2 727,-1-4 0,-3-2 0,0-6 0</inkml:trace>
  <inkml:trace contextRef="#ctx0" brushRef="#br0" timeOffset="51">22997 9604 8395,'-19'-37'-316,"5"-2"1,3 7 0,6-8 0,3 2 575,0 0 0,4 5 0,2 4 1,3 5 7,0 7 0,5 4-234,-3 4 1,-2 3-1,1 8 1,-3 3-134,-2 9 0,0 2 1,0 8-1,1 6-281,-1 2 1,-1 4-1,-2 7 1,0 3 379,0 5 0,6-1 0,1 8 0</inkml:trace>
  <inkml:trace contextRef="#ctx0" brushRef="#br0" timeOffset="52">23312 10221 7730,'0'-13'-1703,"0"0"1703,0 6 0,0 1 0,0 18 0,0 2 0</inkml:trace>
  <inkml:trace contextRef="#ctx0" brushRef="#br0" timeOffset="53">17323 17000 7926,'-13'0'-46,"4"0"1,0 0 153,-1 0 1,4-5 0,2-4-69,2-3 1,8-1 0,4 1 0,7 2-88,4 1 1,6 1 0,2-5 0,3-1 69,2 1 1,2 4 0,6 2-1,2 0 63,-2 0 0,5 2 1,1-2-1,3 1 7,2 3 0,4-4 1,1-2-1,1-3-47,-1-1 0,5-1 0,-2-2 0,5-3-58,4-2 0,-32 11 0,1-2 1,2-1-1,0 0 0,-2 0 0,-1 0-26,-2 0 1,0-1 0,29-12-1,-3 0 1,-8 1 3,-9 3 1,-7 3 0,-12 6 0,-1 0 25,-3 0 1,1 0 0,-5 0 0,-2-1 43,-2 1 0,1 0 0,1-1 0,1-4 6,-1-4 1,3-4 0,-1-3 0,-1-3-35,2-2 0,-4-5 0,2-7 0,-2-2-24,-2-6 1,0-4-1,-1-9 1,-2-5 12,-5 33 1,-1-1 0,-2-2 0,-1-2 0,2-3 0,0-1 0,-1-1 0,0-1-117,0-2 1,0 0 0,1-1 0,-1-2 0,-2-3-1,0-1 1,0 2 0,0-1 104,0 1 0,0 0 0,2 0 1,0-1-1,1-3 0,-1-1 0,-1 0 1,1 0 17,-1 2 0,-1-1 0,0 0 0,-1 1 0,-1 5 1,1 0-1,-2 1 0,0-1-1,-1 0 0,0-1 0,0-1 0,0-1 1,-2-2-1,0 1 0,1 4 0,1 0-8,2 2 0,0 2 0,-1 0 0,0 0 0,1 2 0,0 0 0,0 1 0,-1 0-8,0 1 1,0 0 0,3 2 0,-1 1 0,-1 4 0,0 1 0,1 0 0,0-1-1,1 1 1,0 0 0,-2 0 0,0 0 0,-3-34 0,2 8 16,2 6 0,1 7 0,0 1 1,0 1-4,0 0 0,-4 4 1,-2 9-1,0 3 9,0 2 0,-3-3 0,4 5 0,-1 0 4,0 3 1,-3 0-1,3 0 1,0-2 14,1-2 0,-4 0 0,4 6 1,3 2 177,0 1 0,-2 2 1,-1-2-1,1 4-147,-2 4 0,5 1 0,-5-1-20,0 1 0,3 6 0,-4 1 0,1 0 1,0 5-43,2-4 1,1 4-38,-6 1 1,2 6 0,-3 3 30,1 2 1,4 1 0,-2-2-1,1-1 4,3 1 0,-4 3 0,0 3 0,-2 2 0,0-2 1,2 3-1,-3 0 1,1 1 23,-1 4 1,-2 1-1,-1-1 1,1 0 5,4-2 0,-3-2 0,5 3 0,1-2-21,-1-2 0,-3-2 1,5-4-1,-1-1 8,-1-3 32,5 3 10,-5-11 15,6 5 1,0-8 0,2-2-69,2-5 0,-1-2 0,4-4 0,-1-1 8,-3-2 0,3-5 0,0 1 1,-1-3 8,1-1 1,5 0 0,-4 0 0,2-1 90,-1 1 0,0 0 1,2 1-1,-1 3-11,1 4 0,1 5 0,3 5 0,-1 3-141,0 4 0,1 4 1,4 4-1,4 8-62,3 4 0,7 2 1,3 7-1,4 1-687,5 2 1,3 4 790,5-4 0,7 5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21723 3731 8565,'8'-4'-186,"0"-2"-4,-2-1 1,-2-2 118,-4-4 0,4 4 1,1 0 514,-2-1-180,-2-2 1,-1 11 0,0 5 0,-1 6-83,-4 4 0,4-1 0,-4 1 0,4 4-118,1 4 1,-2-2 0,0 1-1,-3-1-130,2 1 1,2-1-1,1 3 1,0-2-294,0-2 0,0 0 0,0-3 0,-2 1-404,-2-1 0,2-1 763,-2-2 0,3 0 0,1 0 0</inkml:trace>
  <inkml:trace contextRef="#ctx0" brushRef="#br0" timeOffset="1">21683 3560 8564,'-6'-17'-95,"-1"-1"0,-2 2-262,1 2 0,5 5 0,-2 0 71,4-1 286,1 4 0,6-6 0,1 5 0</inkml:trace>
  <inkml:trace contextRef="#ctx0" brushRef="#br0" timeOffset="2">21985 3337 8564,'-17'4'-292,"-2"1"0,-2-1 113,-2 2 1,4-3 0,2 6-1,2 1 616,2 2 0,0 7 1,1 4-1,3 5-223,5 2 0,2 8 0,2 0 0,0 6-69,0 3 0,2-5 1,2 2-1,5-3-72,3-2 0,-1 1 0,-2-1 1,-3-1-41,0-3 0,-5-1 0,4-7 0,-4 2-144,-1 1 0,0-10 1,-1 5-1,-2-5-454,-2-4 0,-3-1 0,2-2-1183,-2 0 1748,6 0 0,-10-5 0,5-2 0</inkml:trace>
  <inkml:trace contextRef="#ctx0" brushRef="#br0" timeOffset="3">21801 4007 8564,'0'-13'64,"0"0"0,0 0 1,0 0 367,0-1 1,6 6-1,3-1 1,3-1-152,1-2 0,0 3 1,0 0-1,2 1-128,2 0 0,-2-3 0,2 3 0,-2 0-559,-2-1 1,2 6 0,1-1 0,1 1-1471,-1-2 1876,-1 4 0,-2-5 0,0 6 0</inkml:trace>
  <inkml:trace contextRef="#ctx0" brushRef="#br0" timeOffset="4">22379 3784 7813,'13'-6'-391,"-4"3"0,0-4 0,0-1 364,-2 1 0,5 0 0,-5-3 1,2 1 178,-1-1 1,0 2-1,2 0 1,-1-3 42,1 0 0,-4 2 0,0 0 48,-1-1 0,-3-2-114,2-1 1,-4 6 0,-4 2-1,-5 4 65,-2 1 1,-3 6 0,1 3 0,0 4 31,0 4 0,0-2 0,1 4 0,3-2-71,5 1 0,-2 1 0,2-3 0,1 1-99,1-1 0,4-1 1,2-3-1,5-2-28,3-1 1,5-2 0,2 2-1,2-5-158,2-2 0,3-2 0,3 0 0,2-2-274,-2-2 1,-1-4 0,-3-3 0,-2 1-564,-1 1 1,-6 1 966,2 0 0,2-10 0,0 4 0</inkml:trace>
  <inkml:trace contextRef="#ctx0" brushRef="#br0" timeOffset="5">22813 3574 8496,'-8'8'248,"4"1"0,3-5 0,1 5 1,0 1 24,0 2 1,1 1-1,2 0 1,3 0-337,1 1 0,-3-1 1,4 0-1,-1 0-30,0 0 0,1-4 0,0 0 0,-2-1-440,0 0 0,-3 2 0,4-4-1397,-1 1 1930,-1-4 0,-5 3 0,0-6 0</inkml:trace>
  <inkml:trace contextRef="#ctx0" brushRef="#br0" timeOffset="6">22826 3665 8319,'-13'0'-287,"4"0"0,0 0 0,-1 0 506,-2 0 0,-1 5 0,0 1 0,0 1-121,0 3 0,-5 3 0,1 3 0,1 2-256,1-2 0,2 0 0,0 0 0,1 2 158,3-2 0,-2-2 0,3-1 0</inkml:trace>
  <inkml:trace contextRef="#ctx0" brushRef="#br0" timeOffset="7">22629 3600 8454,'-6'-8'-80,"3"-3"219,-6 2 0,6-3 111,-1-1 0,3 4 1,2 2-60,3 1 1,4 2 0,6 5 0,4 4 13,4 4 1,3 4 0,1 3 0,2 3-111,2 1 0,-1-2 0,6 4 0,0-1-152,-1 0 0,-2-2 1,-6-6-1,-1 0-135,-3 0 0,1 0 0,-5-1 0,-2-2-1104,-1-1-626,-8-6 1922,-1 3 0,-18-6 0,-3 0 0</inkml:trace>
  <inkml:trace contextRef="#ctx0" brushRef="#br0" timeOffset="8">22957 3560 8391,'-13'0'0,"0"0"29,0 0 1,-5 0-1,-1 0 1,0 2 259,0 2 1,0 4 0,2 5-1,-5 0 36,-3 0 0,3 6 0,0 3 0,-1 3-85,-2 1 0,-1-1 0,1-2 0,3-2-206,5-3 1,-1 4 0,4-4 0,3-2-392,4-1 0,-2-7 0,6 0-85,5-3 0,4 0 0,8-5 0,2-2 442,2-2 0,11-3 0,-1-6 0</inkml:trace>
  <inkml:trace contextRef="#ctx0" brushRef="#br0" timeOffset="9">23128 3534 7994,'-13'12'0,"1"-2"213,3-1 0,2 4 1,4 6-1,-1 0 69,1 0 1,1 4 0,2-1 0,0 3-154,0 1 0,2 5 1,1-1-1,1 1-306,-1 1 0,-1 2 0,-4 5 0,-1-1-145,-1-3 1,-5-4 0,3-9-13,-1-5 0,0-9 0,-4-10 145,3-10 1,5-7-1,-2-8 1,4-4 110,1-4 0,0-3 1,0-3-1,0-1 101,0-2 1,6-4 0,2 4 0,4 2 15,1 1 1,2 6 0,2 1 0,4 4 77,-1 5 0,5 4 0,-3 10 0,3 2 196,1 5 1,-1 4 0,-2 5 0,-4 9 80,-4 6 1,-1 0-1,-9 2 1,-2 2 20,-2 1 0,-7-4 0,-4 1 0,-5 0-120,-2-1 1,-8 2 0,0-4 0,-4 0-194,0 0 1,0-2 0,0-3 0,-2-1-214,2 0 1,5-6 0,4-2-740,1-4 1,7-2 849,8-4 0,20-8 0,6-7 0</inkml:trace>
  <inkml:trace contextRef="#ctx0" brushRef="#br0" timeOffset="10">23968 3482 8185,'-1'-14'-434,"-3"1"1,2 0 0,-4 1 680,0 4 1,4-3 0,-7 7-102,-1 1 0,2 3 0,0 5 1,-1 3-83,1 4 1,-3 7 0,4 1 0,-2 2-70,0 0 1,2-1-1,-2 2 1,5-3-176,2-1 0,2-1 24,0-5 1,6-6 0,3-2 0,2-4-19,3-1 1,0-6 0,2-2 0,2-4 176,-2-1 0,-2 0 0,-1 0 0,1-1 73,-1 1 0,0 4 1,0 2 193,0 1 0,-4 2-266,0 4 0,-1 0 1,4 1-203,-3 4 0,-2-4-148,-3 4 1,4-4 225,5-1 0,-6-6 0,-1-2 0,-2-4 110,1-1 1,-1-5 0,-4 1-1,0-1 229,0-1 0,5 5 0,-1-4 872,-1 3-706,-2 2 0,-1 7 0,0 6-269,0 8 0,2 3 0,1 3 0,1-1-169,-1 0 1,3 4 0,-2 1 0,1-2-223,0-1 0,-2-4 0,5-1 0,-1-2-114,0-2 0,-2-2 0,3-4 249,3 0 0,-6-1 1,1-5-1,-1-6 110,-1-4 0,5-6 1,-5 3-1,1-1 75,0-4 0,-3 5 0,4 2 704,-1 2 0,-2 8 0,5 4-289,-2 6 0,-2 6 0,-4 10 0,0 5-390,0 6 1,0 5-1,0-3 1,0 0-300,0 0 0,1 3 0,2-4 229,2-2 0,5-1 0,-3-2 0</inkml:trace>
  <inkml:trace contextRef="#ctx0" brushRef="#br0" timeOffset="11">24848 3298 8414,'0'-21'-255,"0"-2"1,0 4-1,0 0 188,0 0 0,0 1 0,0 5 582,0 0 1,0 7-288,0 6 1,0 8 0,0 9 0,0 6-32,0 7 0,-4 3 1,0 7-1,1 0-93,1 4 0,-2-3 0,0 1 0,1-5-81,1-6 1,2 1-1,2-3 1,2-4-95,5-6 1,-2-5 0,2-2-1,1-3-37,2-5 1,1-4 0,0-4 0,0-6 50,0-6 0,0-1 0,-1-6 1,-2-3 41,-1-3 0,-5-3 0,4 2 0,-3-2 37,-2-1 1,-1-1-1,-2-2 1,0 2 53,0 2 0,0 1 0,-2 6 0,-1 3-104,-1 5 1,-6 8 0,1 5-485,-3 2 0,4 14 1,-1 6 511,-1 5 0,-2 9 0,-1 2 0</inkml:trace>
  <inkml:trace contextRef="#ctx0" brushRef="#br0" timeOffset="12">21683 4651 10576,'0'-13'-2128,"0"4"2154,0 0 0,0 5 692,0-5-278,0 0-291,0 2 1,0 3-1,0 8-27,0 5 1,0 4 0,0 4 0,0 7-50,0 5 0,0 0 0,0 6 0,0 2-128,0 1 0,0 5 0,0 1 0,2-1-25,2-3 1,-2-6-1,2-3 1,-1-4-295,1 0 1,-2-3 0,2-2-377,-2-4 0,-1-5-251,3-4 968,-2-3 1,4-6-1</inkml:trace>
  <inkml:trace contextRef="#ctx0" brushRef="#br0" timeOffset="13">21591 5058 8488,'-8'-4'-718,"-1"-1"1,2 0 1145,-2 0 1,3 2-305,6-6 0,1 2 0,4-3 0,4 1-8,2-1 0,2-2 0,2-1 0,2 0-37,5 0 1,-1 0 0,1-2 0,1-1-52,2-1 1,0-1-1,-2 5 1,-3 0-132,-1 0 1,3-1-1,-4 1 1,-2 0-13,-2 0 0,0 0 0,-3 0 73,-2 0 1,1 0 66,-5-1 0,-3 1 13,-6 0 0,1 4 69,-6 1 0,5 5 4,-5-2 0,5 4 17,-5 1 1,5 1-47,-5 4 0,6 2 0,-1 6 0,2 2 16,2 2 1,-4 4 0,-1 5 0,3 0-16,0 0 0,2 1 0,0 0 0,0 3-59,0 0 1,0 1 0,0-6-1,0-2-47,0-1 1,0-6 0,0 2-1,0-4-97,0-1-224,0 1 241,0-1 1,0-8 0,0-5 25,0-7 1,0 0 0,0-2 46,0-1 1,0-2 0,0-1 22,0 0 0,4 0 0,1 0 24,-2 0 0,-2 4 0,-1 0-8,0-1 0,0 3 1,0-2-28,0-1 1,2 2-1,1-1-2,1-1 1,0 3 0,-2 0 0,1-1 3,1 1 1,2 3-1,-3-5 13,1-1 0,5 2 0,-3 1 0,0 0 34,0 0 0,4 2 16,-1-4 0,2 2 0,2-2 43,0 5 0,1 2 0,-1 2-40,0 0 1,-4 0-1,-2 2 1,0 2 65,0 5 1,-2 4 0,2 3 0,-1 3-58,-3 2 1,-2-1 0,1 3 0,1-2-74,1-2 1,1-2 0,-5-3 0,0-1-98,0 0 1,0 0-1,0 0-419,0 0 0,0-4-365,0 0 1,1-6-356,3 1 1250,-2-2 0,9-8 0,-3-2 0</inkml:trace>
  <inkml:trace contextRef="#ctx0" brushRef="#br0" timeOffset="14">22182 4966 8199,'-7'0'-29,"1"-6"0,8 3 0,2-4 99,5 1 1,-2 0 0,2 3 0,1-2-40,2-3 1,1 0 0,0-4-53,0 3 1,-4-3 0,0 4-39,1-4 0,-4 3 117,-2 1 23,-2-1 1,-4 1 0,-2 4 0,-5 4 97,-3 4 1,-1 4 0,0 6-1,0 2 34,0 2 0,0 4 0,1-5 0,2 1-126,1 1 1,6-3-1,-3 4 1,2-1-107,-1-3 0,1-1 1,6-2-56,2 0 0,3-5 0,8-4 0,1-3-87,1-1 0,1-1 0,-4-2 1,2-3-153,2-1 0,0-2 0,-7-4 1,-1 0 129,-1 0 1,-2 0 0,4-1-1,-4 1 143,-1 0 1,-2 0 0,-4 0 0,0 0 0,0 0 0,2-1 351,2 1 0,-3 5-61,4-1 0,-2 7 1,0 2-55,1 8 0,0 5 0,-4 3 0,0 1-102,0-1 0,0 0 1,0 1-1,0 0-52,0-1 1,0-1 0,0-2 0,0 0-71,0 0 1,0 0-1,0 0-419,0 1 101,0-7 258,-5-1 0,3-12 0,-2-3 1,2-4-3,2-5 1,5 4 0,1-5-1,-1 0 37,1-3 1,4 2 0,-2-2 0,0 0 81,1 1 1,0-2 0,4 4-1,0 0 46,0 0 1,5 1 0,-2 5 0,-3 2 105,-3 2 1,-1 3-1,4 6 1,-1 2-54,-3 2 1,1 8-1,-4 7 1,0 1-45,-1 3 0,0 2 0,-5 0 0,0-2-111,0-1 1,0-1 0,0 2-1,0-3-384,0-1 1,0-1 0,0-5-941,0 0 1350,0 0 0,-6 1 0,-1-1 0</inkml:trace>
  <inkml:trace contextRef="#ctx0" brushRef="#br0" timeOffset="15">23338 4703 9962,'-4'-8'-837,"-1"-1"1,1 0 400,4-4 1,-4 4 613,-1 0 0,-1 2 125,2-2 0,-3 4-91,-6 5 1,-1 5-1,3 4 1,0 3-46,3 1 0,-1 2 0,-3 1 0,2 3-75,1 1 1,5 2 0,-3 3 0,1-2-184,3-1 0,1-6 0,2 2 33,0-4 1,2-2 0,2-3-64,5-5 0,1-5 0,0-7 0,-1-5 3,1-2 0,2-5 0,0 0 0,-2-2 135,-1 0 0,-5 6 1,3-2-1,-1 4 1,-3 1 0,3-1 7,-2 1 1,7 6-62,-3 3 1,0 4-42,0 4 1,-5-1 0,3 4-22,0-1 0,-5 0 1,5-3-40,0 1 143,-4 1 1,5-5 0,-4-2-1,1-2 14,-1-5 0,-1 2 0,-1-2 0,2-1 85,1-2 1,1 3-1,-5 0 1,1-1 29,4-1 0,-4 2 0,3 0 69,-2-1 1,2-2 87,1-1-118,-1 6-65,-4 1-83,0 6 1,0 6 22,0 2 1,-1 4 0,-2 1-10,-2 0 1,1-4 0,4 0-41,0 1 1,0-3 0,0 2-10,0 1 0,0-2 0,1-1-2,4-1 1,-2 0 0,5-3 0,1 2 26,-2 3 0,1-5 0,-5 3 67,1-1 0,5 3 1,-5 5 56,-1 0 1,-1-4 0,-2-1-54,0 3 0,0-4 1,-2 0 6,-2-1-252,2 4-46,-4-8 1,12-2 0,3-9 0,3-3-27,1-1 0,0-4 0,2-2 0,1 0 184,1 0 1,1-5 0,-4 3 0,2-3 8,2 2 0,-5-1 0,-6 4 0,-1 0 7,-3 0 0,3 1 0,-2 5 145,-1 0 1,-3 6-1,-4 2-33,-5 4 1,3 2-4,2 4 0,2 2 0,2 6 0,2 0 55,2 1 1,-1-1 0,6 0 0,1 1-65,2 4 0,-4-3 1,0 4-1,-2-2 39,-4 1 0,4-1 0,-1-4 1,-2 0 51,-2 1 1,-2-1 0,-2 0-1,-3 0-99,-1 0 0,-2-4 0,-4-2-81,0-1 0,-1 3-183,1-5 0,2-1-211,2-7 1,3 1 0,7-6 0,4-1-25,4-2 1,2-3 0,2-1 0,1-1 138,-1 1 0,0 1 0,0 2 1,0 0 209,0 0 1,-4 0-1,0 0 1,1-1 56,2 1 1,1 0 0,-2 0 154,-2 0 0,1 4 0,-4 2 0,0 0 280,0-1 1,0 4 338,-2-5-67,3 0-498,7 2 1,-7 7 0,-3 9 0,-2 2-44,-2 3 0,0-1 1,0 0-1,1 1-128,3 4 1,-2-3 0,2 2 0,-2-2-85,-2-2 1,0-4 0,0-1-1,1 1-209,4-2 1,-2 1 156,5-4 0,-3-2 1,2 0-1,0-4-31,1-7 0,-4-3 1,3-1-1,1 0 149,-1 0 1,-3 0 0,4-1-1,-1 1 214,0 0 0,-3 0 27,5 0 1,-4 6-246,3 2 1,-5 5-430,2 5 1,1-3-1,-2 7 444,-1 1 0,4 2 0,0 1 0</inkml:trace>
  <inkml:trace contextRef="#ctx0" brushRef="#br0" timeOffset="16">24165 4441 8499,'-5'7'-858,"2"-1"992,-6-6 0,6 1 0,-3 4 50,0 3 1,5 0-1,-3 0 1,2 3-220,2 0 0,0 2 1,0 1-1,0-1-149,0 0 1,0 0-1,0 0-197,0 0 13,0 0 312,0 1 0,0-13 0,2-5 0,0-7 10,3-2 1,-1 0-1,-2 0 1,1 0 156,1 0 1,5 0-1,-5-1 1,0 1 17,2 0 1,-3 1 0,5 2 66,-3 2 1,4 3 0,-3-2 36,1 1 1,2 2-177,4 4 0,-6 1 0,-2 3-58,-4 5 1,-1 3 0,0 1-53,0 0 1,0 0-107,0 0 0,0-4-121,0 0 251,0-6 0,0 1 1,0-8-1,0-5 62,0-3 1,5-1 0,0 0 0,3 0 34,2 0 1,0-2-1,0 1 1,-1-1 106,1 3 0,2 4 0,0-3 0,-2 4 218,-1 1 1,-5 2-325,5 4 1,-5 6 0,4 3 0,-3 2-112,-2 2 0,-1 0 1,-2 1-156,0-1 0,1-4 1,2-1-136,1 2 1,7-2 0,-3-1-8,4-1 0,1-2 0,0-5 253,1-4 0,-1 3 1,0-7 96,0-1 1,-1-2 0,-2-1 0,-1 0 37,1-1 0,-4 1 1,-2 0-1,-1 2 275,1 2 1,-2-3 449,2 3-535,-2-2 0,-8 3 1,-2 5-34,1 6 0,1 0 0,5 6 0,-2 1-110,-1 2 0,-1 1 1,5 0-1,2 2-136,2 2 1,-1-6 0,6 2 0,1-3-52,2-3 0,1 3 0,0-5 1,1-2-104,4-2 1,-2-1-1,6 0 1,0-1-10,-2-4 0,4 2 0,-7-5 0,-1-3 136,-1 0 0,-2-7 0,0 1 0,-1 1 61,-4 1 1,-2 6-1,-6 1 95,0-3 0,-1 5 0,-5 2 1,-6 3 191,-4 1 0,-3 5 0,3 4 0,-1 4-104,1 5 0,5-3 0,4 2 1,0-2-97,0-2 0,4 0 0,-2 0-140,4 0 1,7-6-1,2-1 1,4-1-182,1-1 0,2 0 1,1-5-1,3-3-24,1-5 0,-2-3 0,2-1 0,-1-2 85,-3-2 0,-6 1 0,-2-5-1,-1 2 126,0 3 0,-4-3 0,2 0 0,-4-1 152,-1-3 1,-4 2 0,-2-1 0,-1 0 42,-4 2 0,4-3 0,0 5 0,1 2 284,3 1 0,0 4-68,-1 2 1,2 5 0,-2 8-66,2 5 1,2 7 0,0 3 0,0 3-114,0 5 0,0 0 1,0 3-1,0-2-275,0-2 0,5 1 0,-1-1 1,-1 0-850,-1 0 0,-2-4 945,0 0 0,5 0 0,3 4 0</inkml:trace>
  <inkml:trace contextRef="#ctx0" brushRef="#br0" timeOffset="17">21631 5623 8094,'-9'-12'15,"0"4"1,6 3 110,-1 10 1,2 8 0,2 9 0,0 4 132,0 5 0,0-2 0,0 4 0,0 1-205,0-1 1,0-2 0,0 1 0,0-3-84,0-4 1,0-7 0,0-1 8,0-2 0,6-9 1,3-6-1,3-8-49,1-3 1,0-2 0,2-1 0,1 1 45,1 0 1,2 2 0,-3 2-1,2 4 19,-2 4 1,-2 1 0,-1 0 0,1 1 15,-1 4 1,-6 2-1,-3 8 1,-2 1 6,-2 1 0,-3 5 0,-4-3 0,-8 2 30,-4 2 0,2-4 1,-5-2-1,-2-2 35,0-2 0,3 0 0,2-1 0,2-3 61,-1-5 1,5-2-198,4-2 0,6-2 1,0-4-85,6-7 0,6 0 1,9-5-1,2 4-119,0 1 1,5-5 0,-3-1 0,1 0-26,-1 0 1,2 0-1,-5 3 1,0-1 142,0 1 0,2-3 0,-4 1 1,-4 1 259,-3-2 1,-3 4-1,3-2 660,-1 2-564,-6 8 1,3 2 0,-6 10 53,0 3 0,-4 10 0,-1 4 0,2 1 44,2-1 1,-1 3 0,-1-5-1,-1 2-423,1 0 1,2-6-1,1 2 1,0-4-334,0-1 0,0 1 0,0-1 439,0 0 0,0 0 0,0 0 0</inkml:trace>
  <inkml:trace contextRef="#ctx0" brushRef="#br0" timeOffset="18">21959 5662 8310,'-13'-5'-243,"4"2"1,0-5 0,1 1-29,0 0 1,-3 4 132,2-2 138,3 4 0,6 1 0,7 0 0</inkml:trace>
  <inkml:trace contextRef="#ctx0" brushRef="#br0" timeOffset="19">22051 5505 8310,'-13'0'-133,"0"0"0,1 1 0,2 4 466,1 3 0,6 4 0,-1 3 1,2 2-254,2 5 1,0 3 0,2 1 0,1 2-249,1 3 0,5-2 0,-3 4 0,0 1-153,-1-1 1,0-3 0,-4-1 320,4-6 0,-4 2 0,5-5 0</inkml:trace>
  <inkml:trace contextRef="#ctx0" brushRef="#br0" timeOffset="20">22038 5873 8999,'9'-5'262,"-1"1"1,3-2 0,5 3 0,1-3-18,-1-1 0,3 3 0,0-4 0,2 1-133,2 0 0,-4-1 0,-2-2 0,-2 3-364,-2 1 1,0-3-1,0 3-1144,1-1 1396,-1 4 0,-6-8 0,-1 3 0</inkml:trace>
  <inkml:trace contextRef="#ctx0" brushRef="#br0" timeOffset="21">22629 5649 7927,'-9'0'470,"0"0"1,6 3-266,-1 6 1,3 4 0,1 10 0,0-1-132,0 2 1,1 1 0,2-1-1,3 0-80,1-2 0,-3-3 0,4 0 0,-1-6-120,0-2 1,1-3-1,2-1 1,-1-1-106,1-3 1,0-3 0,0-6 0,-1-6-118,1-4 0,2-7 0,1 1 0,0-3 244,0-1 1,5-2 0,-1 0 0,-1 1 280,-1 2 0,-2 3 0,0 0 0,0 4 617,1 4 0,-1 7-312,0 2 1,-2 11-1,-2 7 1,-4 8 41,-4 3 0,-1 4 1,0 1-1,0 3-374,0 2 1,-6-5 0,-3 2-1,-2-3-605,-2-2 1,0 0-1,-1-1 1,0-3-1102,-4-5 0,4-2 1556,-4-2 0,-2 0 0,-1 0 0</inkml:trace>
  <inkml:trace contextRef="#ctx0" brushRef="#br0" timeOffset="22">22695 5426 8310,'-6'-13'-714,"4"0"1,-2 5 0,8 4 713,5 3 0,3 6 0,1 3 0</inkml:trace>
  <inkml:trace contextRef="#ctx0" brushRef="#br0" timeOffset="23">23207 5557 8286,'-6'27'0,"4"-5"0,-3-1 0,0 3-52,1 1 1,-1 7-1,7 1 1,1 1 214,1-3 0,6-5 1,-1-4-1,3-5-83,1-2 0,4-8 0,1-3 0,0-2-8,0-2 0,-1-7 0,4-7 1,1-6 29,-1-5 0,-1-1 0,-4 0 0,2-2 59,-2-3 1,-7 2 0,-5-4 0,-3 0-65,-1 4 0,0-3 0,-1 1 0,-3 4-76,-5 3 1,-3 1 0,-2 7 0,-4 4-84,-4 6 0,2 5 0,-2 2 0,-2 5-686,0 7 1,-3 6 747,1 8 0,0-1 0,0 0 0</inkml:trace>
  <inkml:trace contextRef="#ctx0" brushRef="#br0" timeOffset="24">22484 6319 8562,'0'-13'-605,"-1"4"-73,-3 1 1,2 3 744,-2-3 276,2 5-172,2-3 1,0 7 0,0 4-10,0 3 1,0 6 0,0 2 0,0 3-32,0 1 1,0-2 0,0 5 0,0 3-32,0 3 1,0 2 0,2-5 0,1 1-101,1-1 0,0 0 1,-4 0-1,2 1-153,2-1 0,-2-1 1,2-3-1,-1-5-559,1-2 0,-2-2 712,2 0 0,-2 0 0,-2 0 0</inkml:trace>
  <inkml:trace contextRef="#ctx0" brushRef="#br0" timeOffset="25">22327 6661 8290,'-8'1'3,"4"4"1,3 2 0,2 6-1,3 0 193,5 0 0,3 2 0,1 1 0,2 3-98,2 2 0,-1-5 0,5 3 0,-2-2-61,-3 1 0,-2-1 0,-1-4 0,1-1-18,-1-3 1,0 1 0,0-6-3,0-1 1,-4-1 0,-2-4 0,-1-2 0,-3-5 1,3-4-1,-2-3 1,-1-3-38,-2-2 0,1 0 0,1-6 0,3 1-121,1 0 1,-3 1-1,4 2 1,-1 1-812,0-2 951,2 5 0,4-5 0,0 3 0</inkml:trace>
  <inkml:trace contextRef="#ctx0" brushRef="#br0" timeOffset="26">22274 7239 8097,'-9'-1'-1253,"1"-4"1418,5 4 1,-3-7 172,6 4-254,0 3 0,1-5 0,2 4 7,2-2 1,1 2 64,-2-2-119,-3 3 1,7 1 31,-4 0 49,-2 0 30,3 0-68,-5 5 0,0-2 20,0 6 0,0 0 1,0 4 1,0-4-42,0 0 1,0-5-1,0 5-13,0 1 1,0 2 0,0 1 0,0 0-14,0 0 1,0 0-1,0 2 1,0 1-29,0 1 0,0 2 0,0-1 0,0 2-55,0 1 1,0-2-1,0-6 1,0 0-77,0 0 1,0 0-83,0 0 0,0-7 0,0-6 0,0-7 1,0-6 0,0-3-1,0-3-10,0-2 0,0 4 0,0-5 0,0-2 45,0 0 0,0-1 0,0 1 0,0 4 167,0 1 1,0-3 0,0 3-1,0 0 88,0 0 1,0 2-1,0 2 1,0-1 37,0-1 0,0-1 0,0 5 1,2 1 114,2 3 1,-1-2 0,6 3 0,1 1-30,2 3 0,5 2 0,1 2 1,-2 0-108,-2 0 1,1 0 0,1 2 0,0 2-92,-4 5 0,1 3 0,-6 2 0,1 2-87,-4 2 1,-3 4 0,-2-3 0,-3 1-81,-5 3 1,-4-2 0,-3-1 0,-3-1 62,-2-3 1,-1 3 0,-2-3 0,0-2 165,2-4 1,5-3 0,-4 2 385,2-5 1,2-2-267,4-2 1,7 0 0,6 1 0,7 2 120,5 1 1,5 1 0,2-5 0,2 0-178,2 0 1,2 4 0,1 1 0,-1-3-122,-3 0 0,3 2 0,-5 1 1,1-2-708,-4-2 0,3 1-112,2 2 0,-4-1 805,-5 6 0,0-1 0,-6 5 0</inkml:trace>
  <inkml:trace contextRef="#ctx0" brushRef="#br0" timeOffset="27">22642 7344 8432,'9'-4'0,"-2"-2"-366,-1-1 1,4-1 0,-1-2 302,3 1 0,1 2 0,0-3 154,0 1 1,-1 5-1,-2-4 1,-3 1-16,-1 0 1,-2 2-29,-4-3 1,-1 5-1,-4-2 0,-3 4 0,-8 1 0,-2 0 63,2 0 1,-3 0 0,2 1-1,-1 2 62,-1 2 1,5 5 0,-4-3 0,3 2 7,2 0 1,2-1-1,0 6 1,4-1-65,1 0 1,0 1 0,4 2 0,-3 2-5,2-2 1,9-1 0,6-2-135,4 0 1,3-6-1,-3-2 1,3-4-63,1-1 0,1 0 1,2 0-1,-3 0-105,-1 0 0,3-1 0,-4-2 0,-2-3-346,-2-1 1,0 2 0,-1-4-335,0-1 868,-6 4 0,5-11 0,-5 2 0</inkml:trace>
  <inkml:trace contextRef="#ctx0" brushRef="#br0" timeOffset="28">23075 7147 8336,'-13'0'-174,"0"0"1,0 0 0,0 0 0,0 1 432,0 4 0,-1-2 0,1 6 1,0 1-47,0 1 1,-4 3 0,-1-1-1,2 1-104,1 4 0,8-2 0,1 4 0,2-1-179,-1-3 0,1-1 0,6-3 0,2-4-170,5-3 1,7-4 0,3-2-1,0-4 86,0-3 1,4-4 0,-3-1 0,1 0 85,-4 0 1,-2-1-1,-2 1 1,0 0 192,0 0 1,-4 6-1,-2 1 79,-1 0 0,3 6-194,-5 0 0,1 6 0,-5 7 1,0 0-200,0 0 0,0-4 0,0 0 0,1 0-450,4-2 1,-2 3 311,5-6 1,1 1 326,4-5 0,0-12 0,0-2 0</inkml:trace>
  <inkml:trace contextRef="#ctx0" brushRef="#br0" timeOffset="29">23233 6924 8177,'0'-13'-422,"0"-1"1,0 6 840,0-1 0,0 7 1,1 2-1,2 9-4,2 7 0,-1 2 0,-4 7 0,0 4-233,0 3 0,0 3 0,0 3 1,0-2-306,0-1 0,0-5 0,2 0 0,0-1-433,3 2 1,-1-8 555,-4 4 0,6-10 0,1 2 0</inkml:trace>
  <inkml:trace contextRef="#ctx0" brushRef="#br0" timeOffset="30">23850 6845 8206,'-17'0'0,"-1"1"0,2 2 49,2 2 1,0 6 0,1 1-1,2 5-45,2 4 1,-1 1 0,5 4-1,2 0-34,2 1 1,2-3 0,4-2 0,4-6 24,2-5 0,8-6 0,2-5 1,0 0 13,1 0 1,0-5 0,3-4 0,-2-4-70,-1-5 1,-4 4 0,2-5 0,-2 0 65,-7-3 1,3 1 0,-7-1 0,0 1 40,-2 0 1,-4-2-1,-2 4 1,-4 0 27,-4 0 0,-2 1 0,-2 5 0,-2 1-27,-3 4 0,2 2 0,-4 6 0,1 0-315,3 0 1,1 6-1,4 2 267,2 4 0,-9 7 0,4 2 0</inkml:trace>
  <inkml:trace contextRef="#ctx0" brushRef="#br0" timeOffset="31">24074 6543 8350,'0'-19'-287,"0"4"0,0-2 1,0 2 349,0 2 0,0 4 0,1 2-68,3 1 0,-1 3 0,5 7 6,-3 5 1,0 4-1,-5 3 1,0 2-182,0-2 1,0 3 179,0-2 0,6 7 0,1-4 0</inkml:trace>
  <inkml:trace contextRef="#ctx0" brushRef="#br0" timeOffset="32">23653 6595 8461,'-13'-4'-819,"1"-2"-268,4-1 1087,2 4 0,6-3 0,0 6 0</inkml:trace>
  <inkml:trace contextRef="#ctx0" brushRef="#br0" timeOffset="33">23666 5846 8547,'-13'5'-623,"0"-1"1,0 2 0,1-2 622,4 5 0,-4 3 0,5 1 0</inkml:trace>
  <inkml:trace contextRef="#ctx0" brushRef="#br0" timeOffset="34">24008 5662 13753,'-13'0'0,"0"0"-324,-1 0 0,0-4 0,-2-2 0,-3-1-29,-2-3 1,4-2 0,-4-3 0,3-1 338,1-1 1,-2-6-1,3 1 1,3-3-15,3-1 1,7-5 0,0-1 0,6 0 81,6 0 0,8 5 0,5 5 1,3 0-104,1 2 1,5 2-1,0 8 1,-4 3-23,-3 1 0,-1 2 0,-5 4 0,-4 1-128,-4 4 1,-4 8 0,-6 9-1,-1 4 82,-4 5 1,-8-2 0,-9 6-1,-2 0 74,-3-2 1,1 1-1,0-5 1,1 0 84,3-4 1,3 0 0,6-7 141,0-2 0,7-8 0,7-5-125,11-6 1,7-4 0,9-6 0,1-2-353,2-2 0,4 2 0,-3-2 1,0 2 279,0 2 0,4-6 0,-2-1 0</inkml:trace>
  <inkml:trace contextRef="#ctx0" brushRef="#br0" timeOffset="35">24323 5176 8259,'0'-13'-1599,"0"4"1939,0 1 1,0-1 416,0-4-81,0 5-482,0 3 1,4 10 0,1 4 0,-1 4-39,2 5 0,-5 2 0,5 5 1,-1-1-150,-1-3 1,2 1-1,-3 5 1,1-1-145,-1 0 1,0-4 0,0 0 0,1 0-223,-1-2 0,0-1 0,0-6 0,1 1-411,-1-1 0,3-5 770,-1 1 0,5-6 0,-3 3 0</inkml:trace>
  <inkml:trace contextRef="#ctx0" brushRef="#br0" timeOffset="36">24336 5176 8245,'-9'-13'-416,"1"0"1,5 4 0,-2 1 1256,4-3 0,1 0-610,0-2 0,4-1 0,2 3 1,1 0-96,4 3 1,0 3-1,4-2 1,1 0-71,1-1 0,1 4 0,-5-3 1,0 1-394,0 3 1,1-3 0,-1 2-1,0 1-1850,0 1 2177,0 2 0,0 6 0,0 2 0</inkml:trace>
  <inkml:trace contextRef="#ctx0" brushRef="#br0" timeOffset="37">24323 5281 8581,'-7'2'-737,"2"2"860,4-2 0,7 2 0,3-7 1,2-3-92,2-1 0,5 0 0,-1-3 0,1 1 4,1-1 0,-5 2 0,4 0 0,-2-1-71,1 1 1,-2 1 0,4 4 16,0-1 1,-9-1-1,3 5 15,-1 0 1,0 6-1,-1 3 1,-2 4 4,-4 5 0,-4-2 0,-1 6 0,0 0-28,0-2 1,0 3-1,-1-4 1,-4 0-51,-4 0 1,2-1 0,-2-5 0,-1 0 38,-2 0 0,-1-5 0,0-4 48,0-3 0,4-2 0,2-3 68,1-5 0,2-3 0,4-1 0,1-2-16,4-2 1,0-2-1,7-4 1,0 2 8,2 2 0,2-3 0,-1 3 0,1 0-85,2 0 0,1 2 0,-3 4 0,3-1-242,1 1 1,-4 6 0,2 1-1,-2 2 255,1-1 0,-2 1 0,4 4 0</inkml:trace>
  <inkml:trace contextRef="#ctx0" brushRef="#br0" timeOffset="38">24835 5203 8503,'-11'-2'-1050,"0"-1"878,3-1 1,5-2-1,-3 3 361,0-1 0,5-2 1,-5 3-30,0-1 1,4-2 0,-3 3 277,-1-2-242,4 1-157,-9 4 0,8 0 0,-5 2 0,3 2-56,2 5 1,-3 2 0,1 2 0,1 1-6,-2-1 1,5 0 0,-4 0 0,4 2-45,1 2 1,0-2 0,0 2-39,0-2 0,0-2 0,1-1 34,4-4 0,-2-2 1,5-6-1,3 0-23,0 0 0,-2 0 1,0-1-1,1-4 59,2-3 0,1-4 0,0-1 0,-1 0 217,-4 0 1,4-1 0,-3 1 26,3 0 0,-4 1 0,1 4-50,1 3 0,-2 4-239,0 1 1,-5 1 0,2 4 0,-2 3-90,1 4 1,-3 1 167,4 0 0,2 1 0,0-1 0</inkml:trace>
  <inkml:trace contextRef="#ctx0" brushRef="#br0" timeOffset="39">23942 6043 8184,'-13'0'-1163,"0"0"1279,0 0 0,0 0 0,0 0 58,-1 0 0,1 0 1,0 0-64,0 0 0,4 2 0,0 1 1,1 3 10,0 1 0,-3 2 0,3 5 0,0 2-52,-1 2 1,6 4 0,-1-3 0,2 1-63,2 4 1,0-5 0,0-2-1,2-2-48,2-2 1,3 0 0,6-1 0,1-4-30,-1-3 0,0-4 0,0-1 0,0 0-84,0 0 0,0-1 0,1-4 0,-1-3 93,0-4 0,-2-1 0,0-2 0,-4-1 43,-1-1 0,-2-1 0,-4 4 0,0-3 72,0 0 1,0-1 0,0 5 140,0 0 1,0 4-41,0 1 0,0 6 0,0 2 0,0 7-90,0 5 0,0 3 1,0 1-1,0 1-44,0-1 0,0 3 0,0-1 0,0-2-155,0-1 0,6-2 2,3 0 0,2-2 24,3-2 0,-3-4 0,-1-10 58,-1-4 1,-1-7 0,2-1 0,-3-1 4,-1-1 0,-2 3 0,-2-6 0,1-1-1,1-2 1,0 0-1,-4 2 1,0 1 68,0-1 1,0 2 0,0 1-1,0 1 251,0 3 0,0 1 0,0 2 277,0 0-482,0 6 1,0 2 0,0 10 0,0 4 9,0 2 0,0 7 0,-1-1 0,-2 1-42,-1 1 1,-1-5 0,5 5 0,0-1-58,0-1 0,0 2 1,0-3-1,0 2-5,0-2 0,0-6 0,0-1-11,0 1 0,0 2 1,2 0-99,2-4 1,-1-2-1,6-6-52,1 0 0,2-1 1,1-4 123,0-3 0,-4-4 0,-2-1 1,0 0 25,1-1 0,-6 1 1,4 0-1,-1 0 35,-1 0 0,2-5 1,-3 1-1,1 1 42,-1 1 0,0 6 1,0 1-1,3-1 123,1 2 1,-3-4 32,5 7 0,0 0-91,4 4 1,-4 5 0,-2 4 0,-1 3-51,-3 1 1,-2 5-1,-1-1 1,0-1-54,0-1 1,0 2-1,0 1 1,0-2-17,0-2 1,-1-5-1,-2 0 1,-3 0-34,-1-2 0,3 3 0,-5-5-97,-1-2 0,2 2 42,-1 0 1,7-7 0,-3-6-81,4-4 1,1-1 0,0 0 82,0-1 1,6 1 104,2 0 0,4 1 1,1 4 73,0 3 0,-4 4 0,0 1-58,1 0 1,2 1 0,1 2 0,0 2-7,0-2 1,-4-2 0,0 0-18,1 4 0,1-4 0,3 4 24,-1-4 0,-6-2 0,-1-4 15,0-3 0,-5 0 0,4-1 0,-4-1 11,-1-1 1,-4 2 0,-2 0-29,-2-1 1,0 4 0,-5 2-200,-1 2 0,6 2 0,0 2 0,1 2-423,0 5 0,4 4 599,-1 4 0,-4-2 0,1 4 0</inkml:trace>
  <inkml:trace contextRef="#ctx0" brushRef="#br0" timeOffset="40">24770 5860 8450,'-9'-12'-17,"2"2"1,-1 1 66,1-1 1,3 2 215,-5 0 0,2 6 0,-4 2-204,3 7 0,5 7 0,-2 3 1,4 4 4,1-1 0,0 5 1,0-3-1,0 1-103,0-1 0,0 1 0,0-4 0,1 0 50,4 0 0,2-3 1,6-6-34,0-1 1,5-6 0,-1 2 0,-1-4-57,-1-1 1,-2-1 0,0-4 0,0-4 11,0-2 0,1-2 0,-3-2 0,-1-1 53,-1-2 1,-6-1 0,1 2 0,-2-4 3,-2 1 0,0-5 1,-2 5-1,0-2 11,-3 0 1,-5 6 0,1 0 0,-4 4-72,-4 3 1,2 7 0,-3-3 0,4 4-645,1 1 710,0 6 0,-1 1 0,1 6 0</inkml:trace>
  <inkml:trace contextRef="#ctx0" brushRef="#br0" timeOffset="41">24888 5702 9088,'0'-13'-2950,"0"0"2935,0 5 0,-6-3 0,-1 3 0</inkml:trace>
  <inkml:trace contextRef="#ctx0" brushRef="#br0" timeOffset="42">7420 16370 8252,'-32'0'0,"-3"-2"-351,-3-2 1,5 1 0,4-4 0,5 1 301,7 3 0,2 2 294,2 1 1,7 0-101,6 0 1,10 0 0,9 0 0,2 0 34,2 0 1,8 0 0,4 0-1,4 0-91,5 0 1,3 0-1,5 0 1,2 0-61,3 0 1,-1 0 0,6 0 0,4 0-89,3 0 0,5 0 0,-4 0 0,-3 0-9,-4 0 1,-6 0-1,-9-2 1,-7-1-174,-9-1 1,-7-1-45,-12 5 1,-7 0 0,-8 2-492,-9 2 776,-8 4 0,-14 11 0,0 1 0</inkml:trace>
  <inkml:trace contextRef="#ctx0" brushRef="#br0" timeOffset="43">7565 16764 8364,'-6'13'42,"-1"0"1,2-5-1,10-4 1,12-3 28,11-1 0,6-1 1,6-3-1,6-5-2,6-3 1,7-5 0,5-2 0,-2 0-40,0 0 0,-8-3 1,0 3-1,-8 1-352,-5 4 1,-6-1 0,-13 11 321,-4 1 0,-4 1 0,-1 2 0</inkml:trace>
  <inkml:trace contextRef="#ctx0" brushRef="#br0" timeOffset="44">6173 17066 8096,'-6'-20'-425,"-3"2"1,2 2-1,0 0 1,1-1 612,3 1 0,-3-1 0,2 1 0,1-1-23,1 1 0,-2 1 0,-1 1 1,2-2 48,2-2 0,1 1 0,0 3 11,0 1 1,0 0 0,1 1-90,4 4 1,-4 3-1,4 11 1,-4 7 29,-1 8 0,0 6 0,0 7 0,0 7-4,0 4 0,0 8 0,-1 4 0,-4-2-86,-3-1 1,0-6 0,1 0 0,0 1-128,-1-3 0,5-5 0,-2-9 1,0-2-473,1-6 0,-1-6-217,5-1 1,2-8-1,2-6 335,5-6 0,-2-4 0,1-8 0,-1-1 405,0-1 0,2-13 0,4 3 0</inkml:trace>
  <inkml:trace contextRef="#ctx0" brushRef="#br0" timeOffset="45">6041 17250 8495,'-20'0'-213,"0"0"1,3 0 0,0 0 307,1 0 1,1 0 0,2 0 315,0 0 1,6-1-260,2-4 1,4 2 0,2-4 0,5 0-108,7-1 1,6 0 0,8-5-1,0-1-62,4 1 1,-2 2-1,5 0 1,-2 3-55,-3-3 1,-1 1 0,-2 0 0,-1 3 23,-3 1 1,-3 0-1,-5 3 16,4-1 94,-4-1 0,-1 7 1,-8 2-15,-4 5 0,-1 3 1,-1 2-1,-2 2-11,-1 2 1,-1 1 0,5-3 0,0 3-2,0 1 0,0 2 0,0 3 1,0-2-52,0-1 0,0 0 0,0 4 0,0 1-1,0-1 0,0-4 0,2-2 1,1-1-19,1-3 1,0-1 0,-4-2-11,0 0 37,0-6 1,0-2 0,0-11-32,0-7 1,0 0-1,2-6 1,1 1-8,1 1 0,5-7 0,-3 2 1,-1-1 30,1 1 1,3-1-1,-3 4 1,0 0 26,0 0 1,4 1-1,-1 5 39,2 0 0,-2 6 0,0 2 53,1 4 0,-4 2 1,0 4-1,-2 4-8,0 2 0,5 2 0,-4 2 1,-1 1-82,2 2 1,-3-1 0,4-4 0,-1 0-4,-3 0 1,3-4 0,-1 0-121,3 1 1,-5-2 0,2-1-189,1-1 1,-3-2 122,6-4 1,-5-6 0,4-3 0,-1-4-65,0-4 1,-4 1 0,3-5 0,0 1 58,3-1 0,-2 4 0,0-4 0,0 1 14,1 0 0,-4 5 1,3 0-1,1 5 179,-1 0 85,-4 4 1,3 2-1,-6 8 101,0 5 1,0 4 0,1 3 0,2 3-64,2 1 1,-1-3-1,-3 2 1,2-2-47,2 1 0,3-1 1,-2-4-1,2-1-44,2-3 1,1 1-1,3-6-32,-1-1 0,0-1 0,0-4 0,-1-2 27,-4-5 0,3-3 0,-7-2 0,-1-2 37,-2-2 0,-1-4 0,0 3 1,-1-1 25,-3-3 0,-4 4 0,-5 0 0,0 2-94,0 4 1,0-3 0,0 9-1,-1 0-531,1 2 1,0 10 0,0 5 516,0 6 0,0 10 0,0 8 0</inkml:trace>
  <inkml:trace contextRef="#ctx0" brushRef="#br0" timeOffset="46">7328 17066 8076,'-8'-4'-740,"-1"-1"0,5 0 1079,-5 0 497,6 4-524,-3-5 0,6 7-163,0 4 0,0-2 1,0 5-1,0 3-58,0 0 1,0 7 0,0 1 0,0 0-50,0 0 1,0 0 0,0-3-1,0 1-69,0-1 0,0-1 0,0-2 1,0 0-101,0 0 1,0-4-1,1-2-31,4-1 1,-2-3 0,4-7 96,-1-5 0,3-3 0,-3-1 0,-1 0 51,1 0 1,4 0 88,-1 0 1,3 1 77,1 3 0,0 3 0,0 6-119,0 0 1,-4 5 0,0-1-1,0 1 21,-2 0 1,5-3-1,-4 2 29,4-2 0,-3-2-16,0 0 0,-5-2 0,3-2 0,-1-5-19,-3-3 0,-2-1 0,-1 0 1,0-1-39,0-4 1,0 2 0,0-4 0,0-1-179,0 1 1,0 4-1,0-2 1,0 3-520,0 2 1,-1 5-701,-3-1 1382,2 6 0,-4 3 0,6 7 0</inkml:trace>
  <inkml:trace contextRef="#ctx0" brushRef="#br0" timeOffset="47">7762 16987 8329,'-7'-5'-214,"-5"2"1,3-5 115,-3 2 0,4 2 1,-1 4 394,-1 0 0,2 0 0,0 0-99,-3 0 0,1 6 1,0 3-1,1 2-93,-1 2 0,3 5 0,-1 1 0,3 0-68,2 0 1,-3 0 0,1-3 4,3 1 0,0 1 0,2-5-172,0 0 1,2-5 62,2-4 1,2-4 0,4-4 0,-1-7-11,1-5 1,0 2 0,0-4 0,-1 4 66,1 0 0,-2 1 0,-1 0 0,0 1 1,1 4 1,-4-2 89,5 5 0,-1 2-63,6 8 1,-6 2 0,0 6 0,-3 0-86,-2 0 0,3 0 0,0 1 0,0-1-1,0 0 0,2-4 1,-2-2-1,2-1-19,2-3 0,-3-2 0,2-1 35,1 0 0,2-6 1,-1-2-1,0-6 82,-3-3 1,0 7 0,2-3 0,-3 1 171,-1 0 0,0 5 1,-2 2-30,5 4 1,-2 1-127,2 0 1,0 6-1,3 3 1,-2 1-144,-2-1 0,-3 1 0,4-4 0,1 0-117,2-1 0,1 0 0,0-5 0,0 0 1,0 0 1,-4-2 0,0-2 0,1-6 179,1-6 0,3 0 0,-3-5 0,-1 2 73,-1 3 1,-4 1-1,2 2 305,-1 0 1,-2 7 0,-4 6 29,0 8 0,0 9 1,0 7-1,0 5-201,0 6 0,-4 3 0,-1 1 0,2 1-182,2-1 0,1 5 0,-1 1 0,-2 0-45,-2 1 0,1-3 1,4-3-1,0-2-211,0-3 0,0 1 0,0-5 1,-2-3-73,-2-5 1,1-10-1,-6-9 324,-1-2 0,0-4 1,0-2-1,1-6 42,-1-6 1,4 0 0,0-6-1,2-1 8,-1-2 0,1-2 0,5 0 0,4-4-51,4-4 1,2-2 0,2 0 0,2-1-91,2-3 1,-2-2 0,4 3 0,0-3-40,3-1 0,-2-4 0,2 3 0,0 1 138,-2 3 1,-1 5 0,-5 11 0,-3 3 101,-2 5 0,-3 5 123,-6 8 1,-5 1 0,0 11-1,-1 4 8,0 4 0,-3-1 0,5 4 1,1-2-102,1 1 0,2 4 0,2-3 0,2 1-100,5 3 1,-2-2 0,2 1-1,0 0-30,-2-2 1,3 0 0,-4-3-1,0 0 47,0-1 0,-2-1 0,-4-2 1,0 0-1,0 0 1,-6-1 0,-4-2 0,-4-3-114,-4-1 0,-1-1 0,3-5 1,-1 0-878,1 0 0,1 0 944,2 0 0,5-12 0,3-3 0</inkml:trace>
  <inkml:trace contextRef="#ctx0" brushRef="#br0" timeOffset="48">8904 16738 7857,'0'-13'-472,"-4"-1"0,0 1 0,1 0 423,1 0 0,2 0 0,0 0 148,0 0 1,0-1 0,0 1 57,0 0 0,0 4 0,0 1 357,0-3-349,0 6 1,0 5 0,0 10 0,0 6 96,0 6 0,0 4 0,0 5 0,0 5-89,0 7 1,-4-3 0,0 4 0,-1-3-67,-1-1 0,5-5 0,-5-2 0,2-1-102,-1-3 0,-1-2 0,4-5 0,-3-5-423,2-2 0,0-4-316,-1-2 1,4-4 328,0-10 0,1-4 1,7-7-1,-1-3 405,0-1 0,-4 2 0,2-3 0,-4-1 0,-1 1 0,0-4 0,0 5 0,0-1 0,0 4 0,0 1 0,-1 0-39,-4-2 1,-2 1 0,-6 5 0,1 2 351,3 1 1,-2 6 0,2-1 69,-3 2 0,3 2-195,1 0 1,6 0-1,2-1-131,8-3 1,3 2 0,4-2 0,1 2-83,1 2 0,2 0 0,-3 0 0,2 0-65,-2 0 1,3 0 0,-2 2 73,0 2 1,-4 3 0,-5 7-1,-3 0 7,-4 4 0,-1-2 0,2 4 0,1-1 13,1-3 0,0 3 0,-2-3 0,1-3-15,1-2 0,6-7 0,-1 3 0,3-1-25,1-3 0,0-7 0,0-5 0,0-3 39,0-1 0,-4-4 0,-1-2 0,-3-2 56,-2-2 1,-1 2 0,-4 1 0,-2 1 12,-5 3 1,-3 1-1,-2 2 1,-4 1 87,-4 4 0,2 2 0,0 6-160,1 0 0,-5 6 0,4 1 0</inkml:trace>
  <inkml:trace contextRef="#ctx0" brushRef="#br0" timeOffset="49">9535 16619 6912,'-9'0'312,"0"0"1,5 0 150,-5 0 0,6 2-312,-1 2 0,4-2 0,4 2-82,5-2 1,-2-2 0,2 0-1,1-2-93,2-2 1,0 1 0,-2-6 0,-1-1 11,1-2 0,0-5 1,0-1-1,-2 2-1,-3 2 0,4 0 1,-4 1-1,-3 0 81,0 0 0,-2 4 0,-2 2 13,-2 1 1,1 3 0,-6 8 0,-1 5 28,-1 6 0,2 4 1,0 7-1,0-1-59,2 0 1,-3-4 0,5 0-1,2 1-85,2 2 0,2-5 1,2-2-1,5-5-101,3-4 0,0-3 0,8-6 0,-2 0-114,1 0 1,3-6 0,-2-3-1,0-3 45,0-1 1,-1-4 0,-5-2-1,-1 0 121,-4 0 1,3-3 0,-6 3 0,1 0 113,0 0 0,-1 2 0,-4 3 0,2 1 499,1 0-74,1 0 0,-1 7-297,0 6 0,5 12 1,-4 8-1,-3 2-84,0 0 0,-2 3 0,0 3 0,0-4-85,0 1 1,0 0 0,0 1-1,0-1-41,0-3 1,0-3 0,-2-6-190,-2 0 1,1-1 108,-6-3 0,6-5 0,-1-8 0,4-5 1,4-3 1,-1-7 0,6-1 0,1-2 10,2 0 0,0-4 0,-2-5 0,-1 2 90,1 1 0,0 2 0,0 0 0,-1-1 88,1 1 0,-2 4 0,-1 2 313,-1 1-217,-2 1 1,-4 17 0,-1 5 0,-2 8 61,-2 5 1,-3 4-1,3 4 1,1-2-61,-2-1 1,5 0 0,-4 3-1,4-2-173,1-1 1,4-6-1,2 1 1,1-2-107,3-2 0,2-6 1,1-2-1,0-4-44,1-1 0,3-1 1,1-4-1,-2-3-83,-2-4 1,-1-5 0,0-2-1,-1-2 116,-3-2 1,1 2 0,-6 1 0,-1-1 161,-1 1 0,-2 4 1,0-2-1,0 4 167,0 1 1,-2 5 0,-2 4-4,-5 3 0,3 2 0,2 5 1,1 7 43,-1 7 1,2 7-1,-2 2 1,2 2-180,2-2 1,0 3 0,0 0 0,0 2-80,0 2 1,0-2 0,0-1-1,-1-1-120,-3-2 0,2 2 0,-2-2 0,2-2-85,2-5 1,0-4 0,0-6 112,0 1 1,0-9 0,0-5 0,0-8 59,0-8 0,0-5 0,0-7 0,0-2 24,0-5 1,0-3 0,2-3 0,1-3 34,1-4 1,6 1 0,-1 1 0,3-1 9,1 0 1,1 6-1,2 3 1,2 11 51,-2 8 1,-1 5 0,-2 6-1,0 5 39,0 6 1,-6 5 0,-2 10 0,-4 5 64,-1 7 1,-6-3 0,-2 4 0,-4-2-59,-1 2 0,-5-8 0,-1 5 1,0-2-90,0-1 1,2 0 0,4-9-1,0 1-353,-1-1 1,1-2-143,0-6 0,6-3 0,4-11 0,7-6-713,9-4 1183,1-7 0,10-9 0,-3-9 0</inkml:trace>
  <inkml:trace contextRef="#ctx0" brushRef="#br0" timeOffset="50">10336 16357 8184,'-13'0'-223,"0"0"1,0 1 101,-1 4 1,6-3 313,-1 7 0,6 0 0,0 4 0,5 0-112,2 0 1,6 1-1,-3 0 1,2 2-85,0 2 0,-5-1 0,4-4 1,-3 1 17,-2-1 0,-1 0 0,-2 0 1,0 0-95,0 0 0,0 0-227,0 0 256,0-5 0,0-4 0,0-8 0,0-6-15,0-6 1,0-5 0,1-4 0,4 2 29,3 1 0,0-4 0,0-3 0,3 2 13,0 4 0,3 7 0,-1-3 0,0 3 53,0 3 1,0-2 0,0 11 50,0 1 1,0 1 0,-1 4 13,-3 2 1,-2 3-1,-4 8 1,1 1-98,-1 2 0,0-5 0,0-4-1,2 1 1,0-4-152,0-2 1,1-4 46,2-4 0,3-4 0,-7-5 0,-1 0 132,-2 0 1,-1 0 250,0 0-98,0 5 1,-4 10-1,0 9 1,1 7-21,1 2 1,-2-2 0,-1 4-1,3 0-217,0-2 1,4 3 0,0-5 0,4-2-109,2-1 0,0-4 0,6-2 0,0-5-43,4-2 0,-4-2 1,4-2-1,-2-2 65,1-5 0,-2-7 0,2-3 0,-2-1 148,-2-3 1,-4-1 0,0 1-1,1 1 39,2-1 0,-1 4 1,-1 1-1,-2 3 71,-2 2 1,2 5-1,-2 0-3,1 2 1,-4 3 0,2 8 0,-4 4-81,-1 2 0,0 4 0,0 1 0,0 1-41,0 0 0,0-1 0,-1 0 0,-2 1-10,-2-1 1,1-6 0,4-1-49,0 1 1,0-2 17,0 0 0,0-6 19,0-2 1,0-6 0,2-7 0,0 0-19,3 0 0,4-5 0,-4-1 0,3 0 24,2 0 0,0-3 0,0 3 1,-1 0 95,1 0 1,2 2-1,1 5 1,-1 2 109,-3 1 1,2 6-1,-2-1 22,3 2 0,-4 8 0,0 3 1,-2 4-24,-4 5 0,0-2 0,-2 4 0,0 1-41,0-1 1,0 1-1,0 2 1,0-3-40,0-1 1,-6 0-1,-3-3 1,-2 2-60,-2-2 0,-1-1 0,1-4 1,0-1-340,0-1 0,4-6-392,0 1 1,7-4 689,-3-4 0,10-9 0,2-7 0</inkml:trace>
  <inkml:trace contextRef="#ctx0" brushRef="#br0" timeOffset="51">11689 16107 8076,'-22'29'57,"0"-2"1,6-6 0,0 1 0,6-3 70,5 0 1,5-4 0,5 2 0,5-3-243,6-6 0,0-2 0,6-6 0,0 0 82,-2 0 0,5-6 0,-3-2 0,3-4-15,1-1 1,-4-5 0,-2 1 0,-1-1-10,-3-1 1,-1 3 0,-3-4-1,-4-1 119,-3 1 1,-4 2-1,-2-2 1,-4-1 49,-3 1 1,-6 4 0,-3-2 0,-4 5-22,1 5 1,-6-3-1,1 7 1,-3 1-190,3 2 1,1 6 0,6 4-1,2 3 97,1 1 0,2 6 0,0 1 0</inkml:trace>
  <inkml:trace contextRef="#ctx0" brushRef="#br0" timeOffset="52">12214 16028 8076,'-13'0'-76,"0"-1"1,0-2-178,0-1 253,-1-1 0,1 11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5884 14504 8542,'-8'-13'-11,"3"0"1,3 1 0,-1 2-417,-1 1 1,-1 5 1419,5-5-739,0 6 1,0-1 0,0 8-139,0 5 0,0 9 0,0 3 0,0 4-121,0 2 1,0-1 0,0 0-1,0 0-263,0 1 0,0-1 1,0-1-1,0-3-854,0-5 1122,0 4 0,0-7 0,0 5 0</inkml:trace>
  <inkml:trace contextRef="#ctx0" brushRef="#br0" timeOffset="1">5831 14163 8498,'-13'-13'-43,"0"-1"1,1 1-1,2 2-365,1 2 0,5 3 327,-5 6 1,6 1 0,-1 4-141,2 4 0,7-2 221,-1 2 0,12-1 0,-1 6 0</inkml:trace>
  <inkml:trace contextRef="#ctx0" brushRef="#br0" timeOffset="2">6146 14018 8439,'-13'0'-206,"0"0"0,0 0 94,0 0 0,0 0 1,0 2-1,1 2 385,3 5 1,-2 4 0,3 6 0,-1 6 121,1 4 0,5 9 0,-2 1 0,4 9-151,1 8 1,1 2 0,4 4 0,4-4-104,2 0 0,7-5 1,-1 1-1,-1-6-159,-1-3 1,-3-5 0,-2-7-1,-3-2-233,-1-6 1,-2 0 0,-4-8 0,0-1-298,0-1 0,-4-2 0,-2 0 0,-1-1-1368,-3-3 1916,-2-4 0,-1-5 0,0 0 0</inkml:trace>
  <inkml:trace contextRef="#ctx0" brushRef="#br0" timeOffset="3">5976 14728 7770,'0'-14'0,"1"1"-33,4 0 1,-3 0-1,7 0 1,1 0 327,2 0 0,3 1 0,2 2 1,5 1-104,3-1 0,0-2 0,-2-1 0,-1 1-109,1 4 1,1-3-1,-2 5 1,-5 1-509,-2-1 1,-2-3-1018,0 5 1442,-6-1 0,5 5 0,-5 0 0</inkml:trace>
  <inkml:trace contextRef="#ctx0" brushRef="#br0" timeOffset="4">6764 14465 8300,'-9'0'-369,"0"0"258,-1 0 0,4 1 0,3 2 360,6 2 1,4-1-1,7-4 1,0 0-150,4 0 1,-2 0 0,6-1 0,1-2-26,2-2 0,1-5 0,0 1 1,1-2-74,-1-3 0,-1-3 1,-3-1-1,-5 2-198,-2 2 1,-4-1-1,0-1 1,-4-1 163,-1 1 1,-3 2-1,-8 4 1,-5 3 35,-6 1 1,0 2 0,-6 5 0,-1 3 140,-2 5 1,-1 9 0,-1 2 0,2 2 11,4 0 0,2 4 1,7 5-1,3-2-112,5-1 1,2 1-1,2-1 1,3-3-159,6-1 0,6-6 1,11-3-1,2-7-118,2-2 0,-2-3 0,4-7 0,-1-7 37,-1-5 1,1-4-1,-6-6 1,-2-1 103,-1 1 0,-6 0 1,2-2-1,-4-1 148,-1-2 0,-1 5 0,-2 6 1,-2-1 322,-3 1 0,6 5-49,-3 2 1,4 6 0,0 8-132,-4 3 0,0 4 0,-5 5 0,3 2-176,1 2 1,-3-2 0,3 2 0,1-2-124,-1-2 1,-3 0-1,4 0 1,-1-1-205,0-3 0,-2 1 1,3-6 33,3-1 1,0-3 194,3-4 0,-3-8 0,-2-5 1,-3 0 71,0 3 1,-5-4 0,3 1 0,-2 1 181,-2 1 0,0 2-29,0 0 0,-6 6 0,-3 2 0,-2 4-72,-2 1 1,-1 7 0,0 5 0,-2 5-19,-2 4 0,-1-4 0,3 4 0,-1-1-228,1 1 0,2-4 0,4 4 0,3-3-1372,1-1 1538,2-3 0,15-7 0,4-1 0</inkml:trace>
  <inkml:trace contextRef="#ctx0" brushRef="#br0" timeOffset="5">7683 14163 8300,'-9'4'-131,"1"0"0,5 7 1,-3-3-1,1 4 467,1 1 1,-2 6-1,3 3 1,-1 3-5,1 1 0,2 2 0,1 1 1,-2 3-312,-2 2 1,2-4 0,-2 4 0,2 0-166,2-1 0,0 2 0,0 3 0,-1-3-177,-3-4 0,2-9 0,-2-5 121,2-2 1,2-9 0,0-8 0,0-9 104,0-10 0,0-8 1,0-3-1,0-2 111,0-2 0,0-4 0,2-2 1,2-3 34,5-2 1,3 6 0,2 0 0,2 6-30,2 3 1,4 2-1,-3 3 1,1 4 94,3 5 0,-2 2 0,-1 12 0,-1 2 70,-3 5 0,-3 5 0,-4 6 0,-5 4-7,-2 4 1,-9 3-1,-5 1 1,-6-1-30,-2-3 1,-2 2 0,-4-2 0,0 3-69,-1 1 1,2-5 0,2-4 0,3-4-175,1-4 1,6 1-1572,4-5 1662,6-1 0,3-10 0,7-1 0</inkml:trace>
  <inkml:trace contextRef="#ctx0" brushRef="#br0" timeOffset="6">8392 14320 8214,'0'-13'-14,"0"0"0,0 0 67,0 0 1,0 0 0,0 0-75,0-1 0,5 6 0,-1-1 1,-1-1 153,-2-2 1,4 3 0,-1 0 216,-1-1-315,-1 4 0,-4 1 0,-1 6 1,-3 3 36,-1 5 1,-2 4 0,-4 3 0,0 3-51,0 2 0,1-4 1,2 5-1,3 0-130,1-1 0,-3-3 0,5-4 0,-1-1-30,-1 0 0,5-4 95,-3-1 0,8-6 0,5-2 26,2-7 0,3-4 0,-3 1 0,-1 3 26,-1 1 1,0 2 0,4 4-11,0 0 1,-4 0 0,-2 1 0,1 2-58,-1 1 0,-4 7 1,3-3-1,-2 4-80,0 1 0,5-4 1,-3 0-7,1 1 1,-2-4 0,3-2 56,3-2 0,-4-4 0,0-4 0,1-5 102,-1-5 0,-3-8 0,3 2 1,-1-3 87,-3-1 0,3 0 0,-2 0 0,1-1 70,1 1 0,-5 4 0,5 2 0,-2 1 184,1 3 0,1 7-194,-2 5 0,-3 8 0,4 6 0,-2 6-69,1 6 1,-2 3 0,3 1 0,0 1-130,-1-1 1,2-1-1,-3-3 1,3-4-166,1 1 1,-3-8-1,5 0 92,1-3 0,2-5 1,1-8-1,2-5-78,2-6 0,-2-9 0,1-7 0,-3-2 135,0-2 1,-7-2 0,7 0 0,-3 2 134,-2 0 1,3 7 0,-3-1 425,-1 2 1,3 15-301,-5 8 1,3 13-1,-3 12 1,-2 8-11,-2 4 0,-1 3 0,0 3 0,2-2-227,2-1 1,-3-1 0,5 1 0,-1-3-783,-1 0 1,5-5 808,-5-1 0,12 0 0,-1-5 0</inkml:trace>
  <inkml:trace contextRef="#ctx0" brushRef="#br0" timeOffset="7">9653 13900 8189,'0'-13'-207,"2"5"1,2 4 437,5 3 1,2 1-1,2 1 1,1 3 97,-1 5 0,0 9 1,0 4-1,0 4-90,0 5 0,-1-2 0,-2 4 1,-1 1-112,1 0 1,-4-1 0,0 2 0,-2-4-373,1-3 0,-1-2 0,-4-1 1,0-3-359,0-5 1,-4-7 601,-1-1 0,-5 0 0,3 4 0</inkml:trace>
  <inkml:trace contextRef="#ctx0" brushRef="#br0" timeOffset="8">9929 13637 8245,'0'-13'-297,"0"0"1,0 0 105,0 0 0,0 4 718,0 0 0,1 6-1407,4-1 880,-4 2 0,11 8 0,-5 1 0</inkml:trace>
  <inkml:trace contextRef="#ctx0" brushRef="#br0" timeOffset="9">9824 13926 7636,'-13'-6'-386,"1"-1"1,2-5 615,1 4 1,6-4 189,-1 3 0,2 2 309,2-2-437,0 6 1,0-1-95,0 8 0,2 8 1,1 7-1,1 1-62,-1 4 0,3 5 1,-2 3-1,1 2-55,0 2 1,-3 2 0,2 3 0,-2 1-48,-2 2 0,4-2 0,0-5 0,-1-4-79,-1 0 0,-2-9 0,0-6 11,0-4 0,-2-6 0,-1-5 1,-1-6 1,-5-5-1,3-6 1,1-4-65,-1-4 0,-3-4 1,3-3-1,0-3 65,0-2 1,-2 4-1,2-5 1,0-2 19,0-1 1,0-1 0,3 1 0,-1 3 64,1 4 1,0 3-1,0 4 1,-1 2 218,1 4 0,2 12-91,1 11 1,0 8 0,0 13 0,1 2-60,3 2 0,-2 0 1,4 5-1,-2 0-185,0-2 0,5 4 0,-3-7 0,1 1-500,4 1 1,-4-4 0,2 1 562,1-5 0,2 6 0,1-2 0</inkml:trace>
  <inkml:trace contextRef="#ctx0" brushRef="#br0" timeOffset="10">9522 13677 8344,'-9'4'-351,"0"0"351,-1-1 0,-2 10 0,-1 2 0</inkml:trace>
  <inkml:trace contextRef="#ctx0" brushRef="#br0" timeOffset="11">8432 14846 8175,'0'-13'-711,"0"4"545,0 0 1,-2 6 302,-2-1 0,1 8 0,-6 7 0,-3 6 68,-4 9 0,0 6 0,-6 8 0,-1 1-62,-2 2 1,-1 3 0,0 3 0,0-2-8,-1-2 1,1-1-1,0-3 1,-1 0-123,1-2 1,6-7 0,2-11-1,4-2-596,1-3-142,-1-7 1,7-5 61,3-8 0,8-5 662,5-9 0,3-2 0,1-6 0</inkml:trace>
  <inkml:trace contextRef="#ctx0" brushRef="#br0" timeOffset="12">8051 15214 8165,'-13'0'-107,"4"0"1,0 0 285,-1 0 1,3 1 0,-2 4 8,-1 3 1,2 8 0,1 3 0,0 2 4,-1 2 0,4 6 0,-5 3 1,-1 2-61,-2 3 0,4 2 0,-1 3 0,-1 2-128,-2-2 0,3-4 0,2-6 1,1-7-72,3-4 0,3-10 27,5-6 0,8-14 0,10-6 0,5-4-257,2-4 0,11-6 0,-1-2 0,1 2-603,-1 1 1,-2 6 898,-3 1 0,9-1 0,-3-5 0</inkml:trace>
  <inkml:trace contextRef="#ctx0" brushRef="#br0" timeOffset="13">5700 16304 8088,'-9'-6'98,"0"-2"1,6 0 0,-2 1 75,-1 1 0,4 3 0,-2 9 0,2 7-57,2 8 1,0 8 0,0 3 0,0 3-126,0 6 0,0-2 0,0 5 0,0-3-45,0-2 0,0-4 0,0-1 0,2-2-318,2-3 1,-2-2 0,2-6 0,-2-3-208,-2-3 1,4-10 577,0-5 0,7-11 0,-4-10 0</inkml:trace>
  <inkml:trace contextRef="#ctx0" brushRef="#br0" timeOffset="14">5647 16422 8085,'0'-20'-219,"-4"-3"0,0 5 0,1 1 211,1-2 0,2 4 0,0-3 0,2 4 274,2 1 0,3 0 1,6 1-1,1 2-72,-1 1 1,1 0-1,2-2 1,2 0-139,-2 3 1,3 3 0,-2-2 0,0 1-414,-3 3 0,-1 3-47,0 4 0,-5 5 0,-4 7 0,-3 3-472,-1 2 876,-5 1 0,-8 4 0,-8 0 0</inkml:trace>
  <inkml:trace contextRef="#ctx0" brushRef="#br0" timeOffset="15">5647 16554 8085,'-1'11'0,"-2"0"-152,-1-3 1,-1-3 110,5 4 1,2-6 0,2 1 151,5-3 0,2-8 0,4-5 0,1-4-20,2 0 0,5-3 0,-3 2 0,2 1-2,0 1 0,-4 3 0,2 4 0,1 3-94,-1 4 1,-4 1 0,2 1 0,-4 4 47,-1 3 0,-1 10 0,-3 4 1,-5 4-32,-2 5 0,-2-3 0,0 2 1,0-2 8,0-2 1,-6-1 0,-2-3 0,0-5 39,-1-2 1,2-6 0,-4-2-28,3-1 1,5-8-1,-2-6 1,4-5-28,1-5 1,0-2-1,0-7 1,1 1-47,4 0 1,-2-6 0,5-2 0,3 0-125,0 4 0,7-2 1,-1 3-1,1 2-106,1 4 1,-5 4 0,5 0 0,-1 7-393,-1 5 0,2 3 661,-1 4 0,2 5 0,7 3 0</inkml:trace>
  <inkml:trace contextRef="#ctx0" brushRef="#br0" timeOffset="16">6278 16357 8085,'-13'0'-42,"4"0"1,0 0 116,-1 0 0,-2 0 0,-1 1 0,0 2 145,0 1 1,0 7-1,0-3 1,-1 4-70,1 1 0,0 2 0,1 2 1,2 4-55,2-1 1,5 4 0,-2-5-1,4 0-172,1 0 0,1-2 0,4-5 1,3-3-27,4-5 0,6-4 0,1-4 1,1-5-31,3-3 0,-4-3 0,0-1 0,-1-3 48,-1-1 0,1 4 1,-5 0-1,0 4-184,0 3 1,0 7 2,0-3 1,-5 10-1,-4 5 1,-2 4-681,-2 4 944,0-1 0,5 2 0,3 2 0</inkml:trace>
  <inkml:trace contextRef="#ctx0" brushRef="#br0" timeOffset="17">6462 16383 8085,'-6'20'-11,"3"1"0,-4-5 0,1 3 9,3 1 0,1-2 1,2 2-1,0 1 75,0-1 0,2-5 0,2-1 0,5-5-234,3-3 1,1-2 0,0-5 0,1-3-150,4-5 0,-3-4 1,2-5-1,-2-4 165,-2-3 0,0-1 0,-1 0 0,-2 0 145,-1-1 0,-6-3 0,1-1 0,-3 2 0,-1 1 0,0 2 0,0-1 0,0 1 124,0 0 0,0 5 1,-1 5 203,-3 6 1,1 4-1,-5 8 1,1 2 22,0 5 1,4 13 0,-3 6-1,2 4-128,-1 4 1,1 2 0,2 0 0,-1-1-218,-1-2 1,0 0-1,4 3 1,0-3-641,0-5 634,0-2 0,6-2 0,1 1 0</inkml:trace>
  <inkml:trace contextRef="#ctx0" brushRef="#br0" timeOffset="18">6659 16330 8674,'5'-13'92,"3"5"1,5 0 0,0 1-164,0 0 1,0 2 0,2-2 0,1 0-837,1-1 907,1 5 0,1-8 0,1 3 0</inkml:trace>
  <inkml:trace contextRef="#ctx0" brushRef="#br0" timeOffset="19">7263 16212 8054,'-13'0'30,"4"0"1,0 0 154,-1 0 0,-2 2 0,-1 2 29,0 5 1,0 2-1,0 3 1,1 0-110,3 4 0,2-4 1,4 5-1,-1-1-105,1-1 0,1 2 0,2-3 1,0 2-48,0-2 0,2-1 0,2-4-28,5-2 1,3-3 0,1-6-72,0 0 0,0-6 0,0-3 5,0-2 0,-1-3 1,-2 0-1,-3-2 128,-1-2 1,3 1 0,-5 4 0,1-1 0,1 1 0,-5 0 1,5 0-1,-2 0 215,1 0 1,0 1 22,0 3 1,-2 3-1,4 8-92,-1 2 1,3 5-1,-3 9 1,-1 3-94,1 4 1,4 0 0,-1-2 0,1-2-109,-1-2 0,3 3 0,-3-5 0,2-2-104,2-5 1,-4-4 0,0-6 0,0-1-43,-2-4 1,5-4-1,-5-8 1,2-5 91,-1-3 1,-5-1 0,2-2-1,-4-1 134,-1-2 1,0 1 0,0 3 0,0 1 131,0 0 0,0 1 0,0 3 142,0 5 1,0 11 18,0 10 0,0 5 1,0 14-1,0 3-42,0 4 0,0 2 1,0-3-1,0 2-277,0-2 0,0-1 0,2-2 0,2-1-95,5-3 1,-2-3-1,2-8 1,1-2-235,2-5 1,1-2 0,0-5 0,0-4-1,0-7 1,-1-12-1,-2-2 1,-1-2 204,1-2 0,-4-5 1,-2 2-1,-2-3 205,-2-1 1,0 1 0,0 3 0,0 4 450,0 3 1,0 8-224,0 2 1,0 16 0,0 7 0,0 11 34,0 11 1,0 0-1,0 8 1,0 2-337,0 1 0,0 0 1,1-2-1,2-1-498,2 2 0,5-5 1,-1-1-1,2-4 503,2 0 0,6-1 0,2 0 0</inkml:trace>
  <inkml:trace contextRef="#ctx0" brushRef="#br0" timeOffset="20">8274 16055 7999,'-17'0'208,"-1"0"1,5 1 0,6 3 0,-1 5 165,1 3 0,4 2 0,-1 2 0,2 2-112,2-2 0,6 3 1,3-1-1,3-2-154,1-2 1,4-1 0,1-1 0,-1-3-127,2-5 1,0 2-1,4-2 1,-2-2-68,-2-5 1,0-4-1,-3-7 1,1 0-36,-1-4 0,-2-1 1,-4-4-1,-3 1 88,-1-1 0,-2-1 1,-5 1-1,-4 1 31,-3-1 1,-5 2 0,-3 1 0,-3 1-24,-2 3 0,1 1 0,-4 4 0,2 2-286,-1 4 0,-2 4 1,1 2-1,0 4-385,2 4 0,6 4 0,-1 3 695,2 1 0,2 7 0,0-4 0</inkml:trace>
  <inkml:trace contextRef="#ctx0" brushRef="#br0" timeOffset="21">8734 15752 7999,'8'-13'0,"0"0"0,-1 0-95,0 0 1,-2 6-95,3 2 1,-5 5 188,2 5 0,-4 14 0,-1 8 0</inkml:trace>
  <inkml:trace contextRef="#ctx0" brushRef="#br0" timeOffset="22">7000 16895 8255,'-12'-13'-286,"4"0"1,-3 4 0,6 1 1034,-3-3-563,5 6 0,-2 2 0,5 10 0,0 8-108,0 3 1,0 4 0,1 6 0,2 1-89,1 2 1,5 1-1,-3-3 1,0 2-267,0-2 1,2 2 0,-3-3-1,-1-4-185,2 1 1,-5-1-1,4-3 461,-4-3 0,-1 2 0,0 1 0</inkml:trace>
  <inkml:trace contextRef="#ctx0" brushRef="#br0" timeOffset="23">6829 17145 8255,'-4'9'-247,"-2"0"0,0 2 87,0 5 1,2 5 0,6 5-1,2 2 417,5 2 0,2 2 0,4 5 0,1-3-214,2-2 1,3-2-1,-2-3 1,2-3-18,2-2 0,-2-9 0,-1-8 0,-1-4 34,-3-1 0,-1-6 0,-2-4 0,0-4-99,0-4 1,-6-5 0,-1 1-1,-1-3 6,-1-1 0,0 4 0,-4 0 0,0-1-13,0-2 0,0-1 0,0 1 0,2 1-140,2 2 0,-2 5 0,3-4 186,1 3 0,2-6 0,5 4 0</inkml:trace>
  <inkml:trace contextRef="#ctx0" brushRef="#br0" timeOffset="24">6186 17933 8335,'-6'-13'-61,"5"0"1,-5 1 0,1 2 84,1 1 1,0 5 0,4-5 746,0-1-612,0 4 1,4 8-1,0 9 1,1 7-51,1 2 1,-4 7-1,6 5 1,-2 1-123,-3 4 1,-1-4 0,1 1-1,2-1-205,-2 1 0,-2 0 1,-1 1-1,2-5-253,2-2 1,-3-2 0,5-1 470,0-3 0,1 3 0,6-5 0</inkml:trace>
  <inkml:trace contextRef="#ctx0" brushRef="#br0" timeOffset="25">6449 18091 8335,'0'13'-742,"-2"-1"757,-2-3 0,2 2 1,-2-2 225,2 3 1,2 1-1,0 0 1,0 0-223,0 0 0,0 0 0,0 0-124,0 1 1,0-1 52,0 0 1,2-6-9,2-2 1,-2-10 0,2-5 0,-2-5 64,-2-2 0,4-2 0,2 3 1,0-3 84,-1-2 0,1 5 1,-1-1-1,2 2 33,0 2 0,5 0 1,-3 0 34,2 0 0,2 1 1,1 3-1,-1 5-71,0 2 1,0 4 0,0 2-120,0 5 0,-1 3 0,-2 1 1,-3 0-123,-1 0 1,4 0 0,-1-1-25,3-3 1,1 1 0,2-6-11,2-1 0,-2-7 1,4-5-1,-2-4 32,1-5 0,4-2 0,-3-6 1,0-1 158,0 1 1,-2-5-1,-5-1 1,-4 0 126,-3 0 1,-4-3 0,-1 4 0,0 2 25,0 1 1,-1 8 0,-4 4 0,-3 6 164,-4 5 0,-1 4 0,0 1 0,0 3 5,0 6 0,-1 1 1,3 13-1,0 3-72,3 4 0,5 6 0,-3-1 1,2 5-111,-1 3 1,1-2-1,4 5 1,1-1-63,4 3 1,2 9-1,6 3 1,2 0-226,2-3 0,-1-9 0,5-6 1,-1-5-97,1-7 0,-1-9 1,2-8-1,-5-7-54,-2-5 1,-2-7 0,0-4 0,-1-5-9,-3-2 0,1-5 0,-6 3 0,-1-1 56,-1-4 1,-2-1 0,-2-1 0,-2 0 121,-5 0 0,-3-1 0,-1 1 0,-1 1 170,-4 3 0,4-1 0,-4 5 1,3 2 444,2 2 1,0 2 280,0 3-715,0 3 0,11 6 0,8 0 0,7 0-214,5 0 0,5-4 0,-1-2 1,3-1-65,1-3 1,1-2 0,-1-1 0,-1 0 149,-4 0 1,-2 1 0,-7 2 0,-2 2 251,-1 3 1,-5-4 66,5 4 0,-6 3 1,2 6 39,-4 5 0,-1 7 1,0 3-1,0 0-140,0 0 1,0 3 0,0-3 0,0 0-129,0 0 0,0 2 1,0-3-1,0-2-517,0-1 0,0-2 0,0 0-683,0 0 1179,0 0 0,0-6 0,0-1 0</inkml:trace>
  <inkml:trace contextRef="#ctx0" brushRef="#br0" timeOffset="26">7210 17802 8335,'-20'0'-466,"2"0"0,4 0 383,1 0 0,1 1 0,2 2 252,1 2-169,6 5 0,3 3 0,7 7 0</inkml:trace>
  <inkml:trace contextRef="#ctx0" brushRef="#br0" timeOffset="27">7355 18012 8335,'-5'13'0,"1"0"-182,1 1 1,-3-1-1,2 0 1,1 1 276,1 4 0,2-3 0,0 2 1,0-2-87,0-2 0,0 0 1,0 0-50,0 0 0,2-6-105,2-2 0,-2-5 1,4-5-1,-2-3 43,0-4 1,2-5-1,-3-2 1,3 0 88,1 0 1,-4-3 0,3 3-1,-2 0 4,1 0 1,3-3-1,-2 4 1,0 2 112,0 2 1,4 1 0,-1-1 228,3 1 1,-4 6 0,1 3-64,1 2 1,2 4-1,0 2-302,-4 5 0,0 2 0,-5 4 0,1 3-223,-1 3 0,-2-2 0,-1 0 0,0-1-111,0-1 0,5 1 366,-1-5 0,1 0 0,-5 0 0</inkml:trace>
  <inkml:trace contextRef="#ctx0" brushRef="#br0" timeOffset="28">7631 17894 8335,'0'9'142,"0"-1"0,0 1 0,0 4 0,0 0 307,0 1 1,0-1 0,0 0 0,0 1-483,0 4 0,0-3 0,0 4 1,0-2-181,0 1 1,4-1-1,0-4 1,1 0-1043,0 0 1255,-3-5 0,10 3 0,-5-3 0</inkml:trace>
  <inkml:trace contextRef="#ctx0" brushRef="#br0" timeOffset="29">7644 17684 8335,'-13'-13'-1934,"-1"-1"1838,7 1 96,1 6 0,0-5 0,-1 5 0</inkml:trace>
  <inkml:trace contextRef="#ctx0" brushRef="#br0" timeOffset="30">7749 17434 8198,'0'13'-171,"0"0"1,0 0 0,0 1 0,0 0 533,0 4 0,0 2 1,0 6-1,1 2-224,4 3 1,0-2 0,6 6-1,-3 0-172,3-1 0,-4 2 1,0-4-1,-1 0-149,-3 0 1,3-1 0,-2-6 0,-1-2-310,-1-1 1,-2-6 0,0 2-655,0-4 1145,0-6 0,-6-8 0,-2-8 0</inkml:trace>
  <inkml:trace contextRef="#ctx0" brushRef="#br0" timeOffset="31">7788 17841 7788,'0'-8'-216,"0"-1"1,0 4 293,0-3 1,6 0 0,3 0-1,2 3-74,3 4 0,-1-4 1,0 1-1,1 1-43,4 2 1,-4 1 0,4 0 0,-3 0 78,-2 0 0,4 5 1,1 3 50,-2-1 0,-6 3 0,-1-5 13,1-2 1,-3-2-1,2-1-67,1 0 0,-2 0 0,-1-1 1,0-4 77,0-4 0,-4 2 0,3 0 243,0 1 1,-3-3-138,6 5 0,-6 1 0,1 7 1,-3 7 27,-1 5 1,0 0 0,0 6 0,0 1-22,0 2 1,0 1 0,0 2-1,0 1-293,0 2 0,-4 4 0,-2-5 0,0-1-420,1-1 0,-4 1 0,4-1 0,3-5-1901,0-2 2386,2-4 0,0-9 0,0-2 0</inkml:trace>
  <inkml:trace contextRef="#ctx0" brushRef="#br0" timeOffset="32">8497 17868 8335,'8'0'-143,"-3"0"1,-5 5-1,0 3 1</inkml:trace>
  <inkml:trace contextRef="#ctx0" brushRef="#br0" timeOffset="33">9417 16738 7822,'0'-13'-448,"0"-1"0,0 1 627,0 0 0,0 0 0,0 0 6,0 0 1,0 4-1,0 0 125,0-1 0,4-2 111,0-1-352,1 6 0,-4 1 0,2 8 0,2 2-71,-3 5 1,0 8 0,-2 5 0,0 3-135,0 1 0,0 5 0,0-1 0,0 0-142,0-3 0,0 0 1,0-2-1,0-2-167,0-1 0,1-6 0,2 1 445,2-2 0,5-2 0,-3 0 0</inkml:trace>
  <inkml:trace contextRef="#ctx0" brushRef="#br0" timeOffset="34">9784 16554 8124,'-8'-2'-596,"-1"-2"0,4 2 763,-3-2 1,3 4-1,-2 6-69,1 7 0,2 2 0,4 5 0,0 1-105,0-1 0,0 2 1,0 4-1,0-1-128,0-3 0,1 3 0,2-5 1,3 2-150,1 0 1,-2-6 283,3 2 0,1-4 0,4-1 0</inkml:trace>
  <inkml:trace contextRef="#ctx0" brushRef="#br0" timeOffset="35">10021 16646 7976,'0'7'0,"0"-1"0</inkml:trace>
  <inkml:trace contextRef="#ctx0" brushRef="#br0" timeOffset="36">10231 16619 7566,'13'-13'0</inkml:trace>
  <inkml:trace contextRef="#ctx0" brushRef="#br0" timeOffset="37">10494 16580 8118,'-9'0'-359,"0"0"1,5 0-278,-5 0 636,6 0 0,-3 6 0,6 1 0</inkml:trace>
  <inkml:trace contextRef="#ctx0" brushRef="#br0" timeOffset="38">11058 16580 8098,'0'-13'-174,"-1"0"0,-2 0 371,-1 0 1,-1-1 0,4 1 1382,-4 0-1351,4 6 0,-5 2 0,6 10-161,0 4 1,0 2-1,0 2 1,0 1-160,0-1 1,0 0-1,0 0 1,0 2-1244,0 2 1334,-6-2 0,-1 15 0,-6-2 0</inkml:trace>
  <inkml:trace contextRef="#ctx0" brushRef="#br0" timeOffset="39">11557 16304 8015,'0'-13'-622,"-1"4"0,-2 1 902,-1-3 1,-1 4-1,4 0 957,-4 1-980,4 1 1,-5 7-239,6 2 1,0 9-1,0 9 1,2 3 24,2 1 1,-1 5 0,4 0-1,0-2-29,1-1 1,-1-3 0,3-2-1,-1-3-73,1-1 0,-2-1 1,0-7-1,3 0 11,0-3 0,2-5 0,0 0-24,1-6 0,-6-4 0,1-8 0,0-2 52,-2-5 0,3 2 0,-5-2 0,-2-2 12,-2 0 0,-1-3 0,0 1 0,0 1 14,0 3 0,0-1 0,-1 4 0,-4 0-115,-3 0 1,0 6-304,-1 4 1,1 6 82,-5-1 1,5 10 0,4 5 0,2 5 327,2 0 0,6 5 0,2-1 0</inkml:trace>
  <inkml:trace contextRef="#ctx0" brushRef="#br0" timeOffset="40">11951 16317 8015,'-7'-1'782,"3"-4"-1028,-4 4-1086,7-5 1332,-5 6 0,6-6 0,0-1 0</inkml:trace>
  <inkml:trace contextRef="#ctx0" brushRef="#br0" timeOffset="41">12201 16278 8015,'-13'0'-687,"0"0"759,0 0 0,5-2 463,4-2 1,2 1-512,2-6 1,0 5-415,0-5 0,2 6-396,2-1 595,-2 2 0,5 2-17,-3 0 455,-2 0 1,4-1 326,-6-3-370,0 2 0,-2-4 102,-2 6-168,2 0 0,-5-4-16,3 0 1,1-1 0,-6 5 24,-1 0 0,3 0 0,-2 0-44,-1 0 1,2 0 0,-1 0-1,-1 2-34,-1 2 1,2 3-1,0 6 1,0 2-31,2 3 1,-3-2 0,5 6 0,3 1-86,0 2 0,2 1 0,0 0 0,2 1-13,2-1 0,-1-6 0,7-2 1,3-5-26,3-4 1,3-3 0,-1-6 0,4-2-47,2-2 1,3-4 0,-1-6 0,0-4 47,0-4 0,-5 2 1,-4-2-1,-2-1 88,-2-2 1,-6-1 0,-2-1-1,-4 1 140,-1 0 0,-10 4 0,-5 0 0,-4 0 27,-4 2 1,-2 5 0,-2 8-1,-3 1-111,0 3 0,1 2 1,5 1-1,4 2-231,1 7 1,1 0-1,5 10 1,2-2-364,2 1 1,3 4 0,6-3 531,0 1 0,12-4 0,2 3 0</inkml:trace>
  <inkml:trace contextRef="#ctx0" brushRef="#br0" timeOffset="42">12516 16265 8002,'-6'7'-160,"3"-1"0,-4-5 134,1 4 0,2-2 402,4 5 1,0 1 0,1 4-162,4 0 0,2-1 0,5-2 1,-2-2-112,-1-3 1,-1 4-1,6-4 1,-1-2-44,0-2 1,0-1-1,0 0 1,0 0-118,0 0 0,-1-1 1,-2-4-1,-1-4-7,1-2 1,-3-2 0,1-1 0,-2 1 82,-3 0 0,2-1 1,0-2-1,-2-3 41,-2-2 1,-2 4-1,-2-4 1,-3 2 2,-1 3 1,-2 2 0,-4 0-1,0 3-92,-1 2 1,1 3 0,0 6 0,0 0-240,0 0 1,0 2-1,0 2 1,1 5-1333,3 2 1599,-2 8 0,3 2 0,-5 5 0</inkml:trace>
  <inkml:trace contextRef="#ctx0" brushRef="#br0" timeOffset="43">12897 16212 7012,'-9'0'-575,"0"0"575,7 0 0,-4 0 0,6 0 0</inkml:trace>
  <inkml:trace contextRef="#ctx0" brushRef="#br0" timeOffset="44">13265 16238 6725,'8'-7'-607,"1"3"607,0 2 0,4-3 0,0-3 0</inkml:trace>
  <inkml:trace contextRef="#ctx0" brushRef="#br0" timeOffset="45">13567 16186 8083,'9'0'-222,"-1"0"0,-3-4 222,3-1 0,-5 1 0,3 4 0</inkml:trace>
  <inkml:trace contextRef="#ctx0" brushRef="#br0" timeOffset="46">13711 15923 7831,'-4'-9'141,"0"1"0,-1 3 0,5-3-124,0-3 1,0 4-1,2 0 116,2 1 0,-1-3 0,6 3-44,1-1 1,2 4-1,1-1-72,0 2 0,0 2 0,0 2 0,-1 2-12,-3 5 0,2 4 0,-2 4 0,3 7 39,1 5 0,0 0 0,0 5 0,0-1-35,0 1 1,-4 5-1,-2 5 1,1-3 17,-1-4 1,-4-1 0,1-5 0,-2-2-1,-2-1 1,-6-4-1,-3-2 1,-4-4-263,-5-4 1,2 4-1,-6-1 1,-1 0 234,-2-3 0,-7 5 0,-1 2 0</inkml:trace>
  <inkml:trace contextRef="#ctx0" brushRef="#br0" timeOffset="47">8576 16843 8295,'0'-13'-71,"-4"4"0,-1 0 147,2-1 0,8 3 0,4-2 0,2 0 12,2 2 0,6 0 1,3 4-1,3-2 50,1 2 0,2-3 0,1 2 0,3 1-71,2 2 0,-5 1 1,3 0-1,-1 0-13,-1 0 0,0 0 1,-7-2-1,-3-1-430,-1-1 0,3 0 1,-6 2-1,-3-1-244,-2-1 1,-4-2-232,2 2 851,-3-4 0,-6-5 0,0 0 0</inkml:trace>
  <inkml:trace contextRef="#ctx0" brushRef="#br0" timeOffset="48">8970 16554 8225,'-13'-6'-215,"0"-3"-72,0-2 0,1 2 0,2 0 702,1-1 0,5 4 0,-4 3-174,3 6 1,-4 1 0,3 8-1,0 4-96,0 3 1,0 3 0,4 4 0,-4 2-160,-2 3 1,5-4-1,-1 5 1,3 1-211,1 2 0,0-3 0,0 0 0,0-2-339,0 1 0,1 0 1,2-6 562,1-3 0,7 2 0,-4-3 0</inkml:trace>
  <inkml:trace contextRef="#ctx0" brushRef="#br0" timeOffset="49">8799 17132 8225,'-13'4'0,"0"1"0,0-2 0,4 2 0,2 1 30,1 2 0,3-6 0,8 4 123,3 0 1,4-4-1,3 2 1,1-4 0,1-4 1,6-4-1,-1-3 1,3 0-364,1 3 0,-1-1 1,-1-3-1,-3 2-1061,3 1 1270,-5 6 0,11-8 0,-2 3 0</inkml:trace>
  <inkml:trace contextRef="#ctx0" brushRef="#br0" timeOffset="50">9285 17092 8330,'-13'0'90,"4"-4"1,2-2 403,1-1 1,2 5-405,4 2 0,0 2 0,0 8 1,0 3-448,0 3 0,1 8 357,4-2 0,2 8 0,6 4 0</inkml:trace>
  <inkml:trace contextRef="#ctx0" brushRef="#br0" timeOffset="51">8576 16528 8328,'-13'0'-257,"-2"0"1,-1 0-1,-1 0-49,1 0 0,-3 0 0,1 0 0,2 1 420,2 3 0,-4-2 0,1 4 0,1-2 138,1 0 1,2 2 0,0-1-44,0 3 1,4 0 0,2 0 0,1 4-116,3 4 0,1 0 0,2 8 0,2 3 7,2 7 1,-1 10 0,6 4-1,1 4-11,2 5 1,-1 3-1,0 4 1,-3-1-26,3-1 1,-1-7-1,0 2 1,-1-6-49,1-7 0,0-2 1,0-13-1,-2-4-27,-2-6 1,4-1-299,-1-5 0,2-3 1,2-11-18,0-4 0,2-2 0,3-6 325,3 0 0,10-6 0,3-2 0</inkml:trace>
  <inkml:trace contextRef="#ctx0" brushRef="#br0" timeOffset="52">9390 14806 8435,'-8'-4'-381,"0"-2"0,1 0 318,0 1 1,4-1-1,-3 3 210,0-2 1,3-3-96,-6 3 0,5-3 1,-3 2 88,1-2 0,0 5 0,3-2 150,-1-1-258,-1 4-57,5-4 1,2 6-1,2 0 33,5 0 1,9-1 0,3-2-1,6-1 15,3 1 0,5 1 0,11 1 0,8-2-19,10-1 0,9-7 1,-32 7-1,1 0 1,2-2-1,0 0-9,0-1 1,2 1 0,5-1 0,0 1 0,2-1 0,1 1 0,1-1 0,2 0-119,2 1 0,2-1 1,2-1-1,2-1 1,4 0-1,1 0 1,-1 1-1,0 0 115,0 1 0,0 0 0,-3 0 0,0 0 0,-5 1 0,-1-1 0,3 1 0,1-1-10,4 0 0,0 1 0,3 1 0,0 1 0,-3 1 0,-1-1 0,-5 0 0,-3 1 16,-3-1 0,-1 0 0,-1 3 0,0-1 0,4 0 0,1-1 0,4 0 0,1 1 6,2 0 1,1 0 0,-1-1-1,-2 0 1,-9 1 0,-1 1-1,-2-1 1,-2 0-2,0 0 0,0 1 0,1-2 0,1 0 1,3 0-1,0 0 0,-1 0 0,0 0-34,-1 0 1,0 0-1,-4 0 1,0 1-1,-3 0 1,0 1-1,-5-2 1,0 0 24,30-4 0,-8 4 1,-14-2-1,1 4 16,4 1 1,-7 0 0,2 0-1,-5 0 65,-4 0 0,0 0 0,-10 0 0,-6 0 84,-5 0-102,-4 0 0,-9 0 164,-6 0 0,-6 0 0,-7 0 0,0 0-328,0 0 0,-1 0 68,1 0 0,2-2-527,2-2 92,3 2 0,7-3 473,4 5 0,2-6 0,6-2 0</inkml:trace>
  <inkml:trace contextRef="#ctx0" brushRef="#br0" timeOffset="53">12162 13874 8265,'-14'0'-159,"1"0"0,0 0 27,0 0 1,0 0-1,0 0 203,0 0 1,5-2 54,4-2 0,4 1 1,4-4-1,7-1-11,5 1 0,5 3 1,9-4-1,2 1-61,1 0 0,2-1 0,6-2 0,0 1-100,-2-1 0,5 3 0,-7 0 0,2-1-74,-1 1 0,-7 4 0,-2-3 0,-4 2-200,-3 0 1,-6-1 56,1 5 0,-10 2 0,-7 2 0,-8 5 91,-8 2 1,-5 3-1,-7 0 1,-2 2 171,-5 2 0,-3 1 0,-2-3 0,1 1 0,0-1 0,-1 3 0,1-1 0,-1-2 0,1-2 0,6 0 0,2-1 0,3 0 161,2 0 0,5-1 0,5-2 197,6-1 1,7-2-227,12 2 0,1-3 0,12-6 0,1 0 59,2 0 1,3 0 0,1-2-1,3-1-118,2-1 0,-4-5 1,4 3-1,0-1-94,-1-3 0,-4 2 0,2 0 0,-3-1-150,-2 2 1,-6-4-1,-2 7 1,-3 0-350,-2-2 1,-5 4 111,1-2 1,-7 2 407,-2 2 0,-12-5 0,-8-3 0</inkml:trace>
  <inkml:trace contextRef="#ctx0" brushRef="#br0" timeOffset="54">12464 13690 8287,'-8'-13'0,"2"-1"-239,1 1 0,3 0 0,-2 0 80,2 0 0,-2 0 756,0 0-467,-1 5 1,5 4 0,0 8 0,0 7-33,0 5 1,-4 4 0,-2 8 0,0 2-62,0 5 1,-4-1 0,3 1 0,-2 2-46,0 1 1,5-3 0,-5-2 0,-1-1-39,-2-3 1,4-2 0,0-4 0,1-2-221,0-3 0,4 0 0,-2-5-76,4 0 1,1-4 0,3-2-1,4-1 342,6-3 0,9-7 0,-1-4 0</inkml:trace>
  <inkml:trace contextRef="#ctx0" brushRef="#br0" timeOffset="55">12792 13742 8287,'-13'13'-15,"1"-4"0,2 0 1,3 3 81,1 4 1,0 0-1,3 6 1,-1 1 43,1 2 0,1 0 1,2-2-1,2-3-95,2-1 1,3 3 0,7-6-1,0-3 17,4-2 0,-4-7 0,5 3 0,0-1-72,3-3 0,-2-3 0,1-4 1,-1-5 46,1-3 0,-5-1 0,1-1 0,-2-2 24,-2-2 0,-1-4 0,-4 3 1,-3-1-3,-4-4 1,-2 4-1,-4-2 1,-3 0-42,-4 2 1,-1-2-1,-2 7 1,-2 5-75,-5 3 1,2 2-1,-2 5 1,-2 2-155,-1 2 1,1 3 0,0 8 0,4 3 238,1 3 0,-4 4 0,2 2 0</inkml:trace>
  <inkml:trace contextRef="#ctx0" brushRef="#br0" timeOffset="56">11479 13480 8476,'-8'-6'-283,"-2"-2"0,4-6 0,0-2 69,1-2 0,0 5 0,5 4 590,0-1 1,2 4-230,2 2 1,2 10 0,3 7-1,-5 7-70,-3 5 0,4-3 0,-1 0 1,-1 1-126,-1 2 1,2 1-1,0 1 1,-1-3-78,-1-2 0,-2 2 0,0-5 1,0 0-323,0 0 0,0 3 0,1-5 447,4-1 0,2 5 0,6-1 0</inkml:trace>
  <inkml:trace contextRef="#ctx0" brushRef="#br0" timeOffset="57">11492 13532 8476,'-18'-4'-99,"1"-1"1,1-5 0,5 1 3,3-2 1,0-2-1,1 1 247,7 3 0,6-3 1,7 5-1,0-2-32,0 1 0,6 0 0,3-2 0,3 1-69,1-1 1,1 0-1,-1 0 1,0 2-260,0 3 0,-1-4 0,-2 4 1,-2 2-311,-2 2 0,3 1 0,-5 0 518,-1 0 0,-1 0 0,-2 0 0</inkml:trace>
  <inkml:trace contextRef="#ctx0" brushRef="#br0" timeOffset="58">11597 13558 7419,'-13'0'20,"5"0"1,8 0-1,9 0 1,3-1 99,1-3 0,4 2 0,1-4 1,-2 2-1,-1-1 0,2 0 0,1 2 0,-2-2-119,-2 2 0,-1 2 0,1 1 0,-1 0-45,0 0 1,0 0-1,-1 1 1,-2 2 5,-1 2 0,-7 5 0,4-1 0,-1 2-59,-1 2 0,0 1 0,-4-1 81,0 0 1,-1 0 0,-3 0 25,-5 0 0,2-4 1,-2-2 97,-1-1 1,2-1-63,0-5 1,5-2 0,-2-2 0,4-5 12,1-3 1,0-1-1,1-1 1,4-2 2,3-2 0,3-4 1,-1 3-1,0 0-66,5 0 0,-2 0 1,4 3-1,-1-1-78,2 1 0,-4 1 1,4 3-1,-3 2-140,-2 1 0,0 6 0,0-1-169,0 3 0,0 1 0,0 0 229,0 0 0,-4 0 0,-1 1 1,-1 2 138,0 1 1,-3 1 0,4-4 14,-2 4 1,4-4 47,-1 3 0,-2-2 0,2-2 172,1 0 0,-3 0-98,2 0 1,-5 0 0,4-2 327,-3-2-76,0 3-215,-5-11 1,-2 10-1,-2-2 14,-5 3 1,-2 1 0,-3 0-54,1 0 0,0 1 1,0 3-1,1 5-39,4 3 0,-4 1 0,3 0 1,-1 0-61,1 0 0,-1 1 0,6-1 0,1 0-32,1 0 1,2 0-1,0 0-25,0 0 1,2-5 0,2-4 16,5-3 1,2-1 0,3 0 0,-1-1-24,0-3 0,0 1 1,0-5-1,0 1-139,0 0 1,1 4 0,-1-1-191,0 2 0,0 2 1,0 0-487,0 0 865,-6 0 0,5 0 0,-5 0 0</inkml:trace>
  <inkml:trace contextRef="#ctx0" brushRef="#br0" timeOffset="59">12464 13414 7844,'-9'-5'0,"0"0"-200,-1-3 1,3 5 0,-2-1 295,-1 3 1,2 1-1,0 1 1,-1 3 34,2 5 0,-1 3 0,5 1 1,-1 0-84,1 0 0,2 0 1,2 1-1,2-1-163,1 0 1,8 0-1,0-1 1,4-4-26,0-3 0,0 1 1,0-2-1,1-1 35,-1-2 0,3-2 1,-1-2-1,-2-3 73,-1-1 1,-4-2 0,-1-6 0,-2-1 54,-2-1 1,-2-2 0,-4 1-1,0-3 214,0-4 1,0-2 0,0 1 0,0 0 23,0 0 0,-4-1 0,-2 2 0,0 4 83,0 3 0,-3 3 0,5 2-131,1 0 0,-3 7 1,2 6-120,1 8 0,1 8 0,1 3 1,-2 1-188,-1 3 1,-1 7 0,5 0-1,0 0-344,0-3 0,2 0 1,1-1-1,1 0-216,-1 0 0,3-1 0,-2-1 653,-1-3 0,4-4 0,1 1 0</inkml:trace>
  <inkml:trace contextRef="#ctx0" brushRef="#br0" timeOffset="60">12542 13506 8476,'-7'-6'109,"-3"3"130,6-6 1,-1 1 0,7-4 0,2 3-81,5 5 0,4-4 0,3 1 0,3-2-131,1 1 0,-2-1 1,4-3-1,0 2-280,-2 1 1,5 5-1,-5-4 1,2 3 251,0 2 0,0-5 0,4 1 0</inkml:trace>
  <inkml:trace contextRef="#ctx0" brushRef="#br0" timeOffset="61">14985 14596 7906,'-13'0'-577,"0"0"712,0 0 104,0 0 0,7 0-124,6 0 1,10 0 0,9-1 0,1-2-77,4-2 1,1-3 0,1 2 0,2 0-64,2 0 1,-2-3 0,1 4 0,-4-1-128,-3 0 1,0-3 0,3 3 0,-2 0-217,-1 1 0,-11-1 0,3 3-60,-3-1 1,-5-2 426,-2 1 0,-6 2 0,-3-5 0,-11-1 0,2-4 0</inkml:trace>
  <inkml:trace contextRef="#ctx0" brushRef="#br0" timeOffset="62">15222 14399 8293,'-8'-6'-543,"4"-2"1,-2-4 1140,2-1-289,-1 5 0,4 6-182,-3 10 1,2 3-1,-2 10 1,1 3-215,-2 1 0,4 1 0,-3 2 0,2 1-151,2 1 1,0 5 0,0-4 0,0-2 237,0-1 0,6 4 0,1 2 0</inkml:trace>
  <inkml:trace contextRef="#ctx0" brushRef="#br0" timeOffset="63">15038 14990 8178,'-18'8'0,"1"-4"-406,1-2 472,7 3 0,10-3 0,13 2 1,6-4 100,5-4 1,1 1 0,2-6-1,1-1-170,2-2 1,-1 1 0,-4 0 0,-1 4-116,-3 1 1,3-3 0,-5 4-1,2-1-473,0 0 1,-6 0 590,2 2 0,2-4 0,1-5 0</inkml:trace>
  <inkml:trace contextRef="#ctx0" brushRef="#br0" timeOffset="64">15813 14386 8332,'-12'-13'-170,"3"0"1,-1 4 0,4 0-96,-1-1 0,4-2 575,-1-1 0,2 4-57,2 1 1,2 5-111,2-2 1,3 5-1,5 5-36,-3 4 0,1 2 1,-6 2-1,1 2-32,0 2 1,-3 0-1,2 4 1,-2 1-85,-2-1 1,1 2-1,2-4 1,2 0-136,-3 0 0,1 3 0,0-5 0,3 1-119,1 1 0,-2-4 0,4 2 1,-1-2 262,0-2 0,9 6 0,-2 1 0</inkml:trace>
  <inkml:trace contextRef="#ctx0" brushRef="#br0" timeOffset="65">16167 14294 7951,'-9'-4'-380,"1"-1"0,3-3 0,-2 2 761,1-2-355,-4 5 1,9 3 0,-4 9 0,4 4-26,1 5 1,0-2 0,0 6 0,0 0-40,0-2 1,4 5 0,0-5 0,1 2-121,1 0 1,-5-4 157,3 4 0,4 0 0,-1 4 0</inkml:trace>
  <inkml:trace contextRef="#ctx0" brushRef="#br0" timeOffset="66">16351 14242 8267,'-1'-14'-40,"-4"1"210,4 0 0,-5 7 0,6 8 0,0 9-334,0 10 1,4 4 0,1 2 0,-2 3 7,-2 0 1,1 1-1,0-5 1,3 0-13,-2 1 0,-2-2 0,-1-2 1,2-3-546,2-1 713,-2-1 0,9 1 0,-4 1 0</inkml:trace>
  <inkml:trace contextRef="#ctx0" brushRef="#br0" timeOffset="67">16706 14215 7951,'-6'-7'152,"4"-5"1,-3 14 0,5 1 0,0 10-188,0 6 1,1-2 0,2 5-1,1 2-323,-1 0 1,3 3-1,0-3 358,1-2 0,2 9 0,4-3 0</inkml:trace>
  <inkml:trace contextRef="#ctx0" brushRef="#br0" timeOffset="68">17008 14333 7804,'0'-13'-498,"6"0"0,1 0 0</inkml:trace>
  <inkml:trace contextRef="#ctx0" brushRef="#br0" timeOffset="69">17178 14268 8156,'-8'0'-820,"-1"0"1,5 0 819,-5 0 0,6-6 0,-3-1 0</inkml:trace>
  <inkml:trace contextRef="#ctx0" brushRef="#br0" timeOffset="70">17612 14202 8145,'0'-13'-582,"-2"0"802,-2 0 1,3 4 84,-4 0 1,4 8 0,1 1-370,0 7 1,0 5 0,0 2 0,0 4-369,0 4 0,0 3 432,0 1 0,-12 6 0,-3 1 0</inkml:trace>
  <inkml:trace contextRef="#ctx0" brushRef="#br0" timeOffset="71">15905 14925 8154,'-14'-12'-218,"1"3"1,2 2 0,0 4-1,3-1 445,-3 1 0,0 3 0,-2 4-329,-1 5 1,6 4 0,-1 5 0,0 3-572,2 4 673,-5 2 0,5 5 0,-6 1 0</inkml:trace>
  <inkml:trace contextRef="#ctx0" brushRef="#br0" timeOffset="72">18032 13913 6937,'0'-9'-573,"0"1"0,-4 3 631,-1-4 1,1 5 12,4-5 0,0 5 1,-1-3 75,-4 1 0,4 0-10,-4 2 1,4 1 31,1-6 0,0 4 208,0-3-277,0 5 0,0-2 1,0 10-1,0 5-30,0 6 1,0 0 0,0 5 0,0-1-27,0 0 1,0 2 0,0 5 0,-2-3-78,-2-2 1,3 2 0,-4-5 0,4 0-127,1 0 1,0 3 0,0-5 0,0-1-283,0-1 1,0-7 440,0 1 0,0 0 0,0 4 0</inkml:trace>
  <inkml:trace contextRef="#ctx0" brushRef="#br0" timeOffset="73">18269 13913 6885,'-9'0'46,"0"0"1,6-1 112,-1-4 0,1 4 128,-2-4-242,4-2 0,-6 6 0,4-5-50,-2 0-68,1 4 98,4-3 0,-1 5 26,-4 0-32,4 0-18,-5 0 0,6 5 0,0 4 0,0 3-18,0 1 1,1 0 0,2 0-1,3-1-14,1-3 1,-2 2-1,4-2 1,-1 3 18,0 1 1,3-1 0,-2-2 0,3-3 2,1-1 0,1 0 0,2-3 0,3 1-7,2-1 1,-4-1 0,5-2-1,0-2 10,-1-2 0,3-2 0,-3-4 0,-1 1 3,-2-1 1,-4-2-1,-1-1 1,-1-2 8,-3-2 1,1 1-1,-5-5 1,-3 1 34,0-1 1,-4 0 0,-2-6 0,-5 2 49,-2 4 0,-7 0 1,-1 5-1,-1 0-65,-4 4 1,0 1 0,-3 6 0,1 2-99,0 2 1,1 1 0,3 1 0,3 4-48,0 3 0,9 4 1,-3 1-1,3 0-115,2 1 0,2 3 1,8 1-1,2-2 234,5-2 0,9-1 0,2 1 0</inkml:trace>
  <inkml:trace contextRef="#ctx0" brushRef="#br0" timeOffset="74">18689 13821 7944,'0'-9'-883,"0"1"597,0 5-168,0-3 454,0 6 0,6-6 0,1-1 0</inkml:trace>
  <inkml:trace contextRef="#ctx0" brushRef="#br0" timeOffset="75">18833 13782 8310,'0'-9'-2095,"0"0"2095,6 6 0,-4-8 0,3 3 0</inkml:trace>
  <inkml:trace contextRef="#ctx0" brushRef="#br0" timeOffset="76">19017 13742 7807,'-7'-13'-966,"1"1"993,0 4-702,5 2 675,-5 6 0,6 0 0,0 0 0</inkml:trace>
  <inkml:trace contextRef="#ctx0" brushRef="#br0" timeOffset="77">19398 13506 8339,'-4'-13'0,"-1"0"-346,2-1 0,0 1 0,1 0 562,-3 0 1,1 4 0,4 0 1,0-1 0,1 4-167,4 2 0,-4 4 0,5 4 1,-2 5-50,1 3 1,-1 2 0,-4 4 0,0 4-272,0 3 0,0 1 0,0 0 1,0 0-410,0 1 678,-6 5 0,-1-4 0,-6 4 0</inkml:trace>
  <inkml:trace contextRef="#ctx0" brushRef="#br0" timeOffset="78">19687 13309 8290,'7'-6'-70,"5"0"0,-3-4 0,2 1-240,3-1 0,-6 3 0,1-1 0,3 1 273,4 0 0,-3 2 0,1-2 0,-3 1 101,-1 3 1,2 2 0,1 1 91,0 0 1,-6 1-96,-2 4 1,-4 2-1,-1 6 1,0 2-32,0 2 1,0-1 0,0 6-1,0 1 14,0 2 0,-4-3 1,-1 0-1,2 1-63,2 2 0,1 2 0,0-3 0,0 0 3,0-2 0,1-1 0,4 4 0,3-1 61,4-2 1,1-6-1,0 1 1,2-2 24,2-2 1,0 0 0,3 0 0,-1 0-10,-3 0 1,3-4 0,-2-2 0,-2 1 10,-5-1 0,0-3-121,-5 5 0,-2-1 0,-9 2 0,-7-2-306,-8 3 0,-5 2 0,-5 4 355,-4 5 0,-8 3 0,-4 1 0</inkml:trace>
  <inkml:trace contextRef="#ctx0" brushRef="#br0" timeOffset="79">14893 14333 7920,'-22'0'-362,"0"0"1,1 0 0,-4 0 0,3 0 524,4 0 1,4 0-1,-1 2 1,1 4-26,0 7 1,-2 7 0,8 11 0,-4 6 27,-1 5 0,1 6 0,3 9 0,5 4-60,3 3 1,1 1 0,0-3-1,1-3-88,3-5 1,4-6 0,6-13-1,5-6-196,8-5 1,5-5-1,7-8 1,2 0-58,3-3 0,1-5 0,6 2 235,2-4 0,2-1 0,11 0 0</inkml:trace>
  <inkml:trace contextRef="#ctx0" brushRef="#br0" timeOffset="80">18111 14412 8124,'-15'8'0,"-1"-4"-122,-1-3 1,-1-1 0,5 0 163,0 0 40,6 0 1,7 0 0,10 0 0,6 0 47,6 0 1,10 0-1,9-1 1,10-5-69,9-7 0,11-2 0,-32 6 0,1-2 0,3 0 0,0 0-46,2-1 0,1-1 0,0 2 0,0-1 0,0-4 0,1 0 0,1 0 0,0 0-45,3-2 1,-1 1 0,-3-1 0,-1-1 0,0 1 0,-1 0 0,-1 1 0,-1 0 35,1 1 0,-2 0 1,-3 2-1,0 2 1,-1 1-1,0 1 1,29-9-51,-12 3 0,-8 3 0,-12 3 0,-6 3-281,-5 1 1,-5 1-215,-6 5 0,-6 2 0,-3 2 538,-2 5 0,4 3 0,1 1 0</inkml:trace>
  <inkml:trace contextRef="#ctx0" brushRef="#br0" timeOffset="81">19569 14373 8175,'-13'0'-768,"4"-2"1,0 0 873,-1-3 1,3-5 207,-2 1 1,6-3 0,-1-1-74,2 0 0,1 6 0,-2 1-10,-2 0 0,1 6-255,4 0 1,1 6 0,2 9-1,2 1 2,-2 1 0,0 7 1,-1-3-1,3 4-12,-2 2 1,-2-1 0,1-1 0,1-2-8,1-1 1,0-2-1,-4 2 1,0-4 13,0-4 1,0-5 11,0 0 1,0-8 11,0-1 0,-1-5 1,-2-9-1,-1 0-3,1-4 1,-3-2 0,1-6 0,1-1 20,-2 1 0,5 4 0,-4 0 0,4 0 65,1 2 0,0-3 0,1 5-40,4 2 0,-2 7 0,5 5 1,3 2 20,0 2 1,3 6 0,0 4 0,2 6-8,2 6 1,1-1 0,-3-1 0,3 1-46,1-1 1,-2-2 0,2 2 0,-1-2 28,-3-7 0,-1 2 1,-2-5 99,0-1 1,-4-3-81,-1-8 1,-5-5 0,2-7 0,-4-3-3,-1-1 1,0 2-1,0-4 1,0-1-47,0-2 1,-1-1 0,-2-2 0,-2-1-141,2-2 1,2-1-1,1 4 1,0 1-936,0 2 1,1 9 1064,4 3 0,2 5 0,6 8 0</inkml:trace>
  <inkml:trace contextRef="#ctx0" brushRef="#br0" timeOffset="82">19976 14452 8268,'-13'0'161,"7"0"1,6-2 21,7-2 0,5 2 0,1-3 0,0-1 20,0-3 0,0 2 0,1-4 0,-1-2-61,0-3 1,0-1 0,-1 4-1,-2-2-126,-1-2 1,-6 2-1,1-3 1,-3 4-172,-1 1 0,0 4 1,-1 2-78,-3 1 0,-8 3 0,-6 7 0,1 6-101,-2 6 0,4 1 0,-2 4 1,2 3-97,2 1 0,6 1 0,1 0 0,2-1 429,-1-3 0,7 3 0,5-5 0</inkml:trace>
  <inkml:trace contextRef="#ctx0" brushRef="#br0" timeOffset="83">20344 14281 8268,'0'-15'-195,"-2"-1"1,-1-1 101,-1 1 1,0 1 934,4 2 0,1 6-828,3 2 1,-1 5-1,6 5 1,0 3 36,-2 4 0,3 1 1,-4 0-102,1 1 1,-2-1 0,2 0-155,-1 0 1,3-4 0,-5-1-281,-1 3 439,4-5 0,1-2 60,5-8 1,-5-4 0,0-6 0,-1-2 66,0-2 0,-2-1 0,3 3 1,3-3 139,0-1 1,1 4 0,-2-1 0,-1 6-152,1 2 0,2 6 0,1-1-287,0 2 0,-4 4 0,0 2 1,-1 5-66,0 3 1,2 5 0,-6 1-1,1-1-1100,1 2 1381,-5-4 0,11 4 0,-5-6 0</inkml:trace>
  <inkml:trace contextRef="#ctx0" brushRef="#br0" timeOffset="84">20777 14150 8268,'0'-14'0,"0"1"-178,0 0 0,0-4 0,0-1 213,0 2 0,6 1 1,4 4-35,6 2 1,-1-1 0,4 5-1,-2 1-308,1-2 1,4 5 306,-5-4 0,12-2 0,-1 0 0</inkml:trace>
  <inkml:trace contextRef="#ctx0" brushRef="#br0" timeOffset="85">21119 13913 8268,'-6'-19'-412,"3"4"1,-5-3 532,3-1 0,0 4 0,7-3 0,2 4 115,5 1 1,4 0 0,3 1 0,3 2-51,1 1 1,1 0 0,2-4-1,-2 0-56,-2 0 0,2 5 0,-3 3 0,-2 0-298,-1 1 1,-2-1 20,0 5 1,-6 6-1,-2 3 1,-5 3 57,-5 1 0,-1 4 0,-5 2 0,-1 2 59,-3 2 1,-1 6 0,2 2 0,-2-2 36,-2-1 1,1-2 0,4 0 0,-1 1-38,1-1 1,0-4-1,2-2 1,0-1 20,3-3 0,5-1-1,-2-2 0,5-6 1,5-2 1,3-8 0,8-3-1,2-1-14,-2-3 1,0-1-1,0 1 1,2 1-10,-2-1 0,-2 0 1,-1 0-1,1 1-20,-1-1 1,0 2-1,0 1-13,0 1 27,0-4-142,0 3 97,-5-1 0,-1 3 57,-3 5 0,-1-6 18,6-3 1,-6 2 0,3-1-1,-2 1 6,0 0 1,1 2-1,-4-2 1,2 0 55,2 0 0,-1-2 0,-3-3 183,4 3 0,-4-2 165,4 2-346,-4 3 0,-1-1-17,0 2-88,0 4 1,2-5-122,2 6 93,-3 0 1,10-6 60,-7-2 1,2 0-1,-3-1 70,1-1 1,1 3 64,-5-2 1,0 5 60,0-5 1,-6 6-27,-3-1 0,-3 8 1,1 5-1,0 3-130,3 1 0,3 1 0,-2 2 0,1 2 1,3-2 0,2 3 0,1-2 0,0-1-44,0-1 0,1-3 0,2-2 0,3-1-82,1 1 0,2-4 1,4-2-1,0-2 45,0-2 0,5 0 1,-1 0-1,-1-2 29,-1-2 1,-2-4 0,0-5-1,-1 0 23,-3 0 0,1-2 0,-4-1 0,0-3 30,-1-1 0,0 0 0,-5-4 0,0 2 17,0-1 1,0-2 0,0-1 0,-2 0 63,-2-1 0,3 5 1,-5 2-1,1 1 9,1 3 0,-2-3 1,3 1-21,-1 2 0,-6 8-68,1 3 1,2 4 0,-2 2-26,-1 4 1,2-2 0,1 5 0,1 3-59,3 0 0,-3 2 1,2 0-41,1 1 1,2-6-1,1 1 18,0 1 1,5-2-1,4-1 1,3-1-37,1-3 1,0-2 0,0-1 0,0 2 74,1 2 0,3-3 0,1 4 1,-2-4 46,-2-1 1,-2 6-1,-2 1 1,-3 2-18,-1 0 0,-1 1 0,-5 6 0,0 2 179,0-2 0,0 3 1,-2 0-1,-2 0-105,-5 0 0,2 1 1,-1-5-1,3-4-118,2 1 1,0 0-139,-2 1 0,5-6 0,0-4 46,8-6 1,8-4 0,3-8-1,0-1-5,0-1 0,4-5 1,-3 4-1,2 1 109,0-2 1,-1 4-1,1-1 1,-3 5 110,-1 2 0,-3 1 1,3 0-1,-4 3 19,-1 4 1,0 1-1,1 0 1,-1 0-35,0 0 0,-4 0 0,-1 0 1,3 0-4,0 0 0,-2 4 9,0 1 0,-2-2 1,2-8 98,-5-4 1,-2-2-1,-4-2-51,-2-1 0,-3 3 0,-7 1 0,1 2-46,0 2 1,-4 2-1,-2 4 1,0 0-108,0 0 1,1 0 0,5 0 0,0 1-263,0 4 0,4 2 1,2 6-1,1 0 305,3 1 0,2 5 0,1 1 0</inkml:trace>
  <inkml:trace contextRef="#ctx0" brushRef="#br0" timeOffset="86">22445 13663 7719,'0'-13'0,"0"0"247,0 0 0,0 4 0,0 1 199,0-3-446,0 5 0,-6 6 0,-1 8 0</inkml:trace>
  <inkml:trace contextRef="#ctx0" brushRef="#br0" timeOffset="87">18584 15437 8269,'-13'0'-56,"4"0"0,0 0-479,-1 0 615,4 0 0,0 2 1,6 2-1,0 5 10,0 2 0,0 8 0,0 3 1,2 3-21,2 1 1,-2 1 0,3-1 0,0 0-58,-1 0 1,2 1 0,-3-1 0,1-1-101,-1-3 0,-1-8 3,-2-5 0,0-9 1,0-3 110,0-9 0,0-9 0,0-1 0,-2-5-5,-2-3 0,2-2 1,-4-5-1,2 2 78,0-1 0,-1 2 0,5 0 0,0 4 25,0 5 1,0 5-1,0 6 1,0 1 30,0 0 0,2 6 0,2 5 0,5 8-36,3 7 0,5 9 1,1 0-1,-1 3 8,2 1 1,-3 5 0,6 0 0,0-2-23,-2-2 1,4 0-1,-5-2 1,1-4-103,3-3 1,-4-5 0,0-4 0,-1-5 2,-1-2 0,-3-4 0,-6-4 1,1-7-14,-2-7 0,-1-5 0,-6-1 0,0-1-17,0 1 1,0-4 0,-1-3 0,-2 1-69,-2 0 0,-5 0 0,3 3 1,-2-2-412,0 2 0,7 7 0,-4 6-163,0 6 0,4 5 1,-2 11-13,3 7 1,1 2 676,0 7 0,0 6 0,0 5 0</inkml:trace>
  <inkml:trace contextRef="#ctx0" brushRef="#br0" timeOffset="88">19122 15450 7527,'0'-13'-102,"0"0"700,0 0 1,-1 5-447,-4 4 0,2 3 0,-5 2 1,-1 3-41,2 5 1,-5 7 0,3 3 0,-1 2-97,1 2 0,-1 0 0,4 1 1,0-4-118,1-1 0,0-1 0,5-5 59,0 0 0,2-6 0,2-2 42,5-4 1,2-11-1,4-3 1,1-2-16,2 1 0,3 0 0,-3 3 0,-2 1-246,-1 1 1,-2 6 0,0-2-14,0 4 1,-1 2-1,-2 2 1,-3 3-139,-1 2 1,4 0-1,-2 5 412,-1 1 0,0-7 0,-2-3 0,3-2 0,4 4 0,1 1 0</inkml:trace>
  <inkml:trace contextRef="#ctx0" brushRef="#br0" timeOffset="89">19411 15306 8269,'0'-18'-219,"0"-1"0,2 0 320,2 0 1,-3 2 251,4 4 0,-4 7-184,-1 6 0,0 7 1,0 11-1,0 3-68,0 4 1,0 2 0,0-1-1,0 0-135,0 0 1,0 5 0,0 0-1,0-2-77,0-1 1,0-2-1,0-1 1,0-3-75,0-5 1,0 2 0,0-1-34,0-2 1,-1-8 209,-4-3 1,3-11 0,-6-7 0,1-9 39,0-7 1,-1 0 0,-2-6-1,1-2 11,-1-1 1,3 3 0,0 0 0,1 0 81,3 1 0,-3 4 1,2 6-1,1 4 149,1 1 1,4 3-251,2 7 1,3 6 0,7 11-1,0 5 16,4 1 1,-2 7 0,6-1 0,1 2-31,2 0 0,-3-2 0,-1 4 1,3-4-28,1-1 1,1-1 0,0-5 0,-1-2-63,-3-2 1,-2-3 0,-4-6 118,2 0 1,-2-1 0,-7-5 0,-5-6 100,-2-4 0,-4-6 0,-2 3 0,-5-1 61,-3-4 0,-1 0 1,0-1-1,0 0-126,0-1 1,0 7 0,-1-8 0,1 3-349,0-1 0,0 4 0,1 4-1465,4 2 1737,-4 8 0,10 7 0,-3 7 0</inkml:trace>
  <inkml:trace contextRef="#ctx0" brushRef="#br0" timeOffset="90">18636 16186 8092,'13'0'-2,"6"-6"1,3-3 0,6-2 106,7-2 1,3-1-1,13 0 1,6-2-58,6-2 1,2-4-1,-26 13 1,1-1-1,3 0 1,2-2-27,4-1 1,0-1 0,-5 3 0,1 0-1,0-2 1,0 0 0,-6 1 0,-1 0-82,28-8 1,-8 1 0,-12 7 0,-10 2-369,-8 1 1,-15 6 426,0-1 0,-9 2 0,2 2 0</inkml:trace>
  <inkml:trace contextRef="#ctx0" brushRef="#br0" timeOffset="91">19871 15174 8270,'0'-13'203,"0"0"0,1 6 1,2 4-8,2 6 0,5 10 0,-1 10 0,1 8-83,-1 8 1,2 7 0,-2 6 0,1 2-233,-1 3 0,-3 4 1,-6 7-1,0-1-305,0-3 0,-8-3 0,-3-1 0,-8-6-646,-6-4 1070,2-8 0,-21 3 0,3-5 0</inkml:trace>
  <inkml:trace contextRef="#ctx0" brushRef="#br0" timeOffset="92">17914 15398 8329,'-26'14'0,"-1"2"-30,1 2 1,4 12-1,2 7 1,2 14 145,7 13 1,3 9 0,8-32 0,0 0 0,1 2 0,0 0-19,0 3 0,2-1 0,1-4 1,2-1-1,3 2 0,3 0 1,1-5-1,2-1-211,17 31 0,-13-34 0,3-1 0,0 0 0,2-1 0,24 25 113,1-13 0,5-2 0,5-7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19634 8080 8025,'-13'0'-493,"0"0"0,4 0 0,1 0 478,-3 0 0,4 0 1,0 1 75,1 4 0,2-2 0,5 4 44,3-1 1,5 0 0,9-4-1,4 3 18,2-2 0,9-2 0,3-1 0,8 0-60,8 0 0,13 0 1,-27 0-1,2 0 1,5 0-1,1 0-36,6 0 0,1 0 0,4 0 0,1 0 0,3 0 1,1 0-1,0 0 0,1 0-129,0 0 1,0 0 0,1 0 0,0-1 0,-2 0 0,0-1 0,0 0 0,0-1 129,0 2 0,0 0 0,-1 0 0,-2 0 0,-3 1 0,-1 0 0,-4 0 0,0-1 68,-3-2 1,-1 1 0,-5 2 0,-1-1 0,29-4 0,-1 4-81,1 1 1,-33 0 0,2 0-1,-1 0 1,1 0 0,29 0-354,-8 0 1,-13 0-1,-6 0-462,-5 0 799,-12 0 0,-5 0 0,-13 0 0</inkml:trace>
  <inkml:trace contextRef="#ctx0" brushRef="#br0" timeOffset="1">21289 4493 17424,'-9'-9'-1346,"2"1"0,1-3 134,3 0 0,-2-2-56,0-1 884,1 7 0,5 1 406,4 6 0,-4 8 0,4 3 0,-4 7 153,-1 2 1,0 8 0,0 9 0,0 5 39,0 6 1,0 12-1,0 8 1,0-27-1,0 0-216,0 5 1,0 2 0,-2 2 0,0 2 0,-1 8 0,1 1 0,0 1 0,0 2-85,-1 1 1,0 1 0,2 4 0,-1 0 0,-1-1 0,-1 1 0,0-1 0,0-1 116,1-2 0,-1-1 0,3-5 0,-1-1 0,0-7 0,0-1 0,1-3 0,0-1-61,1-1 1,0-3-1,0 21 1,2-7 0,1-13-148,1-9 0,2-3 1,-3-7-1,1-3-219,-1-5 1,-1-6-1,-1-4-305,4-1 0,-3-2 698,7-4 1,0-6-1,4-1 1</inkml:trace>
  <inkml:trace contextRef="#ctx0" brushRef="#br0" timeOffset="2">21302 4349 8443,'0'-13'-348,"0"-1"0,0 1 220,0 0 0,0 4 1,2 1 300,2-3 0,-1 4-96,6-2 0,-5 6 441,5-1-394,-6 3 0,3 6 1,-8 3-1,-2 2 10,-5 3 1,-2-1 0,-3 8-1,1 1-46,0-1 0,-4 2 0,-1 4 0,1-1-55,-2-3 0,4 3 1,-2-5-1,2 1-85,2-4 0,1-2 0,2-4 1,3 0-33,1-3 83,1-5 1,7-3 0,2-8-1,5-4-18,3-1 0,1-5 0,0-1 0,0 0-45,0 0 0,0 0 1,-1 3-1,-2-3 90,-1-1 1,0 4 0,4-2 0,0 4 92,0 1 1,2-1 0,1 1 0,1 2 18,-1 2 0,-1-1 0,-2 5 0,2 4-1,2 4 0,2 4 0,4 8 1,-2 2-263,-2 5 0,4 3 1,-1 1-1,3 2-799,1 2 0,-1 0 924,-3 5 0,9 0 0,-4 4 0</inkml:trace>
  <inkml:trace contextRef="#ctx0" brushRef="#br0" timeOffset="3">20633 1721 16644,'-14'-13'-1298,"1"0"0,2 0 256,2 0 0,-3-1 1190,3 1 0,2 2-50,-2 2 1,6 4 0,-1 10 0,3 4 9,1 2 1,0 7 0,0 1 0,0 1-13,0 4 1,0 5-1,1 1 1,2 1-44,1 1 0,2-3 1,-3 6-1,3 0-278,1-1 0,-2-2 1,2-6-1,0-1 155,1-3 1,-4 1-1,3-5 1,1-2 95,-1-1 1,-3-8-1,5-3 75,1-2 1,2-4-1,0-2 1,-2-5-98,-2-3 0,0-1 0,2 0 0,-1 0-291,1 0 1,-3 0 0,2-2 0,0-1-397,-2-1 1,5-1-1,-3 5 757,2 0 0,2 0 1,0 0-1</inkml:trace>
  <inkml:trace contextRef="#ctx0" brushRef="#br0" timeOffset="4">20922 1931 16817,'-6'8'-1511,"-3"-4"1639,-3-3 0,6-1 0,6 0 0,8-1 29,3-3 1,7 1 0,1-5-1,1 1-89,4 0 1,-1-2 0,0-4 0,-2 1-80,-2 3 1,3-2 0,-5 2-65,-1-3 0,-3-1-12,-4 0 0,-5 1 1,-8 4 72,-5 3 0,-4 4 0,-3 1 0,-3 0 220,-1 0 0,2 1 0,-2 4 0,-1 3-37,1 4 1,4 3 0,-2 1-1,4 1-97,1-1 0,1 3 0,3 0 1,5 0-215,2 0 0,2 3 0,2-4 1,4-2 15,7-2 1,1-5 0,8-2 0,2-1 100,0-3 0,3-1 0,-1-2 0,-1 0-42,-3 0 0,-2 0 0,-4 0-367,2 0 1,-1-5 0,-4-1-692,0-1 1,-4 3-358,0-5 1484,-6 0 1,9-4 0,-5 0 0</inkml:trace>
  <inkml:trace contextRef="#ctx0" brushRef="#br0" timeOffset="5">21407 1813 15360,'0'-9'-1421,"0"1"1,0-3 1273,0 0 1,0 2-1,0 0 421,0-1 1,0 3-78,0-2 1,-1 6 0,-3 0 165,-5 6 1,2 4 0,-2 8-1,0 1-262,2 1 0,-3 7 1,5-4-1,2 2-197,2 0 0,-4-6 1,1 2-1,1-4-456,2-1 0,2-1 417,3-3 0,4-3 1,5-6-1,0-2 36,0-2 1,-1-4 0,-2-5 0,-1 0 154,1 0 0,0 0 1,0 1 334,-1 3 1,-4 2-239,3 3 0,-3 2 195,3-2 0,1 7-358,4 1 1,-4 5-167,0-5 1,-5 1 0,5-7 204,1-2 1,-4 1 0,-2-6 0,-1-2-147,2-6 0,-4 3 0,5-5 0,-2 1 114,1 1 1,1-2 0,-2 3 0,3-2 258,1 2 0,3 2 0,-3 1 1,0 1 97,1 3 0,0-1 0,4 5-214,0 3 1,-1 6 0,-2 5 0,-3 4-132,-1 4 1,-1-1 0,-5 6 0,0 2-162,0 0 1,0-2-1,0-1 1,-2-2-155,-2-3 0,1 3 1,-6-2 322,-1-1 1,-2-2 0,0-4 0,2-3-240,1-1-31,1-2 0,-4-5 0,3-4-429,5-3 1,8-4-1,5-1 1,3-2-1049,1-2 1842,0-4 0,0-11 1,0-1-1</inkml:trace>
  <inkml:trace contextRef="#ctx0" brushRef="#br0" timeOffset="6">21815 1445 15360,'0'-22'-1346,"0"0"1,0 0 1200,0 2 0,0-3 0,0 5 1,0 2 1157,0 2-649,0 0 1,0 9 0,0 6 0,0 11-142,0 8 0,0 6 0,0 4 0,0 2-76,0 1 1,0 1 0,0 2 0,0-1-217,0 2 0,0-4 0,0 1 1,0-2-782,0-3 1,0-1 0,0-2-1,0-1-266,0-3 1,0-3 0,0-6-705,0 0 1812,0-5 0,5-3 1,3-5-1</inkml:trace>
  <inkml:trace contextRef="#ctx0" brushRef="#br0" timeOffset="7">21788 1708 16433,'6'-13'114,"1"4"0,8 0 283,3-1 1,-4 3 0,5-1 0,-1 1-193,-1 0 0,2 0 0,-3-2 0,2 3-851,-2 0 1,-2 5 698,-1-4 1,6-2-1,2 0 1</inkml:trace>
  <inkml:trace contextRef="#ctx0" brushRef="#br0" timeOffset="8">22695 1327 8582,'-19'-6'-39,"4"5"1,-3-4 0,2 4 117,-1 1 1,2 0-1,-4 1 1,2 4-10,-1 3 1,1 4 0,5 1 0,3 2 13,5 2 0,-2-2 0,2 2 0,2-1-99,5 2 1,5-2-1,5 5 1,0-3-78,0-1 1,0-3 0,0-1 0,-1 0 128,-3 1 0,1-1 0,-6 0 0,-1 0 126,-1 0 1,-2-4 0,-2 0-1,-2 1 82,-5 2 0,-7-4 1,-2 0-1,1-1-87,-2 0 0,4-4 0,-2 3 1,2-2-808,2 1 110,0-1 1,6-5 0,4-4 0,7-4-642,9-2 0,2-2 1180,7 0 0,5-6 0,7-2 0</inkml:trace>
  <inkml:trace contextRef="#ctx0" brushRef="#br0" timeOffset="9">22773 1445 7873,'0'-13'148,"0"0"0,0 4 448,0 0 1,0 8 0,0 1-281,0 7 0,0 6 0,0 5 0,0 2-237,0 1 0,0 2 1,0-4-1,0 0-256,0 0 0,0 3 1,0-5-1,0 0-399,0-3 1,0-1 0,0 0-680,0 1 1255,0-1 0,0 0 0,0 0 0</inkml:trace>
  <inkml:trace contextRef="#ctx0" brushRef="#br0" timeOffset="10">22865 1261 8582,'-20'-13'-375,"2"0"1,-1 0-1,2 1 635,1 3 0,6 4-393,1 5 0,7 1 1,2 3-1,8 5-1034,3 3 1167,2 1 0,6 6 0,2 1 0</inkml:trace>
  <inkml:trace contextRef="#ctx0" brushRef="#br0" timeOffset="11">23049 1314 8582,'-17'4'0,"-1"2"-61,2 1 0,1-2 0,2 3 0,0 3 198,0 0 0,0 2 0,0 2 0,0 1-47,0 2 1,-4 5 0,3-1 0,4 1-236,2-1 1,4 2 0,4-7-24,0-1 1,7-7 0,5-5 0,5-2 19,4-2 1,-4-6 0,5-3 0,0-3 138,-1-1 1,-2-4 0,-6-1 0,0 2 203,0 2 0,-1 0 1,-2 3-1,-3 1 1168,-1 1-778,4 0 0,-4 3-365,3 6 0,-3 10 0,-6 9 1,0 2-199,0 2 1,4 8-1,0 4 1,-1 3-97,-1 1 1,2 2 0,1 3 0,-3 4-158,0 3 1,-2 3 0,0 2 0,-2 1-100,-2-2 0,1-4 1,-4-7-1,0-9 286,-1-6 1,0-8 0,-7-5 0,-1-6 98,-2-6 1,-1-4 0,2-4 0,-4-5 54,1-3 0,-5-5 1,5-2-1,-2-1-68,0-4 1,10-1 0,1-2 0,3-3-80,5 0 1,2-2-1,4 2 1,6-2-66,8-1 0,7-2 0,2-3 0,2 1-158,2 2 1,-1 5 0,6-7 0,2-1-90,1 0 1,-3 0-1,-2 9 1,-2 0 348,-6 4 0,7-7 0,-4 4 0</inkml:trace>
  <inkml:trace contextRef="#ctx0" brushRef="#br0" timeOffset="12">23338 1379 8295,'-7'-8'-344,"2"-1"0,0 0 531,0-4 0,1 4-3,4 1 0,0 3-15,0-4 0,1 6 40,4-1 1,-2 3 2,5 1 1,-3 1-184,3 3 0,-5 4 0,2 5 0,-2 0-3,1 0 0,-3 0 0,4 0 0,-4 1-17,-1-1 1,5 0 0,-1 0-76,-1 0 1,-2 0 0,-1 0-13,0 1 1,0-1-213,0 0 182,0-6 1,-4-2 60,0-10 1,-1 2 0,5-6 0,0-1-4,0-1 1,0-7 0,0-1 0,0 0 40,0 0 1,2-3 0,1 3-1,3 0 49,1 0 1,2 2 0,2 4 0,-1 0 118,-1-1 0,0 3 0,4 0 1,0 4 43,0 1 1,1 2-201,-1 4 1,-2 6 0,-2 4 0,-3 5-247,0 2 1,-5 5 0,4-3 0,-4 0-850,-1 0 1092,-6 4 0,5-2 0,-5 5 0</inkml:trace>
  <inkml:trace contextRef="#ctx0" brushRef="#br0" timeOffset="13">23785 1353 8213,'-14'-4'-1042,"1"-1"1042,0-5 0,0 9 0,0-5 0</inkml:trace>
  <inkml:trace contextRef="#ctx0" brushRef="#br0" timeOffset="14">23863 841 7026,'-8'0'125,"-1"0"0,5 0 1,-5 0 1,4 0-1,-2-2 215,1-2 8,-4 3-121,3-5-83,-6 6 1,-1 0-36,1 0 0,5 1-65,-1 4 1,4-4 0,-2 5 66,1 0-226,2-5 36,-2 11 0,5-9-84,-4 5 1,4-3-158,1 4 80,0-6 97,0 2 0,0-3-628,0 2 770,0-2 0,0 4 0,0-6 0</inkml:trace>
  <inkml:trace contextRef="#ctx0" brushRef="#br0" timeOffset="15">24192 920 8436,'-9'0'0,"0"-2"102,-1-2 1,3 2 10,-2-2 1,6 8 0,-1 5 0,2 4-126,2 5 1,0-2 0,0 4 0,0 1 20,0-1 1,0 1 0,0 2-1,0-1-107,0 1 1,0-4 0,0-1 0,0-4-277,0-1 0,2-1 312,2-3 0,3-3 1,6-6 105,1 0 0,-1-5 0,0 1 13,0 1 0,0 2 1,0 1-1,-1 1 45,-3 3 0,1-1 1,-6 6-1,-1 1 8,-1 2 0,-2 1 0,0 0 5,0 0 0,-6 1 1,-3-3-1,-3-1-5,-1-1 0,0-6 0,0 1 0,0-2 15,0-2 1,0 0 0,-1-2-103,1-2 1,6 1 0,1-7 0,2-3-244,-1-3 1,3-2 0,4 5 0,4-1-144,2-4 0,5-1 0,4-3 0,1 3 85,1 0 0,0 3 0,4-4 0,-1 1 161,1 3 1,2-3-1,1 3 1,1 2 303,-1 4 1,-1 7-1,-3-1 1,-5 2 215,-2 2 0,-8 2 0,-1 2 0,-2 5-114,1 3 0,-1 2 0,-6 2 0,0 2-223,-3-2 1,-1 3-1,2-2-172,-5 0 1,3-3 0,1-1 0,0 0-930,1 1 0,-2-1 1035,2 0 0,-4 0 0,-5 0 0</inkml:trace>
  <inkml:trace contextRef="#ctx0" brushRef="#br0" timeOffset="16">24481 893 8436,'-13'-13'-692,"4"0"-1006,0 0 1698,0 0 0,8 6 0,2 1 0</inkml:trace>
  <inkml:trace contextRef="#ctx0" brushRef="#br0" timeOffset="17">24665 709 8436,'-9'-8'289,"0"-1"1,6 7-20,-1 2 0,2 6 1,2 9-1,0 2-90,0 5 0,2 3 1,1 1-1,1 2-158,-1 3 0,3-2 0,-2 5 0,1-1-404,0 1 1,-3-1-1,2 4 1,-2-2-1913,-2 1 2294,-6-4 0,-1 1 0,-7-7 0</inkml:trace>
  <inkml:trace contextRef="#ctx0" brushRef="#br0" timeOffset="18">24665 1117 8436,'13'-2'-29,"0"-2"0,0-2 0,0-4 0,0 1 100,0-1 1,2 4 0,1 2-1,1 2 154,0 2 1,2 0 0,-2-1 0,-1-2-249,-1-2 0,-2 1 0,0 4-1424,0 0 1447,-6 6 0,5 1 0,-5 6 0</inkml:trace>
  <inkml:trace contextRef="#ctx0" brushRef="#br0" timeOffset="19">20659 2693 8521,'-13'-13'-261,"0"0"1,4 1 0,2 2 804,1 1 0,0 6-417,1-1 1,4 4 0,-3 4-23,2 5 1,2 3 0,0 1 0,2 2-113,2 2 0,-3-1 1,5 5-1,-1-1 21,-1 0 1,2-3 0,-3 0 0,1-2-96,-1-2 1,3 0 0,-2 0 32,-1 0 1,0 0-42,2 0 1,-4-4-30,3 0-21,-2-6 85,-2 3 1,1-6-1,4-2-54,3-2 1,0 1 0,0-6 0,3-1-9,0-2 0,4-2 0,1-2 0,2-3 62,-2-2 0,4-1 0,0-4 0,2 0 74,0 0 0,-1-4 0,1 3 0,-5 2 126,-2 0 0,-2 2 1,-2 1 81,-2 4 1,-4 9-75,-10 5 1,-2 4 0,-6 4-28,0 5 1,5 3-1,4 1 1,3 0 59,1 0 1,0 5-1,0-1 1,1-1 23,3-1 0,4-2 1,5-1-1,0-2-16,0-1 0,-4 0 1,0 4-6,1 0 1,-4-4-333,-2-1 1,-13 0 0,-7 2 0,-6-1-164,-5 1 1,-8 2 0,0 1 0,-2-2-239,2-2 1,3-2-1,6-4 1,-1 2-1101,1-2 1643,6-2 0,-5-7 0,4-1 0</inkml:trace>
  <inkml:trace contextRef="#ctx0" brushRef="#br0" timeOffset="20">20619 2496 8635,'-11'-17'0,"1"-1"308,1 2 1,2-3-1,-2 2-259,4 1 0,2 7-250,-1 4 0,3 5 0,-4 5 0,4 4-449,1 2 650,6 2 0,7 6 0,7 2 0</inkml:trace>
  <inkml:trace contextRef="#ctx0" brushRef="#br0" timeOffset="21">21434 2483 8401,'-2'-13'0,"-1"-2"-64,-1-2 1,0 2-1,4-2 1,0 2-420,0 2 1,0 0 0,0 0 935,0 0 1,0 4 0,0 0 745,0-1-940,0 4 1,0 2 0,0 8-119,0 5 1,0 2 0,0 4 0,0 3-25,0 3 1,0 4 0,0 2 0,0-1-128,0 0 1,0 0 0,0 1 0,0-1-302,0 0 0,0-1 0,0-3 0,0-3-254,0 0 0,0-5 0,0 4 17,0-3 0,5-4 0,4-2 548,3-5 0,7-8 0,1-3 0</inkml:trace>
  <inkml:trace contextRef="#ctx0" brushRef="#br0" timeOffset="22">21604 2522 8401,'0'8'-454,"0"3"570,0-2 1,2 3-74,2 1 0,4-1 0,5-4-21,0-3 0,0-4 1,0-1-50,0 0 1,0 0-1,-1-1 29,-3-4 1,1 3 0,-6-7-1,-1-1 17,-1-2 0,-2 3 0,-2 0 1,-1-1 62,-1-2 1,-6 5 0,1 1 6,-3 1 1,-1 3 0,0-2 0,0 2-27,0 2 1,1 6-1,2 3-26,1 2 0,2 3 0,-2-1-123,5 0 1,4-4 0,4-2 0,5-1-72,3-3 0,2-2 0,2-1 1,3 0 27,2 0 1,-1-6 0,3-2 0,-1-4 127,2-1 1,-5 0 0,-2-1-1,-2 0 107,-2-4 0,-6 4 0,-2-4 1,-4 4 43,-1 1 1,-7 1-1,-5 2 1,-4 2 173,0 2 0,1 1 0,2 2-117,0-2 1,4 1 0,2 5-155,1 4 0,3 2 0,9 5 0,6-2-23,4-1 1,3 1-1,-2 6 1,4 2-75,-1-2 0,3-2 0,-5-1 0,-2 0 80,-1 1 1,-7-1 0,0 0 0,-2 1 57,-4 4 0,-2-8 0,-4 3 0,-6-2-44,-6-4 1,1 3 0,-2-6 0,2-1-72,2-1 0,4-2-127,0 0 1,7-2 0,-1-1 0,7-4-221,9-4 1,6 0-1,7-8 1,1 2 97,-1-1 0,0-5 0,0 1 1,1-3 144,-1-1 0,-6 0 1,-2-1-1,-5 1 71,-4 0 1,1-3 0,-6 1 0,-1 3 208,-1 0 0,-7 5 0,0-1 0,-3 2 299,-2 3 1,0 6 0,0 3 37,1 1 0,2 3 0,-2 9-252,4 7 0,4 5 0,1 5 0,0-1-122,0 1 1,0 2 0,0 3 0,1-1-313,4 0 0,-2 6 0,4-8 0,-1 0-285,-3-2 0,3-1 1,-1 3-1,1-2-718,0-1 1,3-6-225,-5 2 1421,1-9 0,-5-9 0,0-9 0,0-3 87,0-1 0,0 0 0,0 0 1,0 0 544,0-1 1,0 1-132,0 0 0,0 0 1,1 1-1,2 2-196,1 1 0,7 5 0,-3-5 1,4 1-162,1 0 1,0-2 0,0 4 0,1 0-435,-1 0 0,0 1-1746,0 0 2036,0 4 0,0 1 0,0 7 0</inkml:trace>
  <inkml:trace contextRef="#ctx0" brushRef="#br0" timeOffset="23">22655 2378 8401,'0'-9'-820,"0"0"1,0 1 1056,0-5 1,0 4 226,0 0 128,0 6 32,0-9-351,0 11 0,0-3-152,0 8 0,2 3 0,0 6 0,3 1-56,-2-1 1,-2 0 0,-1 1-1,0 2-89,0 2 0,5 0 0,-1-5 1,-1 0-68,-2 0 1,4-4-1,-1-1-84,-1 3 0,0-4 0,1 0-109,5-1 1,-2-2 0,2-5 145,1-3 1,1 1 0,-1-6 0,-1-1 90,1-2 1,-3-1 0,0 0-1,1 0 58,-1 0 1,-3-1-1,4 1 1,-1 0 117,0 0 0,-2 1 1,3 2-1,1 1 101,-2-1 0,1 4 0,-4 2 51,5 2 0,-2 2-178,2 0 1,-6 2 0,1 2 0,-2 5-82,-2 3 0,0 1 1,0 0-1,0 0-89,0 0 0,0 0 0,0 1-222,0-1 1,0-5 112,0 1 1,1-6 70,3 1 1,-1-2-1,5-4 1,-1-2 69,0-5 0,-2-4 0,3-3 0,3-1 197,0 1 0,2 2 1,1 4-1,-3 1 131,-2-1 1,3 4 0,-4 2-81,4 3 0,1 2 0,-1 3-294,-3 5 1,-3 3 0,-5 1 0,2 0-321,1 0 1,1 0 0,-5 1 0,0-1-1404,0 0 1804,0-6 0,-6 11 0,-1-4 0</inkml:trace>
  <inkml:trace contextRef="#ctx0" brushRef="#br0" timeOffset="24">22747 2089 8439,'-25'-2'0,"2"0"85,1-3 1,10-4 231,-1 5-317,9 0 0,-2 4 0</inkml:trace>
  <inkml:trace contextRef="#ctx0" brushRef="#br0" timeOffset="25">23614 2076 8343,'-15'-2'0,"-1"-1"-146,-1-1 1,-5 0 0,4 4-1,2 0 555,2 0 1,1 5 0,1 4 0,2 3-406,1 1 1,6 0 0,0 2 0,6 1 10,6 1 1,4 1 0,4-5 0,5 0 32,3 0 0,6 0 1,-1 1-1,-2-1-62,-5 0 0,-1 0 0,-7-1 0,-5-2 54,-3-1 1,-4-1-1,-9 6 1,-7-1 98,-7 0 0,-6 0 0,-5 0 1,-3-1-6,1-3 1,1 1 0,7-6-1,3-1-89,5-1 1,8-4 0,6-2-170,6-5 1,10-3-1,10-2 1,6-4-161,7-4 0,1-3 0,3-1 1,-1-2-7,1-2 0,-1 1 0,-1-6 0,-3-2 207,-4-1 1,-5 3 0,-6 1 0,-5 2 89,-5 3 0,-7 3 0,0 3 0,-6 2 168,-6 2 1,-2 6-1,-2 4 1,-1 0 85,1 2 0,0 0 1,0 4-1,0-1 105,0 1 0,4 1-272,0 2 0,2 2 0,-2 2-7,5 5 1,2 2-1,2 3 1,0-1-32,0 0 0,0 6 0,0 1 0,0 2-49,0 0 1,0 1 0,0 7 0,0 0-17,0-1 1,0-1 0,0 0 0,0 1-57,0 2 1,0-1 0,0-3-1,0-2-50,0-4 0,0-2 0,0-5 40,0-1 1,2-6-53,2-3 1,-2-8 0,3-5 64,1-2 0,-4-3 0,2 1 0,-1 0 44,1 0 0,-2 0 1,2 0-1,-2 0-3,-2-1 1,0 1 0,0 0 0,0 0 19,0 0 1,4 4-1,0 0 1,-1-1 13,-1-2 0,2-1 0,2 0 19,1 0 1,-2 1-1,2 2 1,0 3 106,1 1 1,0-3 0,6 3 139,-1-1 0,0 4 0,0-1-117,0 2 1,-6 8 0,-1 3 0,-1 3-69,-1 1 1,0 0-1,-4 0 1,0 0-118,0 0 0,0 0 0,0 1 0,0-1-282,0 0 0,0 0 0,0 0-632,0 0 0,0 0-1042,0 1 1979,0-1 0,6-6 0,1-1 0</inkml:trace>
  <inkml:trace contextRef="#ctx0" brushRef="#br0" timeOffset="26">24087 2036 8032,'-9'0'-241,"0"0"700,6 0 1,-3 2 0,6 2 0,0 5-198,0 3 0,0 1 0,0 0 0,0 0-117,0 0 0,0 2 0,0 1 0,0 1-246,0-1 1,5-1 0,-1-2-1,-1 0-508,-1 0 1,-1-1 0,2-2-469,1-1 1,1-5 1076,-5 5 0,5-6 0,3 3 0</inkml:trace>
  <inkml:trace contextRef="#ctx0" brushRef="#br0" timeOffset="27">24139 1879 8544,'-6'-8'-1643,"5"-3"1384,-3 2 0,4 3 144,4 2 1,-1 2 0,6 2-1,1-1 115,1-4 0,8 4 0,2-5 0</inkml:trace>
  <inkml:trace contextRef="#ctx0" brushRef="#br0" timeOffset="28">24257 1800 8310,'0'-13'-104,"0"4"409,0 0 0,0 5 295,0-5 0,-1 6-292,-3-1 0,1 10 0,-5 5 0,3 7-7,2 2 0,1 8 0,2 7 0,-1 4-41,-4 5 0,4 3 1,-4 6-1,4 1-291,1 2 1,0-2 0,1 2 0,2-6-155,2-7 1,5-9-1,-3-6 1,2-8-63,0-5 0,0-5 0,4-10 0,0 0-36,0 0 1,-1-6 0,-2-4 0,-1-5-176,1-2 0,-4-5 1,-2 3-1,-3 0 270,-1 0 0,0-3 0,0 5 1,-1 0 247,-3 3 1,-4-4-1,-5 1 1,0 1 53,0 1 0,4 3 0,0 2 1,1 2 115,0-3 0,1 1 1,4 0-1,-1 1-144,1-1 1,3 0 0,4-1 0,5 4-325,3 1 1,2-4-1,4 1 1,2-2 10,1-2 1,3-1 0,-3 1 0,1-1 100,0-4 0,-6-1 0,0-4 0,-6 2 107,-6 2 1,-2-4 0,-2 1 0,0-1 199,0 1 1,-8 1 0,-3 5 0,-5-1 73,0 1 1,1 6-1,2 1 344,0-1 0,4 4-411,0 1 1,2 5 0,-2 5 0,5 4 107,2 2 1,2 8 0,0 3 0,0 3-98,0 1 0,2 2 1,1 1-1,1 3-139,-1 2 0,3-5 0,-2 3 1,-1-1-372,-1-1 1,2 1 0,0-5-1,1 1-45,1-1 0,-5-4 0,4-2 0,-3-2-636,3-7 0,-2-3 443,6-8 0,-7-8 0,3-3 0,-4-7 549,-1-2 0,0 2 0,2-4 0,1-1-23,1-2 1,0 5-1,-4 2 1,0 2-79,0-1 1,0 2 0,2-2 312,2 2 0,-1 3 1,6 2 42,1 1 1,2 2 0,1-2 0,0 5-48,0 2 1,0-2-1,0 0 1,1 1 59,-1 1 1,0 2 0,0 0 6,0 0 1,0 0 0,0 0-19,1 0 1,-3 6 0,-1 3-1,-2 3-39,-2 1 1,-1 0-1,-2 0 1,2 0-232,-2 0 0,-2 0 1,-1 1-1,0-1-366,0 0 1,0-4 0,0-1-390,0 3 0,0-4 0,-1 0 768,-4-1 0,4 4 0,-5-3 0</inkml:trace>
  <inkml:trace contextRef="#ctx0" brushRef="#br0" timeOffset="29">24691 1734 8249,'-13'0'0,"0"0"-1308,-1 0 1308,1 0 0,0 0 0,0 0 0</inkml:trace>
  <inkml:trace contextRef="#ctx0" brushRef="#br0" timeOffset="30">24756 1839 8509,'0'13'0,"0"1"0,0-1-204,0 0 1,0-4 0,0-1 0,0 3 245,0 0 0,0 2 1,0 1-1,0-1 95,0 0 0,0 1 0,2 2-92,2 2 1,-2-5-1,2-4 1,-2 1-75,-2 2 0,1-3 127,3-1 1,-1-5-1,5 0-46,-3-6 0,4-4 1,-3-6-1,0 0 58,0 0 0,0-5 0,-3 0 0,2 2 6,3 2 0,-4 1 1,3 0-54,-1-1 0,0 6 1,-2 0-121,5 3 0,-2-1 0,2 3-25,1-2 0,-2 1 1,0 4-72,3 0 0,0-4 0,2-2 135,1-2 1,-3 4 0,-1-3 0,-2 0 54,-2-1 1,2 4 0,-2-3 0,0-1 396,0 1 0,0 4-56,-2-1 0,-2 4 0,2 4-126,-3 5 0,-1 8 1,2 4-1,1 2-186,1 3 1,1-2 0,-5 8 0,0 0-100,0 3 0,0 7 1,0 4-1,0 0-243,0 4 1,-2 1-1,-2 3 1,-5 0-120,-3-1 0,-1-1 0,0-11 0,0-6 175,0-6 1,4-2-1,0-14 1,-1-6 250,-2-4 0,2-10 0,-2-7 0,-2-6 75,-1-5 0,1-1 0,1 0 1,-1-1 8,1 1 0,2-5 1,2 1-1,4 1-156,4 1 0,7 2 1,4-1-1,6 1-289,6 0 0,3 1 1,3 2 329,2 1 0,4 0 0,5-5 0</inkml:trace>
  <inkml:trace contextRef="#ctx0" brushRef="#br0" timeOffset="31">20606 3574 8365,'0'-14'-718,"0"6"1,0-1 751,0-1 1,0-2 179,0-1 1,0 0-1,0 0-47,0-1 0,0 6 0,0-1-20,0-1 0,2 4 1,1 0-31,1 0 1,2 5 0,-3-2-49,1 6 1,5 4-1,-3 6 1,0 2-57,-1 2 0,4-1 1,-3 6-1,0 2-50,0 0 1,2 3-1,-3-1 1,-1-1 43,2-3 1,-4 1 0,2-5 0,-3-2-47,-1-2 1,0-1 68,0 0 1,0-7 12,0-6 0,0-6 0,0-7 0,0-1 28,0-4 0,6 2 0,2-6 1,0 0 45,1 2 0,-2-5 0,4 3 1,-3-3-26,3-1 0,-1 6 1,0 2-1,-3 4-215,-1 0 1,3 1 0,-3 2-772,1 2 0,2 3-767,4 6 1661,0 0 0,0 6 0,0 1 0</inkml:trace>
  <inkml:trace contextRef="#ctx0" brushRef="#br0" timeOffset="32">21040 3403 7817,'0'8'426,"1"1"1,2 1-354,1 2 1,1 6 0,-5-1 0,0-1-46,0-1 1,0-2 0,1 0 0,2 0-139,2 0 0,-1 1 0,-3-1-428,4 0 0,-2-4 538,5-1 0,1-5 0,4 3 0</inkml:trace>
  <inkml:trace contextRef="#ctx0" brushRef="#br0" timeOffset="33">21145 3219 8250,'-25'-6'27,"2"-3"1,4-2 383,4-3-523,-1 7 0,15 3 0,-4 8 0,4 5-156,1 3 0,6 1 1,2 1-1,4 2 268,1 2 0,6-1 0,2-4 0</inkml:trace>
  <inkml:trace contextRef="#ctx0" brushRef="#br0" timeOffset="34">21394 3337 8250,'-13'0'-482,"4"0"0,1-1 324,-3-4 0,4 4 1,-2-4 406,-1 4 1,3 1-1,-2 0 1,0 1-25,2 4 0,-5-2 0,5 5 0,0 3-37,2 0 1,0 2 0,0 1-108,2-1 0,2 0 1,2-1-1,4-4-261,3-3 0,4 1 0,1-2 0,2-1 15,2-2 0,-2-1 0,4 0 0,-2-1 91,1-4 0,-1 4 1,-3-3-1,-1 2 177,0 2 0,0 2 1,0 2 14,0 5 0,-4 4 0,-2 4 0,-1 5-23,-3 3 1,-1 6-1,-2 1 1,0 1-38,0 4 1,0 5 0,0 2-1,-2-2-94,-2-1 1,-4 3-1,-5-2 1,0-4-73,0-6 1,0-5-1,0-7 1,0-7 83,-1-7 0,1-4 0,0-2 0,0-3 18,0-6 0,4-1 0,2-12 0,0 0 15,-1 1 0,5-3 1,-1 2-1,3-3-57,1-1 1,5-1 0,4 1 0,3-2-81,1-2 1,6 2-1,1-4 1,2 1 19,0 1 0,0-7 1,4 4-1,1-3 124,-1 1 0,0 2 0,-1-4 0,-2 4 30,-1 1 1,-7 1 0,-1 5 0,-5 1 98,-3 3 0,-2 3 1,-4 6-1,0 0-2,0 0 1,0 0 0,0-1-1,-1 3-14,-4 2 1,2 2 0,-5 4 19,-2-2 1,2 1-102,-1 4 1,5 0-47,-5 0 0,6 1 0,-1 4 37,3 4 0,1 2 0,0 2 0,0 1-13,0-1 1,-5 1-1,1 2 1,1 3-3,1 2 0,2-1 0,0 5 0,0 0-13,0 3 0,0 1 1,0-3-1,0 0-60,0 1 0,0-1 0,0-1 0,2-2-2,2-1 0,-2-6 1,4 0-1,-2-4-21,0-4 0,2-5 0,-1 2 0,2-5-7,0-5 1,5-3 0,-5-8 0,2-3-7,0-2 0,-1 1 0,4-4 0,-2 2 76,-1-1 0,-2 3 0,4-1 0,-3 2-76,3 3 0,-1 2 1,0 0 535,-1 1 1,-1 6-255,6 3 1,-3 4 0,-1 4-1,-2 6-187,-2 6 1,2 0 0,-2 5 0,1-1-143,4 1 0,0-5 1,3 3-1,-1-3-212,0-3 0,0 3 0,0-9 0,0 1 47,0-4 0,5-3 0,-1-1 0,-1 0 68,-1 0 1,-2-5-1,0-6 1,-1-3 137,-3-4 1,1-5-1,-4 1 1,0-3 107,-1-1 1,0-2 0,-5-1-1,0-3 79,0-2 0,-2 4 0,-2-5 1,-3-2 124,-1-1 0,-3 5 0,3 2 0,0 5 40,-1 4 1,4 0-1,-2 7 1,0 5 50,0 3 0,2 2 1,-2 8-44,1 6 0,2 1 0,4 12 0,0 1-124,0 2 1,0 2 0,0 0 0,0 2-174,0 2 1,4 0-1,2-3 1,0-1-31,0 0 0,-1 2 0,-2-7 0,3 1-439,1-1 0,-2 1 0,2-5-1579,-1-2 2076,4-2 0,-2-6 0,5-2 0</inkml:trace>
  <inkml:trace contextRef="#ctx0" brushRef="#br0" timeOffset="35">22077 3337 8250,'-13'-4'-70,"0"-1"0,0-1 167,0 2 0,5 1 0,6-4-230,4 1 0,7 2 1,9 4-1,4 0-208,2 0 1,3 0 340,-1 0 0,6-6 0,2-2 0</inkml:trace>
  <inkml:trace contextRef="#ctx0" brushRef="#br0" timeOffset="36">21867 3784 8319,'-6'0'-193,"8"0"227,9 0 0,8-5 0,9 0 0,4-3 10,8-2 1,0 3 0,7-2 0,0-1 150,0-2 0,-5-1 1,2 0-1,-3 0-179,-2-1 0,-7 6 0,-4 0-587,-5 3 277,-7 0 1,-4 5-1,-12 0 8,-7 0 1,-10 6 0,0 1 0,-1 2 285,-1 0 0,3 0 0,-5 4 0,-1-2 0,1-2 0,-2 3 0,4-3 0,-2 2-135,-2 2 0,0-1 0,-1-2 0,4-1 175,1 1 1,0 1 0,3-1 0,-2-1 268,2 1 1,8-3 0,3 2-72,4 1 0,4-4 1,4-2-1,9-2-77,7-2 0,1-2 0,8-2 0,-1-3-77,-1-1 1,5-3 0,-3 2 0,0-3-28,1-1 0,-3 4 0,-4 0 0,1 1-70,-1 0 0,-4-2 0,-2 6 0,-2-1-1326,-7 0 127,3 3 1212,-13-4 0,-1 12 0,-7 1 0</inkml:trace>
  <inkml:trace contextRef="#ctx0" brushRef="#br0" timeOffset="37">19582 8500 8207,'-26'0'0,"4"0"0,0-1 0,-1-4-37,-2-3 1,4 2 0,5 0 0,5 2-64,2-1 1,7 1 124,2 4 1,13 0-1,14 0 1,5 0 41,1 0 0,11-2 0,0-1 0,6-1 8,2 1 1,12 0-1,6 0 1,-31 1-1,1 0-40,3 1 1,2-1 0,6-1 0,3 0 0,8 1 0,1 0 0,4 0 0,1 1-181,1 0 1,2 0 0,0-1 0,-1 0-1,-2 0 1,0 0 0,2 0 0,1 1 143,3 0 1,0 0 0,-3 1 0,-1 0-1,-2 0 1,-1-1 0,-9 0 0,-1-1 10,-6 0 1,-1 0 0,-6-3 0,-1 1 0,0 1 0,-1 0 0,-1 0 0,1-1 18,0-1 1,-1-1-1,1 1 1,-1 0 0,-2 0-1,0 0 1,34-4 56,-8-1 0,-8 0 1,-13 0-1,-10 2-77,-10 2 1,0 2 0,-7 4 0,-1 0-351,-1 0 1,-6 0-40,-1 0 1,-6 6 0,-1 3-181,-4 2 0,-7 2 847,1 1 0,-8 5 0,-4 1 0</inkml:trace>
  <inkml:trace contextRef="#ctx0" brushRef="#br0" timeOffset="38">22406 8369 8056,'0'-18'-178,"0"1"1,0-1 0,0 5 723,0 0 0,1 1-546,3 4 0,4 2 0,5 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5293 7922 8504,'-19'-13'-89,"0"1"0,-5 2 0,4 1-330,1-1 0,2 4 0,3 0 1,1 2 314,0 0 0,0-1 0,0 5 1,0 0 92,0 0 0,4-4 0,0 0 1,-1 1 64,-2 1 1,3-2 0,2-2 118,1-1 0,-2 2 282,3-3-190,1 5-177,4-3 1,6 6 0,2 1-65,4 4 1,1-2-1,0 5 1,0 1-10,1-2 1,3 4 0,2-6 0,3 3 7,6 2 0,-2-3 0,6 1 1,-1-1 19,-1 0 0,7-2 0,-1 2 1,5-1-33,3-3 0,4 2 0,-3 1 0,2 0 1,3 0 0,4-2 0,0-4 0,-2 0-21,4 0 1,-2 0 0,8 0 0,4 0 4,3 0 0,1 0 0,-6 0 0,-1 0 21,-2 0 1,-3 0 0,1 0 0,-8-1 25,-5-4 1,-2 4 0,-3-3 0,1 1-11,2-2 1,0 4-1,-3-4 1,1 4-13,2 1 1,10 0 0,-2 0-1,2 0-25,0 0 1,-1 0-1,0 0 1,-2 0 5,-3 0 0,-7 0 0,-6 0 0,1 0 2,2 0 0,1 0 0,1 0 0,-1 0 20,1 0 1,5 0-1,3 0 1,2 0 4,-2 0 0,3 0 0,-3 0 0,3 0-6,2 0 0,-2 0 0,-3 0 1,-4 0-37,-3 0 0,-2 0 1,2 0-1,0 0-36,-2 0 1,2 1 0,-9 2 0,2 2 34,2-2 0,11-2 1,2-1-1,2 0 51,5 0 0,1 0 0,6 0 0,-4 0-7,0 0 1,-4 0-1,-5 2 1,-3 1-16,-2 1 0,-1 2 1,-5-3-1,-1 1-30,-3-1 0,3-2 0,-2 1 0,5 1 5,3 1 1,6 1 0,-2-5 0,4 0-15,5 0 0,-3 0 0,3 0 0,-4 0 22,-5 0 1,-3 0 0,-4 0 0,0 0 11,-2 0 1,3 0-1,-7 0 1,3 0-6,2 0 0,-1 0 0,2 0 0,3 0-2,4 0 1,3 0 0,5 0 0,2 0-12,3 0 1,0 0-1,-8 0 1,-2 0 1,-3 0 1,2 0 0,-5 0 0,0 0 21,1 0 1,-3 0-1,-2 0 1,3-2-14,4-2 1,0 2 0,3-2 0,5 2 1,2 2 0,6 0 0,2 0 0,-6 0-7,-5 0 1,-2 0 0,-1-1 0,-1-2-1,-2-1 0,-9-1 0,-4 5 0,0 0 11,2 0 1,10 0-1,2 0 1,1 0-5,4 0 1,4 0 0,6 0 0,1 0-5,0 0 1,-8 0 0,-4 0 0,-6 0-3,-3 0 0,-1-1 0,-4-2 0,-3-1 28,-2 1 0,3 1 0,-3 2 1,3 0-16,2 0 0,-1 0 1,2 0-1,1 0-22,2 0 0,6 2 0,-4 1 1,1 1-37,-3-1 0,-3 3 0,-2 0 0,-1-1-2,-3 1 0,2 0 0,-5-3 0,0 1 27,0-1 1,3 0 0,-4 0 0,-2 1 20,-1-1 1,2-1 0,2-2 0,2 1-8,2 4 1,2-4 0,3 4 0,1-4 35,2-1 0,9 0 1,-4 0-1,0 0 6,-3 0 1,-2 0 0,-3 0 0,0 1-63,-2 4 1,3-4 0,-8 4-1,1-4 3,0-1 0,-1 0 1,2 0-1,-1 0 13,2 0 0,1 0 0,2 0 0,3 0 25,0 0 1,7 0 0,-2 0 0,2 0 14,-2 0 1,3 0 0,-6 0 0,-1 0-19,-4 0 1,-5 0-1,1 0 1,-1-1-11,2-4 0,-5 4 0,-2-4 0,-2 3 32,-2-3 1,6 4-1,3-5 1,3 1 16,2 1 1,1-2 0,4 3 0,6-1-29,4 1 0,2 0 0,-4 0 0,-1-1-22,1 1 0,-2 1 0,-3 2 0,-4-1-26,-3-3 1,3 2 0,1-2 0,0 2 10,0 2 1,6-4 0,2 0-1,8 1 9,8 1 0,2 1 0,-34-1 1,1 1-1,32-4 6,-3 2 1,-3 2-1,-3 0 1,-4-2 1,-3-2 0,-1 1 0,-1 2 0,2 0 0,3-3 0,9 1 1,7 4-1,1 0-3,1 0 1,-2-2-1,-36 1 1,0-1 0,32-2-3,-7 1 0,-5 2 0,-9-1 0,-4-1 13,-3-1 0,3-2 1,0 3-1,-2-3 49,-1-1 0,-3 4 0,-2-3 1,-2 2-10,-2-1 1,-1-3 0,-5 2 0,0 0-63,0 0 0,-1 2-364,-3 4 0,-9 1 376,-8 4 0,-10 8 0,-2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4820 9564 7013,'-13'0'33,"0"0"0,0 6 1,-1 2-1,1 2-25,0 3 0,-6-1 1,-3 9-1,-3 3-38,-1 1 0,-7 2 0,-5 4 0,-6 4 39,-3 3 1,-1 0 0,-3-2 0,1-2 115,2-2 1,6-3 0,0-5-1,5-4-57,6-1 1,5-1 0,4-7 0,5-2 5,2-5 1,6 2-65,1-1-305,-1-1-885,2-4 575,1 0 605,6 0 0,6-6 0,1-1 0</inkml:trace>
  <inkml:trace contextRef="#ctx0" brushRef="#br0" timeOffset="1">4084 9906 8173,'0'7'-984,"-5"-1"1023,-4-6 1,3 2 0,0 2-1,2 5 88,-1 2 1,-5 4 0,1 1-1,-2 3-10,-2 1 1,4 7-1,0 5 1,-1 1-8,-2 4 0,-1-3 0,0-1 0,0-1-17,0-3 0,1-1 0,2-3 0,3-3 57,1-5 0,0-3-89,2-6 0,4-2 1,0-6-92,7 0 0,6-6 0,3-2 0,3-4-118,1-1 1,2-5 0,3 1-1,0 1-498,1 1 1,-2 2 645,6 0 0,4-6 0,-1-2 0</inkml:trace>
  <inkml:trace contextRef="#ctx0" brushRef="#br0" timeOffset="2">1313 10471 6476,'-13'-13'376,"4"1"0,2 2-133,1 1 1,2 5-15,4-5 0,0 5 15,0-5 0,0 7-103,0 2 1,0 11-1,1 9 1,4 3-49,4 5 1,-2 3 0,0-1 0,0 5-35,1 3 0,-4-3 1,3-1-1,1-2-82,-1-3 0,-3 2 1,4-3-1,-3-5 40,-2-2 0,-1-4 0,-2-4-452,0 0 1,0-5 1,0-4 0,0-8 67,0-5 0,0-4 0,0-3 0,0-2 366,0 2 0,0-3 0,0 2 0,-6-7 0,-1 4 0</inkml:trace>
  <inkml:trace contextRef="#ctx0" brushRef="#br0" timeOffset="3">1248 10681 8333,'-6'9'-361,"-3"0"0,-1-5 0,0 5 0,1 0 561,-1-2 1,4 0-1,0-2 154,0 3 1,5 0-295,-4 0 1,5-5 0,5 2-34,3-4 0,6-7 1,2-2-1,1-4-3,-1-1 0,-1 0 1,-2-2-1,0-1-40,0-2 0,5 1 1,-2 4-1,-3 1-6,-3 3 0,-1-1 0,3 4 1,-2 0-16,-1 1 1,-5 0 46,5 5 1,-6 7-1,1 5 1,-3 6 3,-1 2 0,2-2 0,1 2 0,1 0-1,-1 1 0,-1-5 0,-1 0 0,2-4-2,1-4 1,7-5 0,-3 2-9,4-4 1,1-2 0,0-5 0,0-6-6,0-4 0,2-7 0,0 1 0,-1-3 35,-2-1 1,-3 0-1,-1-1 1,-3 2 43,-4 4 0,-2 0 0,-4 5 1,-3 0-23,-4 4 1,-1 1-1,-2 6 1,-1 4-175,-1 4 0,-1 4 0,5 8 0,0 4-528,0 7 0,1 2 647,3 7 0,-2 0 0,3 4 0</inkml:trace>
  <inkml:trace contextRef="#ctx0" brushRef="#br0" timeOffset="4">1996 10169 8302,'-4'-9'-201,"-2"2"-159,-1 1 0,2 1 1,-3 5 657,-3 0 1,4 0-1,-2 0-112,-1 0 1,-2 6 0,1 5 0,1 3-54,1 4 1,2 5 0,-2-1 0,3 3-67,0 1 1,5 0-1,-4 1 1,4-1-72,1 0 0,6 0 1,2-1-1,4-3-58,1-4 0,0-5 0,2-4 0,1-5 30,1-3 1,2-1 0,-2-1 0,0-3-138,-1-5 1,0-4-1,0-5 1,2-4 43,-2-3 0,-3-2 1,-3-3-1,-1-2 78,1-1 0,-3 2 0,1-2 1,-2-1 65,-4 0 1,0 4-1,-2-4 1,0 2-1,0 3 1,-2 1 0,-2 3 0,-3 2 72,-1 1 0,-2 6 0,4-2 83,-1 4 0,-2 2-49,-4 3 0,0 5-60,0 8 1,6 4 0,2 5 0,4 1 2,1 4 0,0-2 0,0 6 0,0 1 8,0 2 1,0 3 0,0 1 0,1 3-49,4 2 0,-4-1 0,5 4 0,-2-4-57,1-1 1,3-1 0,-3-5-1,-1 1-13,2-1 1,-4-6 0,3-2-132,1-3 113,-4-8 0,3-3 7,-5-8 1,0-3-1,0-7-4,0 1 0,0 4 0,0 1 7,0-2 0,0-2 1,0-1 13,0 0 1,0-1 0,0 1-1,0 0 1,0 0 0,2 0 33,2 0 1,-2 0-1,4-1 6,-1 1 0,-2 2 1,5 0-1,-2 3 84,-4-3 0,4 4 0,0 0-3,1 1 0,2 2 1,4 4 57,0 0 0,1 1 0,-1 5-51,0 7 0,-4 0 1,-2 6-1,0-1-108,0-1 1,-2 2-1,2-3 1,0 2-93,1-2 0,-5-2 0,1 0 0,-3-1-319,-1 0 0,5 0-653,-1 0 792,1-6 1,-5-7 0,0-10 0,0-6 286,0-6 0,0-4 0,0-3 0,0-2-63,0 2 1,4 1 0,0 2 0,-1 1 17,-1 3 0,-2 3 0,1 6-19,4 0 0,-2 6 489,5 2 0,1 5 1,3 5-270,-4 3 0,4 0 0,-3-1 0,3-1-138,1-3 1,0 3 0,0-2-19,0-1 0,0-2 1,-1-2-1,-2-3 69,-1-5 0,-6 1 0,1 0 1,-2-3 25,-2 0 1,-2 2 0,-1 0 0,-3-1-64,-1-2 1,-6 4 0,-5 0-1,2 1-38,2 0 0,5 4 1,0-2-1,-1 4-139,-2 1 1,-1 1 0,2 4-179,2 4 0,-1 4 0,5 3 0,2 1 323,2-1 0,1-1 0,-6 4 0,-1 1 0</inkml:trace>
  <inkml:trace contextRef="#ctx0" brushRef="#br0" timeOffset="5">2600 9945 7047,'0'14'346,"0"-6"1,2 0-1,1-1-271,1 0 1,5-2-1,-3 2 1,1-1-18,3-3 0,-2 2 0,0 0 38,3-2 1,0-2-1,2-1-41,0 0 1,-5-6 0,-4-2-7,-2-4 0,-2 3 1,0 0-1,0-1 1,0-1 1,0 2 0,-2 0-1,-2 0-174,-5 2 1,-3 0 0,-1 4-148,0-2 0,0 1 1,1 5-1,4 4-160,3 4 1,-1-2 0,2 2 430,1 1 0,2 2 0,1 1 0</inkml:trace>
  <inkml:trace contextRef="#ctx0" brushRef="#br0" timeOffset="6">2889 9656 8302,'-5'-13'-651,"-3"2"859,-5 2 1,1 4-123,4 10 0,-3 2 0,7 6 1,1 0-25,2 1 1,1-1 0,1 0-1,2 1-43,1 4 1,2-2-1,-3 4 1,3 1 10,1-1 1,-4-2-1,3 2 1,-2-1 58,1-3 1,-1 3 0,-4-1 0,0-2 59,0-2 0,0 0 0,0-1 167,0 0-353,0-6 0,0-2-105,0-10 1,2-4 0,2-7 0,3-3-28,1-1 0,3 2 1,-2-2-1,3 0 89,1-1 0,4-1 0,1-3 0,-2 2 47,-1 1 0,-2 0 0,0-3 0,0 2 134,0 1 1,-4 5 0,-2-4 0,0 2 213,1 3 0,-5 2 14,1 0 1,-4 7-154,-4 3 0,-4 12 0,-5 7 1,0 4 40,0 4 1,1 2-1,2 2 1,3-1-104,1 0 0,2-1 0,4-2 0,0-2-147,0-2 0,0-2 1,1-4-1,3-1-152,5-3 0,4-3 0,3-9 1,3-5-121,2-5 0,1-9 0,4-1 0,0-5-314,0-2 1,-4 3 0,-1 7 618,-2 1 0,4-4 0,-3 2 0</inkml:trace>
  <inkml:trace contextRef="#ctx0" brushRef="#br0" timeOffset="7">1169 11653 8134,'-12'-1'-274,"3"-3"0,-2 2 787,2-2-346,3 2 0,0 8 0,6 3 0,0 4-91,0 4 1,0 0 0,0 4 0,2 3-59,2 1 0,-2-4 0,3 0 0,0-2 10,-1-3 1,1-1 0,-5-2-40,0 0 1,1-6-52,3-2 0,-2-5 0,2-5 1,-2-4-47,-2-2 1,1-2 0,2-1 0,1 1 55,-1 0 0,0 0 0,0 0 1,3 0 38,1 0 0,-2 4 0,4 0 18,1-1 0,1 4 0,3 2 7,-1 2 0,-5 2 1,1 0 22,1 0 1,2 0 57,1 0 0,0 0-20,0 0 0,-5-1 0,-4-4-25,-2-3 1,-2 0 0,0 0 0,0-3-30,0 0 1,0-3-1,0 1 1,0-1-90,0-4 0,-5 4 0,1-4 0,1 4-128,1 0 1,-2 1 0,0 0 0,1 0-553,1 0 1,2 0 749,0 0 0,0-1 0,6-5 0,1-1 0</inkml:trace>
  <inkml:trace contextRef="#ctx0" brushRef="#br0" timeOffset="8">1366 11299 8247,'0'-9'-199,"0"0"0,0 5 522,0-5 0,0 8-174,0 1 1,0 10 0,0 7-1,0 1-45,0 1 0,1 1 1,2 6-1,3 1-82,1-1 1,-2 3 0,2-1-1,0-3-10,1 0 0,-4-1 0,3 1 0,-1-1-138,-3-3 0,3-4 0,-2 0-303,-1-2 152,-1-2 209,-2-6 0,0-3 0,0-8 34,0-5 0,0-2 0,0-3 0,0 1 41,0 0 1,0 4-1,1 1 1,2-3 26,1 0 1,1-2-1,-4 0 1,2-1 50,2 1 1,0 0 0,-2 0 0,2 0-32,-2 0 0,2 0 0,1 1 0,0 2 47,0 1 0,3 5 0,-3-4 8,1 2 1,2 2-1,2 5-106,-2 4 0,1 2 1,-5 6-1,-1 0-82,2 1 1,-5 3-1,4 1 1,-2-2-86,1-2 1,-3-1 0,4 1-1121,-4-1 971,5 0 1,-3-6 0,4-4-1,-1-6 313,-3-6 0,0-4 0,0-4 0,1-5 0,-1-3 0,3 3 0,-2 2 0,1-1 0,1 1 0,-5 4 0,5-2 0,-2 4 35,1 0 1,1 6 327,-2-1 0,2 7 0,4 1-188,-1 4 0,-5 7 0,3-1 1,1 3-206,-1 1 1,-4 0 0,3 0 0,-2 0-212,0 0 0,2-1 0,-3-2 241,2-1 0,5 0 0,-3 4 0</inkml:trace>
  <inkml:trace contextRef="#ctx0" brushRef="#br0" timeOffset="9">1734 11180 7902,'-14'0'-531,"6"0"0,-1 0 1,0 2 377,2 2 1,1-1 0,6 6 152,0 1 0,0 2 0,0 1 0</inkml:trace>
  <inkml:trace contextRef="#ctx0" brushRef="#br0" timeOffset="10">1826 11220 7569,'-6'13'57,"4"0"1,-2 0 91,2 0 1,2 0 0,2 1-1,1-1-85,1 0 1,6 0 0,-2 0 0,0 0-52,1 0 0,0-5 0,3-2 0,-2-2-14,-1 0 1,-1 1 0,5-5 0,1-2-26,-1-2 1,-5-3 0,1-8-1,1-3 6,2-3 0,-3 0 0,0-1 0,-1-1 19,0-2 1,2-3 0,-6-1 0,1-2 8,1 2 1,-5-3 0,3 2 0,-2 0 24,-2 3 0,0 2 0,0 1 0,-2 5 100,-2 5 1,1-1-28,-6 11 1,2 1 0,-2 7 0,3 5 13,1 3 1,3 2 0,-2 4 0,2 4-69,2 3 1,0 1 0,0 0 0,0-1-84,0-3 1,2 3-1,1-3 1,2 1-142,3-1 1,-4 1 0,5-7 0,0-3 33,-2-2 0,5-8 0,-4 1 96,4-3 0,-3-8 0,0-5 0,-1-5 172,0-4 0,2 5 0,-4-1 159,1 2 0,2 4-168,4 2 0,-1 4 0,-2 10 0,-3 4-72,-1 2 0,0-2 0,-3 0 1,2 1-332,3 2 0,-4-4 0,5 0-657,1-2 0,-3-2 939,2-4 0,0-6 0,4-1 0</inkml:trace>
  <inkml:trace contextRef="#ctx0" brushRef="#br0" timeOffset="11">2627 10563 8079,'1'10'173,"2"2"1,1 4 22,-1 3 0,3 3 1,-1 4-1,-1 0-146,2 1 0,-3 3 0,4 1 1,0-3-81,1-5 0,-4-4 0,3-6 1,-1 0-125,-3 0 0,4-5 1,1-5-65,-1-6 1,0-6-1,-2-9 1,2-4 79,0-2 0,5-3 0,-5 3 1,2-1 166,0-2 1,-1 8 0,6-5 0,-3 3 92,-2 5 0,3 2 1,-4 0-1,4 3 348,1 2 1,0-1-1,0 5-154,1 2 1,-6 3 0,0 5-1,-2 4-205,-4 2 0,0 2 0,-2 1 0,0-1-238,0 0 0,0 4 1,-2 2-1,-2 0-295,-5 0 0,2 3 0,-2-4 0,-1-1-1425,-2 2 1847,5-10 0,-10 14 0,2-8 0</inkml:trace>
  <inkml:trace contextRef="#ctx0" brushRef="#br0" timeOffset="12">2666 10484 8247,'-13'-22'0,"0"0"0,1 0 100,3 2 1,4 5 224,5 7-652,0 5 0,0 14 0,0 11 0</inkml:trace>
  <inkml:trace contextRef="#ctx0" brushRef="#br0" timeOffset="13">1261 12363 8239,'-21'1'0,"4"2"-31,2 2 0,7-1 1,0-3-1,2 4-115,3 4 0,-2 4 0,0 3 1,4 3 369,4 1 1,0 2 0,4 6 0,0 1-255,1 2 1,-1-2 0,3-6 0,-3-1-181,-1 1 0,3-4 0,-5-1 1,1-3-879,1-2 1088,-5-6 0,3-3 0,-7-8 0,-2-5-37,-3-2 1,4-7 0,-3 0 0,-1 2 29,1 2 0,4 5 0,-3 0 0,2-1 154,0-2 0,-1 4 1,5-1 83,0-1 0,0-2 1,2 0-118,2 4 0,-1-4 0,6 3 0,-1-3-59,0-1 0,3-4 1,-2-1-1,3 1 8,1-2 1,0-2 0,-1-3 0,-2 0 29,-1 2 1,-1 2-1,6-4 1,-3 4 19,-2 1 0,-2-3 0,-4 5 0,2 1 41,-2 1 1,2 2-98,0 0 0,-1 7-61,-4 6 1,0 10 0,0 9 3,0 2 1,0 0-1,0 6 1,0-1 22,0 0 0,0 5 0,0 1 0,0 0-6,0 0 0,2 3 0,1-4 0,1-2-35,-1-1 0,3 1 0,-1-1 0,1-5-100,0-2 0,3-4 86,-5-4 1,2-5 0,-3-6 0,1-4-34,-1-7 1,-1-4-1,-2-3 1,0-3-18,0-2 1,0-1 0,0-4-1,0 0 54,0-1 1,0 6 0,0-1 0,0 0 41,0 1 0,0-2 0,0 4 0,0 0 70,0 0 1,1 3-1,2 6 1,2 1 37,-3-1 0,6 4 0,1 2-10,2 2 1,2 4 0,0 3-1,1 7-17,-1 4 1,0 3-1,1-1 1,3 2-121,0 1 1,1-3-1,-4-4 1,2-1-8,2 0 1,-1 0 0,-4-1-14,0-4 0,1-2 0,-3-7-52,-2-4 1,-2-3-1,-4-8 1,2-3-29,-2-2 1,-2-5 0,-1-5 0,-1 2 83,-4 1 1,2 2-1,-4 1 1,0 3 185,-1 5 1,4 2 46,-5 2 0,2 7 0,-2 6 16,5 8 1,2 3 0,2 2-1,0 1-24,0-1 1,5 0 0,1-1 0,-1-2-239,1-2 0,4-5 0,-2 3 0,0-1-288,1-1 0,0 0 1,4-4-1,0-1-867,0-3 1209,-5 2 0,9-10 0,-2 5 0</inkml:trace>
  <inkml:trace contextRef="#ctx0" brushRef="#br0" timeOffset="14">2141 11837 8326,'-13'0'414,"-1"0"-197,1 0 1,5 0-277,-1 0 1,6 2 0,-1 2 105,2 5 0,8-2 0,1 2 0,2 1-119,0 2 0,-1-3 1,6-1-1,-1 3 76,0 0 0,0 2 0,0 1 0,-1 0 223,-3 4 1,1-4 0,-4 5 0,-1-1 107,1-1 1,-1 1 0,-5-4 0,-2 2-108,-2 2 1,1 1 0,-6-4 0,0-1-180,2-2 1,-5-3 0,5 1 0,-2-3-386,1-1 0,5-3 0,-2-8-283,4-3 1,1-5 0,0-4 0,1-3-1593,4-5 2211,2 2 0,6-15 0,0 4 0</inkml:trace>
  <inkml:trace contextRef="#ctx0" brushRef="#br0" timeOffset="15">2325 11732 9171,'1'13'-16,"3"0"0,-2 1 0,4-1 1,-2 0-79,1 0 0,3 0 0,-3 0 0,-2 0 89,-2 1 0,3-1 1,1 0-70,-2 0 1,-2-4 2,-1-1 0,0-3-61,0 4 0,0-8 1,0-1 106,0-7 1,0-5-1,0-1 1,0 0 16,0 0 0,0 0 0,2-1 0,1 0 60,1-4 1,0 4 0,-4-4 0,2 4 142,2 0 1,-2 1 0,3 0 143,1 0 1,2 0-212,5 0 1,0 5 0,0 4-32,0 3 1,-4 6-1,0 4-74,1 3 1,-3 1 0,0 0-1,-1 0-102,-3 0 0,3 1 1,-2-1-46,-1 0 1,-1-4-229,-2-1 240,0 1 1,0-3-1,0-6 1,0-7-2,0-5 1,0-1 0,0-2 0,0-1 103,0-1 0,0-2 0,1 3 0,2-3 76,2-2 0,0 5 0,-2-3 0,3 2 117,1-1 0,-2 5 1,2 4-1,0 1 69,1 0 0,0 2 0,6 6-114,-1 0 1,-5 0 0,1 2 0,1 2-92,2 5 1,-3 3 0,-2 1 0,0 0-117,1 0 0,-1 0 1,3 0-154,-1 0 1,-5 1 0,4-1-97,-2 0 0,2-4-490,-3-1 536,5-5 1,-3 3 0,5-7 128,-3-4 1,-2-1-1,-4-4 1,3 2 42,1-3 0,0 0 0,3-3 1,-2 1 86,-2 0 0,2 0 0,-2 0 1,1 0 59,4 0 1,-4 0 0,0-1-1,1 1 75,-1 0 1,-3 0-1,4 0 1,-1-2 125,0-2 1,-4 2 0,3-2 13,0 2 1,-5 2 141,4 0-240,-4 5 0,-2 3-120,-4 5 1,-1 5 0,-4 4 0,3 4-19,1 5 0,-3-4 0,3 4 1,1-3-17,-1-2 1,0 1-1,3 2 1,-1 2-63,1-2 1,1-6-1,1-1-274,-4 1 233,4 2 1,-3-5 0,6-4 61,3-6 1,5-4 0,-3-6-1,2 0 42,0-1 1,-5 1-1,5 0-3,1 0 1,-2 1 0,0 2 6,2 1 0,-2 6-72,1-1 0,-1 3 0,4-1-186,-3-2 1,-2 2 83,-3-2 1,-1 1 0,5-1-6,-3-5 1,1 2 0,-3-2 124,2-1 0,-1-2 0,-4-1 0,1-2 48,4-2 1,-4 2 0,4-4 0,-4 2 64,-1-1 0,0 0 0,0 5 0,0 0 265,0 0 0,0 0 306,0 0-393,0 5 1,0 8 0,2 11 0,0 3-98,3 4 0,-1 4 0,-2-3 0,1 1-170,1 3 1,5-4-1,-3 0 1,-1-1-82,1-1 1,3-3 0,-3-6-52,1 3 1,-2-6 0,3-2-25,2-6 0,-4-1 1,0-8-1,-1-2-25,-1-1 1,2-5 0,-3-1 0,1-1 69,-1 1 0,-2-1 0,1-5 0,1 1 139,1 0 1,1 0-1,-5-1 1,0 2 81,0 4 1,0 2 899,0 5-558,0 7 0,1 16 0,2 10-233,1 3 1,2 0 0,-3 1 0,1-3-165,-1-1 0,3 0 1,0-4-1,0 0-274,0-4 0,4-1-139,-1 4 1,2-9 119,2-5 1,1-7 0,-3-9-1,0-3 123,-3-1 0,-5 2 0,2-4 1,-3-1 62,3-2 0,-4 5 0,4 1 0,-4 1 78,-1 1 1,0-1 0,0 5 182,0 0 1,-1 6 41,-4 2 0,4 10 1,-5 3-1,2 4-19,-1 1 1,1 5-1,4 1 1,0 0-177,0 0 0,1-2 0,2-4 0,3 0 15,1 1 1,2-3 0,4-2-176,0-5 1,1 2 0,-1-1 0,0-4-6,0-4 0,0-4 1,0-8-1,0-2-13,0-5 0,1 1 0,-3-1 0,0 1 38,-3 0 1,-5-4 0,3 3 0,-2-1 40,1 1 0,-1 2 0,-4 4 0,0-2 43,0 2 1,0 6-1,-1 3 215,-4 1 1,2 1 22,-5 5 1,0 2-1,0 2-67,3 5 0,4 3 0,1 1 0,0 0-25,0 0 1,1 0 0,2 0 0,3 2-27,1 2 0,2-2 0,4 3 1,0-4-52,0-1 1,-4 0 0,0-1 0,1-2-17,2-1 0,-3-5 1,-1 4-36,3-2 1,0-2-1,1-5 1,-2-4-220,-1-4 0,0-2 0,2-4 1,0-1 214,-3-1 0,7-13 0,5 3 0</inkml:trace>
  <inkml:trace contextRef="#ctx0" brushRef="#br0" timeOffset="16">1668 13085 8079,'-13'22'0,"0"0"0,5-6 0,4 3 0,3-1 0,1-1 0,0 5 0,1-3 0,3 0 248,5 0 0,3-3 0,1-6 0,0-2-342,0-3 1,0 0-1,2-7 1,1-2 45,1-5 1,0-4 0,-7-3-1,-1-3-28,1-1 1,-4-1 0,-2-2 0,-3 1 25,-1-1 1,0 2 0,0-1 0,-1 0 39,-3 2 0,-4 1 0,-5 6 0,0 0 6,0 0 0,0 4 0,0 1 1,-2 3 3,-2 2 1,2 1 0,-3 2-1,5 2 1,5 2 1,-3 3-10,7 7 0,1-3 7,7-2 1,5-3-1,7-6 1,2-2 14,-2-2 1,0-2-1,0-4 1,3 1 18,1-1 0,-2 0 0,2 0 1,-1 2 45,-3 2 0,-1 2 0,-2 4 1,0 0 13,0 0 0,0 6 0,0 4 1,-1 5-23,-3 2 1,1 2 0,-4-3 0,0 3-41,0 2 0,2-5 0,-3 1 1,-2-2 35,-2-2 1,-1-4 0,0-1-135,0 3 1,-1-5-99,-4-2 1,2-3-1,-4-2-8,1-3 1,-3-4 0,5-5-1,0 0 46,-2 0 0,4 0 0,-2-2 0,1-1 83,-1-2 0,2-3 0,-2 2 0,2 0 33,2 0 0,0-3 1,0 4-1,0 1 63,0-2 1,0 4-1,0-2 1,2 2 83,2 2 1,-1 0-1,6 0-101,1-1 0,-3 7 0,1 1 0,-1 2 12,0 0 0,2-1 0,4 5-16,0 0 1,-4 2 0,-2 2 0,1 3 26,-1 1 1,-4 3-1,3-2 1,-2 4-24,1 5 1,0-4-1,-2 4 1,2-4-21,-2 0 1,-2 3 0,1 1-1,0-2-7,3-2 1,-1-1 0,-4 1-28,0-1 0,0-5 0,2 0-43,2-2 46,-2-2 1,3-5 0,-3-4-1,1-4-7,1-2 0,2-4 1,-3-1-1,3-3-63,1-1 0,-3 2 1,4-2-1,-1-1 37,0 1 1,-4-1-1,3-2 1,-2 1 51,1-1 0,1-1 0,-3 1 1,1 3 119,-1 1 1,-2 1 0,-1 5 494,0 0-450,0 0 1,0 13-1,-1 7 12,-4 8 0,4 4 0,-3-3 1,2 3-71,2 1 0,0 0 0,0 4 0,0-4-121,0-1 0,0-1 1,2-5-1,1 0-222,1 0 1,5 0 0,-4-1-1,3-3-272,2-5 0,2-2 0,1-2-1354,0 0 1859,0-12 0,6-3 0,1-11 0</inkml:trace>
  <inkml:trace contextRef="#ctx0" brushRef="#br0" timeOffset="17">2456 12652 8097,'1'-13'0,"2"0"213,2-1 0,3 1 0,-2 2 0,0 0 286,0 3 0,3 3 1,-3-2-453,1 1 1,-3 2-48,5 4 0,0 0 0,4 0 0</inkml:trace>
  <inkml:trace contextRef="#ctx0" brushRef="#br0" timeOffset="18">12805 13204 8310,'-13'-2'110,"0"-2"207,0 2-233,0-4 1,8 6 0,8 0-1,10 0 49,6 0 1,5 0 0,6-1 0,5-2-44,3-1 1,12-6-1,4 2 1,4-1-25,5 1 1,1-1 0,2-4 0,-2 0 34,-3 0 0,-4-1 0,-9 3 0,-5 0-167,-7 3 1,-5-1-1,-8-4-383,-1 0 1,-7 0 236,-2-1 0,-12 6 0,-10 0 1,-4 1 44,-4 0 1,1 2 0,-6-3-1,0-1 126,2 2 0,-4-4 1,7 6-1,1-3 98,1-2 0,2 3 0,0-2 215,0-1 0,5 2-37,4 0 0,8 5 1,5-2-1,4 4-41,5 1 0,2 0 0,6 1 0,1 4-18,-1 3 0,0 6 1,0 2-1,1 3 0,-1 1 0,-6 2 0,-2 4 0,-5 1-27,-4-1 1,-3 0 0,-6 0 0,-2-1-75,-2-3 1,-3 1 0,-8-5 0,-3-2-212,-3-1 0,0-2 0,1 0 1,1 0-272,3 0 1,1-4 406,2 0 0,0-1 0,0 6 0</inkml:trace>
  <inkml:trace contextRef="#ctx0" brushRef="#br0" timeOffset="19">14079 12809 8012,'-6'-13'-217,"-3"0"0,-1 0 77,1 0 1,-2 4 0,2 2-1,-3 1 347,-1 3 1,0 2-1,0 2-98,0 3 0,6 4 0,2 5 0,4 2-83,1 2 0,1-1 0,5 5 1,6-1-3,4 0 0,6-2 0,-3 4 0,0 1 13,-1 2 1,0-5-1,-5-1 1,-1-1 39,-3-1 0,-2 5 0,-4-4 1,1-2 27,-1-1 1,-9 2 0,-5-1 0,-7-3 2,-2-3 0,-1-2 0,-1 1 0,5-5-69,2-3 0,4-2 0,2-3-142,4-5 1,10-4-1,5-5 1,6-4-104,6-3 1,4-1 0,3-2 0,3-2 51,2-5 1,-5 1-1,2-1 1,-3 0 73,-2 1 0,-4-2 1,-2 4-1,-1 0 85,-3 0 1,-7 1-1,-5 6 1,-2 2 100,-2 1 0,0 6 0,-2-2 132,-2 4 1,-3 6-1,-5 3 15,3-1 0,-2 4-115,2-2 0,3 4 1,0 3-68,0 1 0,5 6 1,-4-1-1,4 3-6,1 1 1,0 2 0,0 1 0,0 3-32,0 1 0,0 2 1,0 4-1,0 1-38,0-1 0,0 0 1,0 0-1,0 1-11,0-1 0,0-1 1,0-2-1,0-2-6,0-3 1,0 4 0,0-4 0,0-2-4,0-1 1,0-7 0,0 1-34,0 1-60,0-4 72,0 0 0,0-7-3,0-4 0,0-2 35,0-6 1,4 0-1,1-1 17,-2 1 1,3 5 0,-2-1-10,-1-1 0,3-2 3,-2-1 0,5 0 0,-3 1 6,1 3 0,-3-3 0,4 4 3,-3-4 0,1 5 1,-3 1 114,2 0 0,5 0-27,-1-3 1,-2 4 109,2 5 0,-5 0-101,5 0 0,-6 1 1,1 3-1,-3 5-52,-1 3 1,0 1 0,0 2 0,2 1-33,2 1 1,-2 1-1,2-5 1,-2 0-56,-2 0 1,0 0 0,0 0-518,0 1 0,0-1-1096,0 0 1032,0 0 1,0-7-1,1-6 616,3-7 0,-1-7 0,6-2 0,0-3 0,-2-1 0,5-2 0,-5-4 0,2-1 0,0 1 0,-2 4 0,3 2 0,-3 1-27,-1 3 1,0 1-1,-3 2 1,3 0 575,1 0-216,-4 5 0,7 4 0,-5 8-195,-2 5 1,-2 4 0,-1 3-1,0 2 16,0-2 0,0 3 0,0 0 1,0 0-172,0 0 1,0-2 0,0-3 0,0-1-2194,0 0 2210,0 0 0,6 0 0,1 0 0</inkml:trace>
  <inkml:trace contextRef="#ctx0" brushRef="#br0" timeOffset="20">14604 12691 8099,'-1'-14'-108,"-3"-4"1,2 4-1,-4-4 1,2 3-422,-1 2 1,1 5-7,4-1 535,0 6 0,0-3 0,0 6 0</inkml:trace>
  <inkml:trace contextRef="#ctx0" brushRef="#br0" timeOffset="21">14762 12468 7794,'-6'-13'-744,"3"4"1181,-6 0 1,5 2-165,-5-2 1,5 5 0,-3 8-77,1 5 0,-3 7 0,5 3 0,-1 3-35,-1 6 1,4-1 0,-7 8 0,0 3 13,2 5 0,-4 3 0,6 8 0,-3 2-160,-2 1 1,4 4 0,2-4 0,2-3 10,2-4 1,0-11 0,0-10 0,2-5-82,2-7 0,-1-4 0,6-4 0,1-5-176,2-2 1,1-4-1,0-2 1,0-5-77,0-2 1,-1-3-1,-2 1 1,-2 0-21,-3 0 0,4-4 0,-4-1 0,-3 1 111,0-2 1,-8 2 0,-4-3 0,-5 1 218,-2 3 0,-1 1 0,4 2 0,-2 0 232,-2 0 1,2 0-1,6 1 1,3 2 28,1 1 0,1 0 0,5-4 0,0 0-204,0 0 1,6 0-1,4 0 1,8 0-83,8-1 1,2-4-1,5-3 1,1-1-122,0 0 0,-5 5 1,1-4-1,-3 1 140,-5-1 1,-3 5 0,-8-1 0,-2 2 186,-5 2 0,-2 0 0,-4 0 81,-2 0 1,-3 4 0,-6 2 131,-1 1 1,1 1-206,0 5 1,6 2-1,2 2 1,4 7-54,1 5 0,0 0 0,0 6 0,0 1-127,0 2 0,4-3 0,1-1 0,-2 3-138,-2 1 0,4 5 1,-1 0-1,-1-4-282,-2-3 1,-1-1 0,0 4 0,0-1-349,0-3 1,0-3-1,-1-6 298,-4 0 0,-2-5 1,-6-6 456,0-4 0,1-6 0,2-6 0,3-2 155,1-2 0,-3 1 0,5 3 0,-1 1 113,0 0 1,3 0-1,-1 0 1,6 1 189,6 3 0,2-2 0,4 2 1,3-3-218,3-1 0,4 2 1,2 0-1,0 3-414,4-3 1,2 0-1,5-1 1,-1 2 172,-2 1 0,0 0 0,4-4 0</inkml:trace>
  <inkml:trace contextRef="#ctx0" brushRef="#br0" timeOffset="22">15327 12665 8102,'0'-13'-37,"4"0"0,2 0 181,1-1 0,-2 6 1,3 0 79,3 3 1,0 0 0,1 7-56,-3 2 0,1 3 1,-4 8-1,0 1-39,-1 1 0,0 5 0,-5-3 0,0 0-148,0 0 0,0 0 1,0-3-1,0 2 48,0-2 1,0-2 0,0 0 324,0-1-312,-6-6 1,4-3 0,-2-8-70,3-5 0,1-4 0,0-3 0,1-3-118,3-1 1,2 2 0,5-4-1,-3 0-233,2 2 0,2 0 0,1 3 1,-1 0-199,-3 1 0,2 6 0,-2 2 101,3 3 0,-3-4 474,-1 4 0,0 2 0,0 8 0,0-4-81,-4 4 0,-1 1 263,6-2 1,-5 0 260,5-4 1,0 0-99,4 0 0,0 0-204,0 0 0,0 0 0,0-1 23,0-4 1,-4 4 26,0-3 1,0-2 11,4 1 0,-4-5-1,-1 1 0,-5 2-22,2-2 1,-4 5-214,-1-5 1,0 5 57,0-5 1,-1 6-24,-4-1 26,4 2 1,-7 2 0,6 2-18,-3 2 0,1 3-25,4 7 0,0-1 1,0 0-8,0 0 0,0 0 1,1-1-15,4-3 1,-2-4 0,4-3 0,0 1-72,0 1 1,-2 1-1,4-5-21,1 0 0,1-6 1,3-3 104,-1-3 1,-4-1 0,-2 0 0,0 0-3,0 0 0,-4 0 0,2-1 55,-4 1 1,-1 5 0,-1 0 96,-4 2 0,-2 2 0,-6 4 0,0 1 27,0 4 1,-5-1 0,1 8 0,1 3-12,1-1 0,2 5 0,0 0 1,1 0-82,3 0 0,3 3 0,6-5 1,0 1-65,0 1 0,2-6 0,4 2 0,5-7-117,5-2 1,8-1 0,-2-5 0,2 0-40,3 0 1,-1-6-1,0-3 1,-1-3-12,-3-1 1,1-4 0,-5-2 0,-2 0 64,-2 0 0,0-5 1,-3 4-1,-2-2 47,-5 0 0,-1 5 1,0-4-1,2 1 120,-2-1 0,-2 5 169,-1-1 0,1 8-120,4 5 0,-4 8 0,5 5 1,-1 2 5,-1 3 1,2-1 0,-3 0 0,1 1 48,-1 4 0,0-3 0,0 4 1,1-2-87,-1 1 0,-1 1 1,-2-3-1,-2 1-9,-2-1 0,-4-1 1,-5-2-1,0 0-19,0 0 1,0-1 0,0-2-1,0-3-79,-1-1 1,1-1-57,0-5 1,2-2 0,3-4-214,8-7 0,6 0 1,9-6-1,1 2 50,1-1 1,5-5 0,-3 1 0,2-2 83,2 3 0,-3-3 0,1 5 0,-2 0 76,-3 0 0,0 0 0,-2 3 0,1-1 144,-3 1 0,-8 5 0,0 3 242,-2-3 1,-2 4 80,0-2 0,-6 6-176,-3-1 0,-2 4-150,-3 4 0,7-1 0,1 5 0,2-1 3,0 0 1,-1 2-1,5 4-42,0 0 0,0 0 1,0 1-1,2-1 12,2 0 0,-1 0 1,4 0-1,1 0-31,-1 0 1,-3 1-1,5-1 0,1 0 1,-2-1 0,0-4 0,1-2-36,-2 0 0,5-5 1,-3 4-133,2-4 1,1-2-1,-2-2 1,-1-3 35,1-1 1,-2-2-1,-1-4 1,-1 0 70,-3 0 1,2-1 0,1 0 0,0-2 49,0-2 0,0 1 0,-3 2 0,3 1 37,1 0 0,-3-2 0,4 8 1,-1-3 98,0 3 1,-2 2-1,3 6-76,2 0 0,-2 1 0,-1 4 0,0 3-67,1 4 0,0 3 0,4 1 0,-2 1-24,-1-1 0,0-3 1,4-2-1,0-4-154,0-1 0,5 3 1,-1-5-1,-1-1 43,-1-2 0,2-2 0,1-4 1,-2-3 93,-1-4 1,2-5 0,1-2 0,-4-2 109,-4-2 1,2-4 0,-5-2 0,2-3 7,0-1 0,-6 3 0,1-2 1,-2 2 113,-2-1 0,0 2 1,0 7 173,0 4 1,-2 10 0,-2 5-140,-5 6 0,2 10 0,-1 9 1,1 2-43,0 3 0,4-1 0,-1 2 0,2 1-117,2 2 1,0-1 0,0-3 0,2-3-154,2-2 0,-1 2 0,6-7 0,1-1-73,1-1 1,-2-8 0,0-3 0,1-2 33,2-2 0,1-6 0,0-3 0,0-4-10,0-4 1,1-4 0,-3-5 0,-1-2 64,-1-2 1,-6 0 0,3-3-1,-2-1 91,1 1 0,1-4 0,-4-4 0,3 2 104,-2 5 0,-2 5 0,-1 4 0,0 3 428,0 5 0,0 11-303,0 10 1,-1 5 0,-2 14-1,-2 4-144,3 2 1,-4 2-1,0-4 1,0 3-263,0 0 0,2 1 1,4-5-1,0 0-395,0 1 0,-5-4 0,1 0 1,1 1-228,2-5 1,1-3 0,0-3-59,0 0 912,0-6 1,0-7-1,0-8 1,0-4 359,0-1 1,0 0 0,0 0 0,1 1 206,4 3 0,-3-3 0,7 4 0,1-4-221,2-1 0,6 4 1,-1 0-1,1 1-327,1 0 1,-3-3-1,6 3 1,-1 0-243,0-1 0,2 4 1,-5-2 164,-2 1 0,4 2 0,1 4 0</inkml:trace>
  <inkml:trace contextRef="#ctx0" brushRef="#br0" timeOffset="23">15064 13282 7734,'-7'-8'-212,"2"-1"0,4 5 590,1-5 1,0 4 480,0-3-613,0 5 1,0 7 0,0 11-40,0 4 0,0-2 1,0 7-1,0 2-136,0 3 0,0 6 1,0-4-1,0-1-183,0 2 1,-4-4 0,-1 3 0,2-5-246,2-4 0,1-3 1,-2-6-1439,-2 0 1229,2 0 1,-3-7 565,5-6 0,-6-11 0,-2-10 0</inkml:trace>
  <inkml:trace contextRef="#ctx0" brushRef="#br0" timeOffset="24">14946 13440 8120,'-13'0'-59,"0"0"1,-1 0 70,1 0 1,2 2 0,0 0 248,3 3-64,-1-1 1,3-4-94,6 0 1,6 0 0,7 0-1,2 0-94,2 0 1,-1 0 0,6-1 0,1-2-31,2-2 0,0 0 1,-2 2-1,-2-2-20,-2 2 0,3 2 0,-5 1 1,-1 0 51,-1 0 0,-2 0 0,0 0 0,0 0 14,0 0 1,0 0 0,1 0-24,-1 0 0,0 4 0,0 1 0,0-2-8,0-2 1,5-1 0,-1 0 0,-1-1 61,-1-4 0,-2-2 0,-1-6 0,-3 0 100,-5 0 0,-3-1 0,-1 1 0,0 0 19,0 0 1,-5 1-1,-6 4 1,-5 3-100,-6 4 1,-2 1-1,-4 1 1,-1 4-340,-2 3 1,0 5 0,7 4 0,2 1 261,4 3 0,-2 1 0,-1 4 0</inkml:trace>
  <inkml:trace contextRef="#ctx0" brushRef="#br0" timeOffset="25">15760 13164 7340,'-4'-9'-17,"-1"1"1,1 3 508,4-3-374,0 5 1,0-2-1,0 10 1,1 3-50,4 4 1,-2 1-1,4 0 1,0 0-19,1 1 1,-4 3 0,3 2 0,-1 0-38,-3 0 1,3 0 0,-2-3-1,-1 3-14,-1 2 1,-2-5-1,0 1 1,0-2-35,0-2 0,0 0 0,0 0-10,0 0 0,0-4 4,0 0 0,-2-8-9,-2-1 1,2-1 0,-2-8 0,1-1-9,-1-2 0,2-5 1,-2-1-1,2 1 19,2-2 0,0 3 0,0-5 0,0 2 23,0 3 0,5 0 1,-1 0-1,0-2 21,2 2 0,-3 3 0,5 3 0,-1 1 10,0-1 0,0 3 1,4-1-1,-3 1 64,3 0 0,0 4 1,2-1 59,1 2 1,-1 2 0,0 2-43,0 2 0,-4 3 0,-2 6 0,0 0-16,1 1 0,-5 3 1,2 2-1,0 0-52,-1 0 1,0 0 0,-4-3 0,0 2-92,0-2 1,0-2 0,0-1 0,0 1-440,0-1 0,0-5-263,0 1 1,2-1 762,2 0 0,-2-8 0,9-13 0,-3-7 0</inkml:trace>
  <inkml:trace contextRef="#ctx0" brushRef="#br0" timeOffset="26">16102 13204 7997,'-2'13'-47,"-2"0"1,2 0 0,-2 0 75,2 0 1,4-1 0,1-2-1,3-2-8,1-3 0,2 4 0,4-5 0,0-1-12,0-1 1,0-2 0,0 0 0,0-2 15,1-2 0,-6-2 0,0-4 0,-2 1 4,-4-1 0,0-3 1,-2-3-1,0-2-18,0 2 1,-2 2 0,-2 0-1,-5 1-22,-2 0 1,2 2 0,0 0 0,-1 4-76,-2 1 1,-1-3 0,0 5-168,0 1 1,0 3-356,0 4 0,5 4 608,4 5 0,2 0 0,2 0 0</inkml:trace>
  <inkml:trace contextRef="#ctx0" brushRef="#br0" timeOffset="27">16207 13059 7997,'7'-6'80,"-3"-2"0,-1 2 163,2 1 1,2 5 0,5 5-119,-4 3 0,4 4 1,-5 3-1,2 1-173,0 1 0,-5 5 1,3-3-1,-1 0-53,-3 0 1,-1 3-1,-2-4 1,0-1-27,0 2 1,0-4 234,0 2 0,-6-8 1,-3-6-25,-3-6 0,5-6 1,3-7-1,1-3-43,-2-1 0,4-2 1,-3-5-1,2 1-180,2 0 1,5 0-1,0-1 1,3 1-239,2 0 0,2 4 0,-1 1 0,1 3-887,1 1 1264,-9 3 0,20 1 0,-10 0 0</inkml:trace>
  <inkml:trace contextRef="#ctx0" brushRef="#br0" timeOffset="28">16443 12954 7997,'0'13'0,"0"-4"0,0 0 0,0 1-58,0 2 1,0 1-1,0 0 1,0 1 216,0 4 0,0-2 1,0 4-1,1 1-123,4-1 1,-4 1 0,5 1 0,0-5-97,3-2 0,-2 2 0,2 1 66,1-2 0,-3-7-118,2-5 0,-6-4 1,1-6 40,-2-7 1,-2-2-1,1-5 1,2 0 43,2-1 0,-1-1 0,-4-3 0,1 2 22,4 1 1,-4 2 0,5-4 0,-2 4 21,1 1 1,4 1 0,-4 7 0,1 1 66,0 1 1,4 6 0,-1-2 44,3 4 0,1 2 0,0 4 1,-1 5-61,-4 6 1,4 0 0,-5 5 0,2-1-58,0 0 1,-6-3 0,3 2 0,-2-2-9,0 1 1,5-1 0,-4-4-133,-3 0 0,0-4 60,-2 0 0,1-6 0,2 0 1,2-6 10,-2-6 1,0-3-1,-1-2 1,4-2 33,2-2 1,-4-4 0,3 3-1,1-1 21,-1-3 0,2 4 0,4 0 0,0 1 98,0 1 0,0-1 0,0 6 51,0 4 0,-4 2 0,0 7 0,0 4 33,-2 3 1,0 5 0,-4 4 0,2 1-75,-3 3 0,4-1 1,-1 4-1,-2-4-71,-2-1 0,3-1 1,1-5-1,-1 0-204,2 0 1,-3 0-152,6 0 0,-1-5 1,6-4 36,-1-3 0,-4-5 1,-1-2-1,1-1 16,-2-3 1,5-2 0,-3-1 0,2 0 108,3 0 1,-6-5-1,1 1 1,0 1 155,-2 1 0,5 2 0,-5 0 0,2-2 65,0-2 0,-6 2 0,2-3 0,0 2 165,-1-1 1,2 2 0,-3-2-60,1 2 0,1 6 0,-7 2-29,-2 1 0,1 3 0,-6 8 0,-1 3 41,-2 4 0,-1 6 0,0 1 1,1 1-140,4 3 1,-4 2 0,5 2 0,-2-3-149,0-2 0,6 2 1,-1-7 18,2-1 0,4-7 0,2-5 37,5-2 1,3-10 0,2-3-1,2-5-15,2 0 1,-1 1-1,-4 2 1,-1 0 30,-3 0 0,2 5 0,-2 4 16,3 3 1,1 1-12,0 0 0,-4 0 0,0 0-27,1 0 0,-3 0-31,2 0 0,-6-2 1,1-2-1,-1-5 70,2-3 1,-4-5 0,3-2 0,-2-2 17,-2-2 1,0-2-1,0-1 1,-2 0 71,-2-1 0,3-3 0,-4 0 0,2 4 57,-1 3 1,2 7-1,-2-2 1,1 5 394,-1 4 1,2 6-306,-2 12 1,-2 1-1,2 14 1,1 2-76,1 3 1,2 6 0,0-3-1,2 2-65,2 2 0,-1-3 0,4-3 0,1-2-285,-1-2 0,2-1 0,5-4 0,2-8-137,2-7 1,-1-5 0,-2-2 0,1-5 59,2-7 0,-1-4 0,-4-7 0,-1-6 171,-3-2 1,2 2 0,-3-2 0,-1 2 148,-3 6 1,2 2 0,-2 0 0,-1 4 830,-1 4-604,-2 6 1,0 10 0,0 9-1,0 7-123,0 2 1,0 2 0,0 5 0,0-3-354,0-2 1,0 2 0,0-7-1,0 1-830,0 1 1,1-5 1040,4 4 0,-4-9 0,17-9 0,-4-8 0</inkml:trace>
  <inkml:trace contextRef="#ctx0" brushRef="#br0" timeOffset="29">17572 12599 7997,'-7'6'-926,"-4"-3"926,2 6 0,-3 0 0,-1 4 0</inkml:trace>
  <inkml:trace contextRef="#ctx0" brushRef="#br0" timeOffset="30">17730 12639 7683,'-6'7'131,"-3"-3"0,2 2 0,0 0 0,0 0 23,-1 0 1,0 4 0,-6-1-75,1 2 1,6 3 0,3-1-109,2 0 1,2 0 0,2 0-1,2-1 39,5-3 0,2 2 0,3-2 0,-1 3 41,0 1 0,-2 4 0,0 2 0,-4 0 115,-1 0 1,-2 0-1,-5-1 1,-4 2 41,-3 1 1,-6-2 0,-2-6 0,-3 0-91,-1 0 1,3 0 0,-4-1-91,2-3 0,9-5-180,10-8 0,7-10 0,12-7 1,6-4-245,4-2 1,3 0 0,-3-3 0,2 0 168,-2 1 0,-1 1 0,-2 2 0,-1-1 232,-3 1 0,0 1 0,-8 3 0,-3 5 258,-4 2 1,2 2 17,-5 0 1,-5 6 0,-8 2-15,-3 4 0,-1 7 0,0 4 0,1 4-23,4 4 0,-3 4 0,7-3 0,0 1-167,-2 4 1,4-4-1,-2 1 1,2-2-93,2-3 0,2 1 0,2-2 1,4-4-228,-1 1 1,5-6 0,-4 0 0,4-2-448,1 0 1,0 1 0,-1-7 687,-3-2 0,2-3 0,-3-6 0</inkml:trace>
  <inkml:trace contextRef="#ctx0" brushRef="#br0" timeOffset="31">17651 12586 8014,'-26'7'-879,"0"-2"0,1-4 1511,3-1 0,10 0 0,12 0-632,8 0 0,9-6 0,4-1 0</inkml:trace>
  <inkml:trace contextRef="#ctx0" brushRef="#br0" timeOffset="32">5647 14215 8236,'0'-9'-682,"-1"2"296,-3 1 0,2-4 436,-2 1 1,-4 4 6,0 0 0,0 4 0,0 1 0,-3 0 10,0 0 1,-2 1-1,-2 4 1,-3 3-28,-3 4 0,-6 7 1,-5 3-1,-7 4-8,-8 5 0,-10-1 1,-6 8-1,30-17 1,-2 1 3,-2 0 0,-1 1 1,2-1-1,1 0 0,0 1 1,0 0-1,2 1 0,0-1 59,2 1 1,1-1 0,-28 19 0,6 1 0,4-7-15,5-5 1,8-8 0,2-2 0,1-1-88,-3 0 0,3-5 0,2 0 0,0-5-44,0 0 0,3-3 0,0 1 0,5-3-163,3-2 0,1 3-235,5-1 0,6-2 187,3-8 0,8-2 1,5-5-1,2 2 261,2 1 0,1 0 0,-1-5 0,0-2 0,0-2 0,0-1 0,0 3 0,0-3 0,1-1 0,-6 4 0,1-3 0,0 1-111,-2 1 1,3-1-1,-5 5 1,-1-2 240,2-2 1,-5 7-1,4-3 1,-4 1 288,-1 0 1,0-1-150,0 0 1,-6 6 0,-2 2-105,-4 4 0,-3 1 1,-1 1-1,-1 4-18,1 3 0,-5 10 0,1 4 0,-2 4-34,0 5 1,0 2 0,-4 7-1,0 1-6,-1 2 1,1-2-1,1 3 1,3-3 4,5-2 1,-2-1 0,1-3 0,4-4 11,4-3 0,-1-8 1,7-2-1,1-4 431,2-1-485,1-5 1,6-2 0,2-6 0,4 0-147,1 0 0,5 0 0,1 0 1,2 0-265,7 0 0,-2-5 1,5 1-1,-2 1-207,2 1 0,-2-2 546,6 0 0,0-1 0,5 5 0</inkml:trace>
  <inkml:trace contextRef="#ctx0" brushRef="#br0" timeOffset="33">1156 15240 8433,'-9'-6'-56,"0"-3"1,5-1 0,-3 0 0,-1 3-371,1 1 0,4-4 1,-3 1 675,0-3 1,5-1 0,-5 0-11,0 0 1,5 4 164,-4 0-20,-2 0-292,6 2 1,-5 3 0,6 10 0,1 5 27,4 5 0,-2 9 1,4 0-1,0 4-99,0 0 1,1 4 0,2-3 0,-3 1-15,-1 1 0,4-4 0,-2 2 0,0-3-232,1-5 0,-5 2 1,4-3-1,-2 1-307,-3 0 0,4-6 0,0 1-880,0-2 1411,5-8 0,-5-7 0,7-7 0</inkml:trace>
  <inkml:trace contextRef="#ctx0" brushRef="#br0" timeOffset="34">1287 15279 8433,'-9'5'-865,"1"-1"0,5 2 1090,-2-2 1,4-1 50,1 6 1,0-5-199,0 5 0,0 0 1,1 3-1,2-2-35,2-1 0,0-2 0,-2 3-36,2-1 0,-1-5 0,-2 4 0,0-1-17,3 0 31,-1-4-26,-4 3 1,0-8 0,0-2 0,0-5 28,0-2 1,5-2 0,-1-1 0,0 0 37,2-4 1,-4 4-1,3-5 1,0 1 34,-1 1 0,5-1 1,-3 5-1,1 1 96,3 4 0,-2-3 0,0 7-97,3 1 1,0 2 0,2 1-109,1 0 0,-7 5 0,-1 4 0,-2 3-244,0 1 1,2 0 0,-3 0-1,2 0-77,-3 1 1,0-1-1,-2 0 1,0 0-241,0 0 0,0-4 573,0 0 0,0-8 0,0-1 0,6-12 0,1-8 0</inkml:trace>
  <inkml:trace contextRef="#ctx0" brushRef="#br0" timeOffset="35">1537 15069 8297,'0'-13'-478,"0"4"624,0 1 0,0 6 55,0 2 1,0 6-1,0 7 1,0 0-53,0 0 1,1 2 0,2 1 0,3 2-57,1-2 1,2-2 0,3-1 0,-2-1-92,-1-3 0,-1 1 0,5-6 1,1 1-256,-1 1 1,4-5 0,1 3 0,-1-2-288,2-2 0,-4-5 0,4 0 540,0-3 0,1 0 0,6-6 0</inkml:trace>
  <inkml:trace contextRef="#ctx0" brushRef="#br0" timeOffset="36">1865 14596 7527,'-9'0'88,"0"0"0,7 8 0,-3 6 0,5 11 185,5 9 1,0 3 0,6 4 0,-3 3-78,3 4 1,-4 3 0,2 2-1,-1 0-187,0-1 0,2 1 0,-6-2 0,-1-3-107,-1-4 0,2-14 1,0-5-1,-1-4-328,-1-5 0,4-8 0,1-5-29,0-6 0,5-4 1,-3-7 454,2-4 0,8-2 0,2-7 0</inkml:trace>
  <inkml:trace contextRef="#ctx0" brushRef="#br0" timeOffset="37">2259 14754 8481,'-9'0'-405,"0"0"428,-1 0 1,0 6 0,0 2 0,1 6 273,-1 3 1,3 4 0,-1 5 0,2 0-121,3 0 1,2 5-1,1-2 1,0-2-190,0-4 1,0-7 0,0 1 0,1-2 130,4-2 0,2-5 0,6-4-304,0-3 1,1-8-1,-1-5 1,-2-4-46,-2 0 1,3-4 0,-5-2 0,2-1 75,0 1 1,-6-3 0,1 3 0,-3-3 74,-1-1 1,0-5 0,0 1 0,0-1 65,0-1 0,-1 3 1,-2-6-1,-3 0 60,-1 1 0,0 2 0,-4 7 0,4 2 153,1 1 1,-3 10-1,4 0 99,-3 5 0,5 4 1,-1 9-24,3 7 0,2 6 0,3 7 0,4 2-72,-1 3 0,3 2 1,-4 5-1,1-1-76,4-2 0,0-4 0,1 2 1,-2-1-196,-1-3 0,0-5 0,4-4 0,1-1-92,4-3 1,-4-7-1,4-5 1,-2-2-91,2-2 0,2-7 0,5-5 1,-2-6-44,-1-2 0,-4-2 0,3-4 1,1-2 9,-1-3 1,2 4-1,-5-6 1,-2 3 185,-2-1 0,-1 1 0,-1 3 1,-3 2 158,-5 4 1,-2 2 0,-2 5 82,0 1 0,-6 6 1,-3 3-1,-3 2 0,-1 2 0,0 2 0,0 2 0,0 5 131,0 2 1,4 7 0,2 1 0,1 1-103,3 4 1,-3-4 0,2 1-1,1-1-172,1 0 1,8-2 0,3 2 0,3-1-228,1-3 1,1-2 0,2-4 0,3-3-88,2-1 1,1-2-1,4-5 1,0-4-161,0-3 0,1-8 0,-1-3 1,0-2 470,0-2 0,-5-2 0,-2-1 0,-2-2 0,1-3 0,-2 4 0,-6-4 0,-1 3 0,1 2 0,-4 0 0,-2 1 0,-2 2 0,-2 1 0,0 6-39,0-2 0,-6 9 239,-3 5 1,-2 8 0,-1 5 0,2 3 199,1 1 0,6 6 0,-3 1 1,2 2-74,-1 0 0,1 0 0,4 3 0,0-2-99,0-1 0,0-6 1,0 2-1,1-4-182,4-1 0,2-5 0,6-2 0,0-2-257,1 0 1,3-1 0,2-7 0,1-6-417,4-6 0,1-1 0,-1-3 627,-2 1 0,9-10 0,-3 1 0</inkml:trace>
  <inkml:trace contextRef="#ctx0" brushRef="#br0" timeOffset="38">1248 16002 8573,'-8'-6'-231,"-2"3"0,4-4-4,-1 1 1,3 2 617,-5 4 1,6 1-243,-1 4 1,2 2 0,2 7 0,0 4-81,0 4 1,5 3 0,0 1 0,1 0-278,0 1 0,4-1 0,-2 2 0,0 1-968,1 1 1184,-6 1 0,9-5 0,-5 1 0</inkml:trace>
  <inkml:trace contextRef="#ctx0" brushRef="#br0" timeOffset="39">1182 16330 8573,'-7'0'-36,"1"-5"0,6-4 0,1-3 141,4-1 1,2-2 0,8-1 0,1-3-59,1-1 1,5-6 0,-3-5 0,1 2-66,4 1 0,-4-3 0,1 1 0,-2 1-10,-3 1 1,-2 6 0,-1 2 0,-1 1-259,-3 2 221,-3 3 1,-8 7 73,-2 2 1,-3 4 0,-5 2 8,3 4 0,2-2 0,4 5-6,-1 2 0,-1-2 0,4-1 0,-2 0 47,-2 1 0,1-4 0,4 5-12,0 1 0,0 2 1,0 1-1,0 0-1,0 0 1,4 0 0,1 0 0,-1 2-24,2 3 0,-3-4 1,4 5-1,-1-1-14,-3-1 1,3 1 0,0-5-1,-1 0-31,1 0 1,3 0 0,-3 0-88,1 0 0,-4-4-96,1 0 126,-2-6 1,-2 1 0,0-8 62,0-5 0,0-3 1,0-1-1,0 0 19,0 0 1,0 0 0,0 0-1,0 0 39,0 0 1,4-5 0,1 0 0,-1 2-6,2 2 1,-3 1 0,4 0-1,0-1 12,1 1 1,0 2 0,6 2-16,-1 4 1,0 4-1,0 1 1,0 0-24,0 0 1,0 6-1,1 1 1,-1 2-23,0 0 1,0-2 0,0 2 0,0-5-21,0-2 0,0 2 1,1 0-1,-1-1-66,0-1 1,0-8-1,0-3 62,0-3 1,-5-1 0,-4-1 0,-3-2 12,-1-2 0,0 1 0,0 3 134,0 1 1,-1 2 0,-3 2 33,-5 4 1,2 4 0,-1 2 0,2 4 47,3 4 1,-2 4 0,0 3 0,2 1-59,2-1 1,1-1 0,0-2 0,1 0-48,4 0 0,2-4 1,6-2-100,0-1 0,0-1 1,2-5-1,1 0-333,2 0 0,1-6 1,-3-3-1,3-3-763,1-1 0,-4 5 1106,2-1 0,2-6 0,0-5 0</inkml:trace>
  <inkml:trace contextRef="#ctx0" brushRef="#br0" timeOffset="40">2272 15739 8573,'-7'6'-6,"1"-4"1,12 2 0,3-7 106,2-1 0,2-7 1,0 3-1,1-4-105,-1-1 0,0 0 0,-1-2 0,-2-1-68,-1-1 0,-2-2 1,3 2-1,-3 0-46,-1 1 0,-1-3 0,-5 1 96,0 2 1,-2 8 0,-2 3 79,-5 4 1,-3 4-1,-1 4 1,0 8 158,0 4 1,1 7 0,2 6 0,3 0-12,1 0 0,1 0 0,5-3 0,0 1-171,0-6 1,2 1-1,2-7 1,5-4-52,3-3 0,2-6 1,2-5-1,2-1-217,-2-3 0,4-8 1,1-7-1,-1-1-78,-2-4 0,-4-5 0,-1-2 0,1 1 133,-1-2 1,-4 4-1,-2-3 1,0 3 239,0 2 0,1 4 0,2 2 1,-3 1 141,-1 3 0,4 7 0,-1 5 5,3 2 1,-4 4-1,1 2 1,0 5 26,-2 2 1,5 8-1,-5 3 1,1 3-160,-4 1 0,2 1 0,-2-1 0,-1-1-82,-2-3 0,-1 1 1,0-5-1,0-2-259,0-2 117,0-1 0,-4-7 1,0-6-72,1-7 1,1-6-1,2-5 1,2-4 35,2-2 0,-2-4 0,3-1 0,0-2 109,-1 2 0,1 1 1,-4 2-1,2-1 82,1 1 1,1 1 0,-5 3 0,0 5 228,0 2 0,4 7 71,1-1 0,-1 7 0,-4 4 0,0 8-62,0 6 1,0 3 0,1-1 0,2 2-92,2 1 1,5-3 0,-3-4 0,2-1-109,0 0 1,-1-1 0,6-4 0,-1-2-134,0 0 1,0-5 0,0 2-1,0-4-221,0-3 0,0-11 0,1 2 0,-1-3 31,0-3 1,-1 3 0,-2-5 0,-3 1 228,-1-1 1,3 5 0,-5-1 0,-1 2 189,-2 2 196,-1 0 0,0 7 0,0 8-2,0 9 0,0 4 1,0 7-1,0 1-65,0 2 1,0 1 0,0 0 0,0 2-216,0 3 1,0-3 0,0 2 0,0-1-90,0 2 1,0-3 0,0 3-1,0-5-221,0-4 0,0-3 0,0-6 64,0 0 0,-1-6 1,-2-4-1,-3-6 67,-1-6 1,0-8 0,-2-5 0,3-4-28,0-5 0,3-4 0,-4-7 1,1-2 30,3 2 1,2 1 0,1 1-1,1 2 104,4 3 1,2 3 0,6 7 0,0 4-44,0 3 0,0 3 0,2 4 0,1 2 333,2 5 0,-2 4 0,-6 4 0,-3 5-14,-1 2 0,-2 8 0,-4 2 1,0 1-80,0 0 1,-1 0-1,-3 4 1,-5-1-37,-3-3 0,-3 1 0,-1-6 0,-1 1-138,1 1 1,1-5 0,2 3-1158,0-7 35,6-4 0,1-8 0,7-4 1112,4-7 0,8-6 0,7-7 0</inkml:trace>
  <inkml:trace contextRef="#ctx0" brushRef="#br0" timeOffset="41">1143 17014 8285,'-9'-5'-584,"0"1"1,5-1 744,-5 5 1,6 3 0,-1 5-1,2 6-49,2 5 1,2-1 0,1 4 0,1 1-104,-1 2 1,3 0-1,-2-2 1,-1-1-56,-2 1 1,4-4-1,-1-1 1,-1-4-156,-1 0 0,3-3 173,4-2 0,1-6 0,1-10 1,-3-7 36,3 0 0,0-1 0,2 2 0,1 0 13,-1 0 0,4 6 0,1 2 1,-2 4-9,-2 1 0,-1 0 1,-1 1-1,-2 4-8,-1 3 0,-6 5 0,1 3 0,-2 3 37,-2 2 0,0 1 0,-2 3 0,-1-2 49,-1-1 0,-6-6 0,1 1 0,-3-3 67,-1-6 1,-1 3-1,-2-7-112,-2-1 1,1-3-1,4-5 1,1-3-132,3-4 0,-1-5 0,6-2 0,1 0-78,1 0 0,2-3 1,0 4-1,0 2-249,0 2 1,2 0 0,2 1 410,5 0 0,2 0 0,3 0 0</inkml:trace>
  <inkml:trace contextRef="#ctx0" brushRef="#br0" timeOffset="42">1550 17000 7345,'-9'0'322,"0"0"1,5 2 0,-3 2-246,1 5 1,0 3 0,3 2 0,-1 2-2,1 2 0,1 4 0,2-3 0,0 1-133,0 4 0,2-1 0,1 0 1,2-2-108,3-2 0,0-2 0,6-5 18,-1-3 1,0-5 0,0-8 43,0-5 0,-1-7 1,-2-3-1,-1-2 57,1-2 1,-4-2 0,0-1 0,-2 1 133,0 3 1,2-1-1,-3 5 1,2 2 67,-3 2 1,0 5-1,-1 2-33,4 1 0,-2 3 0,4 7 0,-1 5-31,-3 3 1,3 2 0,-1 2-1,3 2-152,2-2 1,0-1-1,0-2 1,-1 0-120,1 0 0,-2-4 0,0-2 36,3-1 1,-4-2-1,0-5 92,-1-4 0,3-2 0,-5-7 0,-1-3 61,-1 0 0,2-6 0,2 1 0,1-3 55,3-1 1,2 1 0,1 1 0,0 4 68,0 1 0,0 2 1,1 5-1,-1 3 14,0 5 0,0 2 0,0 2 0,0 0-71,0 0 0,-1 6 1,-3 3-1,-5 4-22,-2 4 0,-2 0 1,0 3-1,0 0-32,0 1 0,-2-4 0,-2 4 0,-5-1-29,-3 1 0,4-5 0,-1 0 0,0-5-191,2-2 135,-5-6 1,11 2-1,-4-10 1,4-4-79,1-2 1,1-4 0,4-2-1,3-4-34,4 1 0,1-5 0,-1 4 1,-2 0 65,-1-1 1,0 4-1,4-2 1,0 1 121,0 3 1,-4-3-1,-2 1 193,-1 2 151,4 2 1,-8 8-188,2 6 1,-3 6 0,-2 7 0,-2 0-96,-1 0 0,-1 4 0,5 1 0,0-2-96,0-1 1,2-2 0,1 0-77,1 0 1,6-1 0,-1-3 73,3-5 1,1-3-1,0-2 1,0-3-200,0-5 0,0-7 1,2-3-1,1-2 83,2-2 0,-5-2 0,-5 0 0,3 2 119,0 1 0,-2 2 0,-2-2 0,-1 4 9,-3 4 120,-1 6 1,-8 4-1,-2 10 1,0 7 131,-1 7 1,2 4 0,-2-1 0,3-1-142,0 1 1,5 2-1,-4 0 1,4-3-184,1-5 1,0 2 0,1-3 8,4-4 1,2-5 0,6-7 0,0-1-100,0-3 1,1-10 0,0-8 0,2-2-17,2-3 0,-1-3 0,-4-2 0,-1-2 115,-3-2 0,-3 2 1,-6-1-1,0-2 111,0-1 0,-6-5 0,-3-3 1,-4 1 45,-5 0 1,-1 1-1,-4 5 1,3 1 391,1 3 0,1 4-151,5 9 1,4 9-1,2 12 1,1 8 51,3 10 0,2 13 1,2 6-1,2 5-120,2 3 1,3 8-1,-2-2 1,1 0-221,4 1 1,-4-6 0,2 0 0,-1-1-632,0 0 0,3-2 0,0-7 0,3-4 593,4-3 0,5-2 0,-2 0 0</inkml:trace>
  <inkml:trace contextRef="#ctx0" brushRef="#br0" timeOffset="43">2955 16370 8266,'-13'13'-240,"1"-4"0,2-2 0,3 0 104,1 1 1,1 0-1,5 6 1,0-1 442,0 0 1,2 0 0,2 0-205,5 0 0,-2-4 1,2-2-48,1-1 1,2-1-63,1-5 0,-1-2 0,-3-2 1,-4-7-1,1-5 1,-4 2-1,2-5 1,-2 1 6,-2 1 1,0-7-1,1 3 1,2-3 66,1 2 1,2-1-1,-3 5 1,1 1 48,-1-2 1,3 4 0,0-2-7,1 2 1,2 4-49,4 2 0,-1 4 0,-3 10 0,-4 4-53,1 2 0,-4 7 0,2-1 0,-2-1-31,-2-1 0,0 2 1,0 1-38,0-2 1,0-6-23,0-1 0,0-8 0,0-1 27,0-7 1,0-6-1,0-3 1,0-3 36,0-1 0,1 3 1,3 0-1,4 2 84,-1 2 1,5 0 0,-4 1-1,3 2 46,-3 1 1,4 6 0,-3-1 0,3 3-140,1 1 1,-2 5 0,0 4 0,-3 3-152,3 1 0,-4 2 1,0 1 175,-1 1 0,4 7 0,-3-4 0</inkml:trace>
  <inkml:trace contextRef="#ctx0" brushRef="#br0" timeOffset="44">2522 17303 8483,'0'-15'-104,"0"-1"1,0-2 92,0 2 0,-2 2 1,-1 1-1,-1 0 337,1-1 1,0 3-152,-1 2 1,-4 3-1,-5 6-132,0 0 0,1 6 0,4 3 0,2 4-36,0 4 0,5-2 0,-4 4 0,4-2-80,1 1 1,6 1 0,2-3 0,4 2-44,1-2 1,0 3-1,0-2 1,0 1 45,1 1 1,-1 0-1,-2 2 1,-2-2 19,-4 0 0,0 2 1,0 4-1,-4-2 94,-4-1 1,0-2-1,-5 2 1,-3-4 243,0-4 0,-2 0 0,-1-3-182,1-2 0,6-5 1,3-10-1,2-5-186,2-5 1,6-12 0,4 0 0,6-4-193,6-4 0,7-4 1,2-2-1,0-2 18,1 2 0,-4-1 0,4 3 0,-3-1 169,-3 3 1,2 7-1,-12 2 1,-3 4 141,-3 3 0,-7 6 1,0 0 17,-6 6 0,-4 0 1,-6 5 267,0 2 0,-1 2 1,1 1-20,0 0 1,4 0-250,1 0 1,5 1 0,-2 4 21,4 3 1,1 4 0,0 3-124,0 2 1,1-2 0,2 2 0,3-1 5,1 2 0,1-2 0,2 6 0,-1 0 1,1-2 0,-3 5 1,2-3-1,0 3-15,-2 1 0,3 0 1,-4 1-1,0-1-9,0 0 0,0-4 1,-4-1-1,3-3-30,-2-1 0,-2-7 1,-1-1 14,0 1 1,0-6 29,0-4 1,0-6 0,0-8 0,0-2 20,0-2 1,0 1-1,0 2 1,0-1 0,0-2 1,0 1 0,0 4 0,0 0-9,0-1 0,0-3 0,0-1 0,0 2 104,0 2 0,0-1 12,0-2 1,5 2-1,0-2 22,3 2 1,0 8 0,6 2-34,-1 4 0,0 2 0,0 4-72,0 3 0,-1 4 0,-2 1 0,-3 0-68,-1 1 1,3-1 0,-3 0 0,0 0-141,-1 0 0,1 0 1,-3 0-204,2 0 0,0-1 1,-2-2-14,2-1 1,1-6 0,-4 0 404,3-6 0,-1-4 0,-4-8 0,0-1 0,0-1 0,5-7 0,-1 2 0,-1-2 0,-2-3 0,4 1 0,-1 1 0,-1 2-136,-2 1 1,-1 6 0,2-2 348,2 4 10,-2 6 0,8 4 1,-6 8-1,-1 5-199,-1 3 1,-1 2 0,2 3 0,2 0-201,-3-1 0,4-1 0,-1-2 176,-2 0 0,4 6 0,0 1 0</inkml:trace>
  <inkml:trace contextRef="#ctx0" brushRef="#br0" timeOffset="45">3099 17000 8218,'-4'-13'-487,"-2"0"0,0 0 58,1 0 0,0 0 100,5 0 329,0 5 0,6-3 0,1 3 0</inkml:trace>
  <inkml:trace contextRef="#ctx0" brushRef="#br0" timeOffset="46">3244 16817 8218,'0'-19'-301,"1"3"1,2-5 0,2 2 231,-2 3 1,0 3 0,-1 3 0,3 1 464,-2-1 0,0 4-288,1 1 1,-1 10 0,4 5 0,-1 8 87,-3 8 1,0 6 0,0 7 0,3 2-22,1 3 0,2-2 0,4 7 0,0 0-77,0 2 0,0-3 1,0-1-1,2-2-44,3-2 0,-2 1 0,4-5 1,0-5-165,1-5 0,-5-9 0,3-2 0,-2-5-281,1-4 1,-1-5 0,-5-8 38,-3-5 1,1-4-1,-6-3 1,-1-2 127,-1 2 1,-8-4 0,-3-2-1,-2-2 121,-3 2 0,1 2 0,0 4 0,0-2 279,0 2 0,0-3 0,0 2 1,1 1 106,3 1 1,-1 2-1,4 0 1,0 0-184,0 0 1,2-2-1,4-1 1,0-1-161,0 0 1,2-1 0,2-1 0,5-2-58,2-2 0,1-2 0,-2-1 0,-2-1-9,-3 1 0,4 0 0,-4 0 1,-3-1 137,0 1 0,-2 0 0,0-1 0,0 3 450,0 2 1,0 3 111,0 6 0,-4 7-287,-1 6 0,1 11 0,5 11 0,4 5 65,3 3 0,4 4 0,1 5 0,0 1-150,0-1 1,1 1-1,-1-1 1,-2-1-149,-2-3 1,3 1 0,-3-5 0,1-2-179,-1-1 0,1-2 0,-4-1 1,-1-3-1870,1-4 991,-1-4 0,-5-8 0,0-6 1002,0-7 0,-6-11 0,-2-2 0,-5-7 0</inkml:trace>
  <inkml:trace contextRef="#ctx0" brushRef="#br0" timeOffset="47">3599 16961 8195,'-9'0'-2,"2"-1"1,-1-2 242,1-2 1,4-1 205,-1 2 0,4-3-340,4-6 0,-1 4 0,6 0 0,1-1-127,2-2 1,5 3 0,1 1-1,-2-1-858,-2 2 1,-1-4 877,0 7 0,6-12 0,2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9981 7449 8441,'-13'0'0,"0"-1"-339,0-4 0,0 2 0,0-4 390,0 1 0,-1-2 132,1 3 0,6-1-107,3 2 0,4 2 0,4-2-15,5 3 0,4-4 1,4-1-1,5 1-36,3-1 1,9-4-1,5 1 1,9-4-38,8-5 1,14-2-1,-28 6 1,3 0-1,7-1 1,1-1-7,6-1 0,1-1 0,5-1 0,1-1 0,4-2 0,0 0 0,-22 6 0,0 0 1,0 0-94,2-1 1,0 0 0,-1 0 0,0 1 0,0 0-1,1 1 1,0 0 0,1 0 0,-1 1 0,0 1 0,-1 0-1,0 0 100,21-5 1,-2 1 0,-1-2-1,-2 1 1,-7 3 0,-1 0 0,-1 0-1,-1-1-24,-2 0 1,-1 0-1,2 0 1,0 0-1,2-2 1,0-1-1,0 2 1,-1-1-40,-1 0 0,-3 0 1,-6 2-1,-4 0 1,-5 1-1,-1 0 0,24-8-44,-5 6 1,-7 2 0,-5 3 0,-5 4-572,-7 3 689,-2 4 0,-7-5 0,-2-1 0</inkml:trace>
  <inkml:trace contextRef="#ctx0" brushRef="#br0" timeOffset="1">13041 7331 8287,'0'-9'-120,"0"0"0,0-1-242,0-1 0,2-4 1,1-3-1,3-3 361,1-4 1,2-2-1,4 1 1,0-2 88,0-2 0,0-2 0,0-5 1,1 2 86,-1-1 1,-5-2-1,1-3 1,1-2-41,2 0 0,0-1 0,-2 6 0,-1 1-85,1 2 1,-4 3-1,0 0 1,-2 7-448,0 5 397,1 2 0,-17 11 0,-3 1 0</inkml:trace>
  <inkml:trace contextRef="#ctx0" brushRef="#br0" timeOffset="2">13632 6241 8386,'-13'-14'-226,"0"3"-44,0 2 0,4-3 1,2 4-1,1-4 398,3-1 0,-3 0 1,2-1-1,1 0-17,2-4 1,2 2 0,2-4 0,3-1-26,1 1 0,2 4 1,4-2-1,0 4-71,0 1 0,0 1 0,1 3 1,-1 5-47,0 2 0,-6 4 0,-1 4 0,-2 7-41,1 7 0,-2 9 0,-6 4 0,-3 2 68,-1 5 0,-2 0 0,-4 4 1,1-3 43,3-2 0,-1-5 1,4-5-1,0-4 411,1-4-352,0-5 0,11-4 0,3-12 0,2-7-51,3-5 1,3-1 0,1-2-1,-1-1-47,2-1 0,-6-1 0,2 7 1,-5 0-328,0 3 0,2 3 0,1-2-412,0 1 738,0 2 0,0-2 0,1-1 0</inkml:trace>
  <inkml:trace contextRef="#ctx0" brushRef="#br0" timeOffset="3">14105 5741 7516,'8'-13'-740,"-3"4"0,-3 2 1033,2 1 0,-2-4-41,2 1 1,2-2 13,-2-3 1,1 6 111,-5-1-266,0 6 0,0-1 1,0 9-1,0 7-30,0 4 1,4 8 0,0-3 0,-1 4-55,-1 2 1,-1 3 0,2 2 0,2 0-7,-3 1 1,0 2 0,-1-3 0,2 0-68,2 0 1,-1-3 0,-4-6-1,0-2-21,0-2 1,0-2 0,0-3 2,0-1 0,-1-6 39,-4-3 1,2-2 0,-4-4-4,1-2 0,2 1 1,2-6-1,-1-1-11,-1-2 0,0 4 0,4-1 0,0-1 15,0-2 0,0-1 0,1 0 0,2 0 20,1-1 1,2 1 0,-3 0 0,3 0 7,1 0 0,-4 0 0,3 0 0,-2-1 34,1 1 0,5 0 1,-1 0 34,2 0 1,-2 6-1,-1 1 1,-1 1 128,0 1 1,2 0-1,4 4-73,0 0 1,-4 0-1,-2 1 1,0 3-22,1 5 1,-4 3 0,3 1 0,1 0-69,-1 0 1,-4 0-1,3 1 1,-2-1-84,1 0 1,-1 0-1,-4 0 1,0 0-170,0 0 0,0-4 0,1-1 1,2-1-662,2 0 1,1-3-414,-2 5 1285,3-6 0,6-3 0,0-7 0</inkml:trace>
  <inkml:trace contextRef="#ctx0" brushRef="#br0" timeOffset="4">14539 5794 8313,'-9'13'-5,"0"0"0,5-4 0,-4 0 0,3 2 133,2 5 0,1-1 0,2 4 0,0-2 76,0 1 1,0 4-1,0-5 1,0-1-243,0-1 1,0-2 0,0 0 0,2 0-200,2 1 0,-2-6 0,3 0-614,1-3 1,-3 0 850,6-5 0,0 0 0,4 0 0</inkml:trace>
  <inkml:trace contextRef="#ctx0" brushRef="#br0" timeOffset="5">14526 5676 8313,'-8'-21'-142,"1"-4"1,4 5 0,-1-1-225,1 4 0,1 2 165,2 2 58,0 6 1,5 3-1,0 6 1,3 4-314,2 2 456,2-5 0,1 8 0,0-4 0</inkml:trace>
  <inkml:trace contextRef="#ctx0" brushRef="#br0" timeOffset="6">14749 5662 8313,'-6'21'-139,"-1"-2"0,-2-2 84,0 1 1,2 4 0,-3-3 0,2 1 167,3 4 1,-4 0 0,4 3-1,2-3-32,2-2 1,1 2-1,0-7 1,0-1-52,0-1 1,6-8-1,3-2-69,2-4 0,2-1 0,1-1 0,-1-4-24,0-4 1,0 1-1,0-4 1,0-3-17,0 1 0,-1-2 0,-2 0 0,-1-3 50,1-2 0,-3-1 0,1-2 0,-2 0 22,-3 2 0,-2 0 0,-1-4 0,0 0 16,0 0 1,0 1 0,0 1-1,0 3 79,0-3 0,0 5 0,-1 2 146,-4 2 0,2 8 0,-5 4-100,-3 6 0,5 4 0,2 8 1,1 2-19,-1 5 0,2 3 1,-2 1-1,2 2-88,2 3 0,5-2 1,1 3-1,1-3-104,3-4 0,3-2 0,5 2 0,4-3-65,3-5 0,1-6 0,0-4 0,0-1-20,1-3 0,3-8 1,1-3-1,-2-6 54,-1-3 1,-6 1-1,-2-6 1,1 0 43,-1 2 1,-8-5-1,1 4 1,-3 1 109,-3 2 0,-1 4 85,-6 1 0,-7 7 0,-5 7 110,-4 11 0,0 3 0,6 7 0,1-1-88,-1 0 1,0 4 0,1-5-1,5 1-104,2-4 1,2-2-1,0-2-75,0 0 0,2-6 0,2-2 0,5-4-122,2-1 1,2-1-1,1-4 1,-1-5-22,0-6 0,0 0 0,0-6 0,0-1 76,0-2 1,-1-6 0,-2 1 0,-2-1 49,-3-1 1,4 4 0,-4-4 0,-3 1 48,0 1 0,-2-1 0,0 5 0,0-1 227,0 1 0,-6 6 11,-3 2 0,-2 11 0,-1 7-85,3 7 1,2 11 0,4 4 0,-1 2-6,1 3 1,1-1 0,2 0 0,0 0-183,0 1 0,0-2 0,2-2 1,2-3-68,5-1 1,3-3 0,1-5 0,0-4-31,0-1 0,4-2 0,1-4 0,-1-1-54,2-4 1,-2-2 0,3-8 0,-1-2 69,-3-5 1,-1 2 0,-4-1 0,-1 2 102,-1 3 0,-6 1 1,1 2 197,-2 0 0,-4 2-9,-2 2 1,1 9 0,-6 9 0,1 2-32,0 2 0,-2 5 0,6 1 0,1 0-101,1 0 0,2 3 1,0-5-1,0-1-183,0-1 0,0-2 0,2-1 1,2-4-46,5-3 1,3-4 0,1-1-1,0-1-3,0-4 1,0-2 0,0-6-1,0-2 105,1-2 0,-1 1 1,0-6-1,-1 0 96,-4 2 1,3 1 0,-6 5-1,1 1 194,0 0 0,3 0-7,-5 0 0,2 6 0,-3 4-93,1 6 1,1 4 0,-5 6 0,0 0-85,0 0 0,0 0 0,0 1 0,0-1-69,0 0 1,0 0-1,1 0 1,2 0-219,1 0 0,1-4 0,-4-1 109,4-3 1,2 0 0,6-7 91,0-2 0,0-3 0,0-7 1,1 0 143,-1-4 1,0 4 0,0-2 0,-1 4 204,-4 3 1,4 5 0,-3-3-190,3 1 1,-4 1-1,0 7-258,-3 2 1,4-1-1,-4 6 1,-1 0-299,2-2 0,-3 3 1,4-4-1,0 0 450,1 0 0,0 4 0,5-3 0</inkml:trace>
  <inkml:trace contextRef="#ctx0" brushRef="#br0" timeOffset="7">16482 5189 7410,'-7'6'346,"1"6"0,6 7 0,0 1-184,0 4 0,0 1 0,0 2 1,0 3-121,0 0 0,2 2 1,1-3-1,1 2-148,-1-2 1,3-1 0,-2-2 0,-1-1-52,-1-3 0,-2-7 0,1-8 123,3-1 1,-2-3-1,2-8 32,-2-3 0,-2-8 1,0-2-1,0 0 46,0 0 1,1 3 0,2-3-1,1 2-14,-1-1 0,-1 2 0,-1-2 0,2 2-16,2 2 0,3 0 1,-2 0-1,0 0-18,0-1 0,4 3 1,-1 1-1,2 1 16,3-1 1,-1 4-1,0 1 1,1 4 13,4 1 0,-2 0 0,4 0 0,1 1-26,-1 4 0,-4 6 0,2 8 0,-5 0-25,-4 0 0,1 5 0,-6-2 0,-1 2-7,-1 3 1,-2-5 0,-2-1 0,-2 3-34,-5 1 1,-4-5 0,-3-2-1,-2-4-74,2-1 1,2-1-1,1-3-354,0-5 1,4-2 306,0-2 0,8-2 1,-1-2-1,7-5 186,2-3 0,2-5 0,5-2 0,2-2 0,2-2 0,-1 4 0,2-12 0,2 4 0</inkml:trace>
  <inkml:trace contextRef="#ctx0" brushRef="#br0" timeOffset="8">16890 5373 8659,'0'14'174,"0"-1"1,1 1 0,2 2 0,1 2-279,-1-2 1,-1 0 0,-2 0 0,0 2-137,0-2 0,0-2 0,0-1 0,0 0-311,0 1 1,0-1 0,1-2 550,4-2 0,-4-3 0,5-6 0,-6 0 0</inkml:trace>
  <inkml:trace contextRef="#ctx0" brushRef="#br0" timeOffset="9">16916 5255 8398,'0'-9'-354,"0"1"0,0 5 0,0-3 0</inkml:trace>
  <inkml:trace contextRef="#ctx0" brushRef="#br0" timeOffset="10">17087 5295 8398,'-14'5'0,"1"3"-119,0-1 0,0 5 0,1-4 0,2 6 109,1 3 0,5 4 1,-3 5-1,-1 0 51,1 0 1,4 1 0,-1-1 0,2 2 12,2 2 1,0-8 0,2 0 0,1-6-115,1-3 1,6-5-1,-1-4 40,3-3 1,1-2 0,0-5 0,-1-6-11,-4-4 0,4-3 1,-5 2-1,2-4 36,0 1 1,-5-5 0,4 5 0,-1-1 73,0 4 0,-4 2 1,1 2-1,-1 0 143,2 0 2,-4 6 1,5 2-97,-6 10 1,0 6-1,0 7 1,0-1-152,0 2 1,0-4 0,2 4-1,0-2-109,3 1 0,1-5 0,-3-4 0,2-1 18,3 0 1,-4 2 0,5-6 0,1-1-47,2-1 0,-3-4 1,-1-2-1,2-5 65,2-3 0,1-2 0,0-2 0,1-3 81,-1-2 0,0 4 1,0-4-1,2 1 96,2 0 1,-2 4 0,2-1 0,-2 6 77,-2 2 1,0 6 0,0-1 0,0 2 114,0 2 1,-4 6 0,-2 4-1,-1 6-59,-3 6 0,-1 2 1,-2-1-1,0-1-128,0 1 1,-2 2 0,-1 1 0,-3 1-95,-1-1 1,-2-4 0,-4-2 0,0-1-3,0-3 0,0-6 0,0-2-135,0-2 1,5-3-23,4-8 0,4-2 0,4-6 1,5 0-82,3-1 0,2 1 1,2-1-1,3-2-12,2-2 0,1-1 0,4 3 0,0-3 112,0-1 1,-4 4-1,0-2 1,2 2 119,0-1 1,-3 2 0,-4-1-1,-2 4 173,-2 3 1,0 1 356,0-5-267,-5 5 1,-8 2 0,-9 8 0,-3 4-13,-1 7 0,1 1 1,2 8-1,1 0 53,-1-1 0,0 3 1,1-3-1,3 1-209,1 0 0,3-5 1,-2 4-1,2-2-151,2-3 1,2-3 0,2-3 0,5-3-205,3-1 0,1-1 0,1-5 0,2-2 57,2-2 0,4-5 0,-5-7 0,1-3-69,1-1 0,-5 2 0,4-4 1,-4-1 180,0-2 0,-1 3 1,0 2-1,0-1 169,0 1 0,-4 5 0,-2 1 360,-1 3 0,0 8-153,-2-1 1,-2 8 0,2 5 0,-3 3 113,-1 1 1,-4 2 0,0 1 0,-1 1-196,0-1 0,3-1 1,-4-2-1,2 0-286,-1 0 0,0 0 1,2 0-1,-3 1-187,-1-1 0,2-4 0,-2-1 0,1 2-521,3 2 1,-3-3-1,2 0 815,1 1 0,2-4 0,6 0 0,3-6 0</inkml:trace>
  <inkml:trace contextRef="#ctx0" brushRef="#br0" timeOffset="11">18006 5584 8398,'13'-12'-290,"-1"2"615,-4 1 1,-2 5 166,-6-5-492,0 6 0,-11 3 0,-4 7 0</inkml:trace>
  <inkml:trace contextRef="#ctx0" brushRef="#br0" timeOffset="12">18360 5584 8429,'-26'-12'0,"1"-4"404,4-3 0,6 4-199,6 7 1,6 6 0,-1 4-1,2 9-530,2 10 0,2-1 1,1 2-1,1 0-231,-1-2 1,3 4 0,-2-7 555,-1-1 0,5 5 0,-1-1 0</inkml:trace>
  <inkml:trace contextRef="#ctx0" brushRef="#br0" timeOffset="13">18860 5150 8250,'-14'7'-149,"3"5"0,1-3 1,2 2 139,2 3 1,-2-1 0,3 0 0,2 1 90,2 4 1,1-2-1,0 5 1,0-3-62,0-1 1,6-3 0,2-1 0,4-1 6,1-3 1,0-3-1,1-6 1,-1 0-8,0 0 1,0-6-1,0-3 1,-1-3-12,-3-1 1,1 0 0,-6 0 0,-1 0-9,-2 0 0,-1-1 1,0 1-1,0 0 47,0 0 0,-1 0 0,-2 0 1,-3 0 21,-1-1 0,-2 6 0,-4-1 0,0 0 2,0 2 1,0-3 21,0 5-218,-1-5 0,9 9-95,5-4 1,5-1-1,9 1 1,0-1 122,4 0 0,-4-3 1,5 3-1,-1-1 87,-1-3 0,1 0 0,-5-1 0,0 4 21,0 1 1,5-4 0,-1 3 202,-1-1 0,-6 3 0,-1 5 40,1 0 0,2 0 0,0 2-156,-3 7 0,1 0 0,-4 9 0,-1-2-79,1 1 1,-1 2 0,-4 4 0,2-2-24,1-2 1,1 0-1,-5-3 1,0 1-79,0-1 1,0-1-1,0-2 1,-2-1-335,-2-3 374,2 2 0,-8-11 1,6 0 23,1-7 1,2-6-1,1-3 1,0-3 11,0-2 0,1-1 1,2-4-1,3-2 24,1-2 1,-3 4 0,5-2 0,0 4 56,-2 1 0,5 4 0,-3 2 1,2 3 45,2 6 1,1 2 0,-1 6 0,0 0 26,0 0 1,0 7 0,0 5 0,0 5-24,1 4 1,-1-1 0,0 4 0,0-4-151,0-1 0,-4 3 0,0-5 0,1-1-186,1-1 1,-2-6-1,0-2-89,1-1 1,2-2 0,0-5 20,-4-3 1,2-4 0,-4-5 0,0-2 119,0-2 1,-2-3 0,-4-7 0,2 0 97,2-4 0,-2-3 0,2-5 0,-2-1 71,-2 1 0,-2 0 1,-1-1-1,-1 2 44,1 3 1,-3 3-1,0 7 1,0 2 289,0 1 1,-2 6-136,3-2 1,-3 11 0,3 7-35,2 7 0,2 7 0,1 3 0,0 6 32,0 7 0,1 3 1,2 7-1,3 1-146,1 2 0,2 0 0,3 3 0,-2 0-148,-1-4 0,0-3 1,4-4-1,0-5 13,0-7 1,0-1 0,0-9-15,0-6 0,0-7 0,-1-7 0,-2-6-42,-1-2 0,-6-5 1,3-1-1,-2-1 104,1 1 1,-1 3 0,-4-2 0,0 1 160,0 3 1,0 1 79,0 2-30,0 6 1,0 2-1,0 10-148,0 3 1,0 4 0,1 1-227,4 0 1,2 0 0,6-1-8,0-3 1,1-3 0,-1-6 0,0-2 63,0-2 0,-1 1 1,-2-6-1,-1-3 151,1-4 1,1 3 0,1-1-1,-3 3 366,-5 1 1,4 0-125,0 1 1,-2 5 0,-1 10 0,-3 5-119,3 5 1,-4 9-1,4 0 1,-4 4-80,-1 1 0,0 3 0,0 2 0,0 3-253,0 1 1,0-2-1,0 1 1,-1 3-144,-4 0 0,-2 0 0,-5-2 0,2-1 73,1-3 0,1-9 1,-6-10 293,1-5 0,0-7 1,0-8-1,0-7 146,0-5 0,4-6 0,2-7 1,-1-3 23,1-2 1,4 5 0,-1-3 0,2 1-71,2 1 1,0-5 0,0 3-1,2 0-226,2-1 1,4 1 0,5 3-1,1-2-315,4 2 0,2 2 1,6 0-1,1 1-609,-1 0 1013,6-1 0,2-5 0,5-1 0</inkml:trace>
  <inkml:trace contextRef="#ctx0" brushRef="#br0" timeOffset="14">20396 4572 8250,'-13'0'-24,"0"0"1,0 0 13,0 0 0,1 6 1,3 3-1,5 4 211,2 4 1,-2-1 0,0 6 0,2 0-83,5-1 1,6 2-1,8-6 1,5-1-73,3-1 0,0-6 1,-2-2-1,-1-1-30,1-3 1,2-2 0,0-2 0,-2-3-46,-1-5 1,-6-3-1,2-1 1,-5 0 47,-4 0 1,1 0-1,-6-1 1,-1 1-14,-1 0 0,-4-1 1,-2-3-1,-5 0-38,-3 1 1,-1 1 0,0 2 0,-1 1-193,-4 4 0,3-3 0,-3 7 1,0 1-160,0 2 0,-3 1 0,3 0 0,2 0-727,1 0 1109,2 6 0,0 1 0,0 6 0</inkml:trace>
  <inkml:trace contextRef="#ctx0" brushRef="#br0" timeOffset="15">20606 4480 8154,'6'7'49,"-4"1"120,2-4 0,2 3 1,-2 6-1,1 1-154,0-1 0,-2 0 0,5 0 0,-3 0-110,-2 0 0,3 0 0,-1 1 1,-2-1-45,-2 0 1,0-1 0,2-2 6,2-2 0,-1-3 112,-4 4 0,2-12 0,0-3 17,3-9 0,1 1 0,-3-5 0,2 0 39,3-3 0,1 1 0,4-1 0,-2 1 40,-2 0 1,3 2 0,-3 6-1,2 0 30,2 0 1,0 5 0,1 4 0,-1 3-38,0 1 1,0 1 0,0 3-51,0 5 0,-1-1 0,-2 0 1,-1 2-62,1 2 0,2 0 0,1-3 0,0-4 20,0 1 0,-3-4 1,2 2-1,3-2-14,-1-2 0,1-6 0,-2-3 0,2-3-8,2-1 1,-7-1 0,3-2 0,-2-2 36,-4 2 1,-1-3 0,-6 1 78,0 2 1,-2 3 0,-2 4 0,-5 5 96,-2 3 1,-3 6 0,1 4 0,0 3 38,0 1 1,0 6-1,1 1 1,2 2-101,1 0 1,6-4 0,-1 2 0,2-1-128,2-3 0,2-3 0,2-4 0,6-3-127,7 0 0,-1-5 1,5 2-1,3-4-184,1-4 0,-1-5 0,0 0 1,-2-5-79,1-2 0,-4-1 1,-1 5-1,-4 0-698,-1 0 1106,-5 0 0,9 0 0,-2-1 0</inkml:trace>
  <inkml:trace contextRef="#ctx0" brushRef="#br0" timeOffset="16">21604 4125 8311,'-7'6'61,"3"3"1,2 3 0,2 1-1,0 0 32,0 0 0,0 0 0,0 2 0,0 1-144,0 1 0,5 1 0,1-5 61,1 0 1,2 0-1,4 0-129,0 1 1,-4-7-1,-1-3-18,3-2 0,-4-4 0,2-2 0,-1-5 92,0-3 1,3-2 0,-3-2 0,0-2 19,1 2 0,-2-3 0,4 2 1,-3 1 87,3 1 0,-4 6 0,2 2 1,-1 0 267,0-1 0,3 5-111,-2-1 0,1 8 0,-1 5 0,-4 3-110,-4 1 0,-1 5 0,0-1 0,0 1-113,0 1 0,0-5 0,-1 4 0,-4-4-89,-4-1 0,2 1 1,-2-1-1,-1-2-425,-2-2 1,-1 1-1,0-5 517,0-2 0,-6 4 0,-1 0 0</inkml:trace>
  <inkml:trace contextRef="#ctx0" brushRef="#br0" timeOffset="17">21578 3928 8311,'-4'-22'0,"-1"0"-210,3-1 0,0 4 0,1 3 0,-2 4 404,-2 4 1,2 5-400,8-2 1,2 4 204,6 1 0,6 0 0,2 0 0</inkml:trace>
  <inkml:trace contextRef="#ctx0" brushRef="#br0" timeOffset="18">22051 3744 8421,'12'-8'0,"-2"0"-137,-1 2 1,-1-2 0,6 3 118,-1 2 1,-5 2 0,1 2 0,0 4 310,-2 3 1,3 10 0,-5 4 0,-2 4-104,-2 5 0,-1 1 0,0 6 1,0 0-83,0 3 1,0 1 0,0-3 0,0 1-119,0-1 0,0-5 0,0-3 0,0-5-106,0-4 1,0-8-85,0-5 0,0-7 126,0-2 1,0-6 0,0-7-23,0-1 1,0 0-1,0-2 1,0-2 14,0 2 1,2-4-1,1-1 1,2-1 3,3 1 1,-4-1 0,3-5 0,1 3 48,-1 2 1,-3-3 0,5 3 0,0-3 46,-2-1 1,3 4-1,-4 1 1,0 3 1,0 1 0,4 3 259,-1 1-68,-3 0 1,0 7-99,-6 6 1,-2 6 0,-1 7-1,-3 1 30,-1 4 0,0 2 0,-4 7 0,4-1-40,1 0 1,-2 0 0,2 1 0,0-3-56,0-2 0,2 3 0,4-4 1,0-1-77,0-2 0,1-4 0,4-1-107,3 0 1,8-5 0,3-4 0,0-2-50,0-2 0,3-6 0,-3-3 0,2-4 42,2-5 0,-3 4 0,1-5 1,-1 1 5,1 1 1,-5-5 0,1 3-1,-2 0 94,-2 0 1,-1-3 0,-2 4-1,-3 2 98,-1 2 0,-2-4 0,-4 1 81,0 1 0,-1 3 0,-4 4 2,-3 4 1,-4 4 0,-1 1-1,0 0 97,0 0 0,0 7 0,-1 5 0,3 5 4,2 4 0,-3-4 0,5 5 0,0 2-200,2 1 0,-1-4 0,2 1 0,1 0-82,2-1 1,1-2 0,1-6 0,4 0-68,3 0 0,4-6 1,3-1-1,1-1-155,1-1 0,2-1 0,-3-6 1,3-3 7,2-1 1,-5-6 0,1-6-1,-2 0 201,-2 0 0,0-5 0,0 2 0,-1-2 111,-3-3 0,1 3 1,-6 0-1,-1 4 326,-1 1 1,-2 1 107,0 5 0,0 9-221,0 8 0,-2 5 0,-1 13 0,-1 1-188,1 2 1,1 6-1,1 1 1,-2 0-165,-1 0 0,-1 0 1,5-3-1,0 2-72,0-2 1,0-1-1,0-2 1,0-1-305,0-3 1,0-3 0,0-6 262,0 0 1,0-7 0,0-8 165,0-9 1,0-4 0,0-7 0,0-3-3,0-4 0,6 0 1,3-6-1,3-1-2,1-2 1,0-2 0,0 1-1,2 1 11,2 3 0,2-2 0,4 7 0,-1 2 144,2 5 0,-4 5 1,0 8 108,-1 1 1,-3 8 0,-7 1 0,-4 7 24,-4 5 1,-7 2 0,-4 2-1,-6 2-114,-6-2 1,2 3-1,-2 0 1,0 0-110,1 0 1,1-2-1,4-4 1,-2 1-212,2-1 0,3 0 0,3 0-231,1 0 0,8-6 0,2-2 105,11-4 1,7-8-1,7-5 1,0-5 77,1-4 0,-1-1 0,0-5 0,1-3 80,-1 0 0,-1-7 1,-2 2-1,-3-4 226,-1-5 0,-1 2 1,-5-5-1,-1 0-42,-4 1 1,-2 0-1,-6 3 1,0 8 240,0 5 0,0 10 1,0 2-1,-1 5 222,-4 4 1,2 4-1,-4 6 1,0 5-46,0 7 0,2 2 0,-2 7 0,1 1-78,3 2 1,-3 7 0,2 1 0,1 2-302,2 0 0,1-1 0,0 3 0,0-2-183,0 1 1,0 2 0,0 1 0,1 1-534,3-1 0,-2 1 0,4-2 0,-2-3-340,0-5 1,5-8-1,-3-6 1,0-4 978,0-3 0,-2-9 0,-4-3 0,0-10 0,0-6 0,0-8 0,0-3 0,0 1 0,0 1 0,0 3 0,0 2 0,-1 2-64,-4 2 1,4-3 0,-4 5-1,4 1 629,1 1 1,0 2-1,1 0 1,5 0-311,7 0 1,2-1 0,5 1-1,1 0-465,-1 0 0,4 1 0,5 2 0,1 3 210,0 1 0,-3 2 0,0 4 0</inkml:trace>
  <inkml:trace contextRef="#ctx0" brushRef="#br0" timeOffset="19">20081 5557 8338,'-13'-11'-169,"0"3"209,0 8 1,-5 8 0,-1 12-1,-1 12 92,-4 15 0,-2 11 0,12-23 1,-1 2-1,-1 2 0,0 2-45,-1 4 0,0 1 0,2-1 0,1 2 0,-1 1 0,-1 0 0,3-2 0,0 0-46,2-2 0,0 0 1,-1-2-1,1 0 1,2-3-1,0 0 1,1-3-1,0 1-102,-6 28 1,5-6 0,2-11-1,-1-6-235,1-5 1,4-11-1,-3-10-214,0-6 0,5-5 0,-5-8 183,0-2 1,3-5 0,-4 1-1,1-4 327,3-4 0,-2 2 0,-1-3 0,0 4 0,0 1 0,0 0 0,3-1 0,-1 1 7,1 0 1,-4 6 182,-2 3 0,2 4 0,-1 4 0,1 6 207,0 6 0,4 5 0,-3 6 0,2 3-103,-1 0 0,-4 7 0,5-2 0,0 3-114,-2 1 0,4-5 1,-2-4-1,3-3-187,1-5 1,0-4-174,0-4 1,1-7 0,3-4-199,5-6 1,3-4 0,1-7 0,0 1-569,0 0 946,0-6 0,6-1 0,2-6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2:23:33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5109 4651 13816,'-7'-13'-866,"1"0"0,6-1 0,-2 3 167,-2 2 0,2-3 522,-2 4 0,1-4 0,0-1 275,-1 0 1,-1 4 53,5 0-159,0 0 0,-1 2 30,-3 3 1,1 9 0,-5 7 0,1 6-77,0 2 1,-2 2 0,-3 4-1,2 2 154,1 3 1,2 2 0,-3 7 0,3-1 9,1 0 1,1-2-1,5 1 1,0 3-83,0 0 1,0 0 0,0-2 0,2-1-54,2-3 1,8 1 0,7-5 0,1-2 24,4-1 1,5-2 0,4 1 0,4-3-59,4-2 1,1-4 0,-3-8 0,1-3-104,-1-1 0,5-1 0,0-5 1,-2 0 48,-1 0 0,-6-11 1,0-2-1,0-3 7,-1-3 0,-2 3 1,-6-6-1,0-1 42,1-2 0,-3-3 1,0-1-1,-2-3 65,1-2 1,-4-1 0,-2-5-1,-2-3 24,-2-1 1,-6-10 0,-2 2 0,-4-2-5,-1 0 1,-1 3 0,-5 3 0,-6 4 25,-4 3 1,-6 3-1,2 3 1,-3 4-47,-5 3 0,-3 12 1,1 5-1,-5 3-6,-3 6 1,-8 2-1,-2 5 1,-3 7-170,-1 4 1,-7 7 0,-2 1 0,-2 4-167,2 2 0,8 1 0,11-5 338,6 0 0,-2 7 0,4 0 0</inkml:trace>
  <inkml:trace contextRef="#ctx0" brushRef="#br0" timeOffset="1">5056 5176 8441,'0'-20'-7,"0"-5"1,0 5-1,0-1 59,0 4 1,0 2-1,0 2 1,0 0-7,0 0 1,-1 5 0,-3 4-56,-5 3 0,-3 1 0,-1 0 0,-2 1 85,-2 3 1,-4 4-1,-6 6 1,-4 4-87,-4 4 0,-4 4 0,-5 6 0,-6 6-39,-5 4 1,24-17 0,-1 0-1,-4-1 1,-2 0 0,-3 2 0,-2-1 6,-1 2 0,-1-1 0,-2-2 1,-2 0-1,1 0 0,0-1 1,0 0-1,-1-1 15,0-1 1,1 0 0,6-1 0,1 0 0,-1-2 0,0 0-1,3-1 1,0 0 42,0-1 1,0 0 0,-1 0 0,0 0 0,-1-1 0,0-1-1,1 1 1,0 1 171,3-1 0,1-1 0,-28 9 0,16-2 0,5-2-76,7-3 1,11-2-523,12 0 0,6-1 1,8-2-236,3-2 1,4-2 644,5-2 0,6-4 0,1 5 0</inkml:trace>
  <inkml:trace contextRef="#ctx0" brushRef="#br0" timeOffset="2">1366 6214 8529,'0'-19'-65,"-5"5"1,1-5 0,0 1 93,-2 1 0,3-1 1,-4 5-1,-1 0 133,1 0 0,3 5 0,-5 4 0,-1 3-90,-2 1 1,-3 0 0,-1 1 0,-3 5-49,-1 7 1,3 2-1,-4 7 1,2 1-99,3 2 0,1 1 0,4 0 0,2 1-8,5-1 1,2-4 0,4-2 0,2-1 61,5-3 1,8-6-1,7-1 1,3 0 52,4-2 0,6 0 0,-2-4 1,2 3-19,3 2 0,-2-1 0,-3 3 0,-6-1 10,-6 1 0,-4 2 0,-7 1 1,-3 1 12,-5 4 1,-10-3 0,-7 4-1,-7 0 23,-5 2 0,-6-2 0,-1 0 0,-1-1-38,-4-1 1,4 1-1,-1-6 1,3-2-151,7-1 0,-1-6-177,7 1 1,7-13-1,8-5 1,7-5-32,9-5 0,6-1 1,6-1-1,-2 0 335,-1 0 0,0-1 0,3 1 0,-2 0 0,-1-1 0,-6 3 0,2 0 0,-4 4 0,-1 1 0,-4 0 0,-2 3 0,-1-2-102,-3 2 0,-1 6 0,-2 1 348,0-1 765,0-2-402,0-1 0,0 7-420,0 6 1,0 6 0,0 7 0,0 1-207,0-1 0,0 4 0,0 2 0,0 0-211,0 0 0,0 3 0,0-4 0,0-1-156,0 2 1,0-3 383,0 6 0,6-6 0,1 3 0</inkml:trace>
  <inkml:trace contextRef="#ctx0" brushRef="#br0" timeOffset="3">1340 6096 8529,'-14'-13'0,"1"0"0,0 0-151,0-1 0,4 7-1351,1 3 1502,5 2 0,3 2 0,7 0 0</inkml:trace>
  <inkml:trace contextRef="#ctx0" brushRef="#br0" timeOffset="4">1523 6162 8529,'9'4'-472,"0"0"0,0 7 0,2-3 503,-2 4 0,1-3 1,-4 0-1,2 1-11,2 2 0,-3 1 0,0 0 0,1 0-29,-1 0 1,-3 5 0,4-1 17,-3-1 1,1-3 0,-3-2 76,2-3-28,-1 1 0,-4-3 0,0-6-61,0-7 1,0-7-1,0-2 1,0-3-16,0-1 1,0 4 0,0-3 0,1 0 13,4-3 0,-4 3 0,4 2 0,-2 2 61,1 2 0,-3 0 0,5 0 0,-1-1 124,-1 1 1,2 6-1,-2 3 0,5 2 1,-2 2 0,2 0-1,1 2-85,2 2 0,0 3 0,-2 6 0,-1-1-119,1-3 0,1 3 0,3-5 0,-1 0 13,0-2 0,0 0 0,0 0 0,0-2-45,0-2 0,2-2 0,1-2 0,1-3-31,0-1 0,-1-7 0,0-5 0,1-1 41,-1-3 1,-1-2 0,-4-1 0,0-1 38,-3 1 1,-5 1 0,2 2 0,-4 1 24,-1-1 1,0 8 0,-1 2 0,-4 3 51,-3 2 1,-4 3 0,-1 6 0,0 3-7,0 5 1,-1 3 0,1 2 0,0 2-69,0 2 0,4 4 1,2-5-193,1-1 0,2-1 149,4-2 0,1-6 0,4-2 1,3-4 23,4-1 0,3 0 0,1-1 0,1-2 22,-1-1 1,3-5 0,-1 4 0,-2 2 43,-2 2 1,4 1-1,-1 1 1,-1 4-29,-1 4 1,-2 7 0,0 3 0,0 1-18,1 3 1,-1 7-1,0 0 1,-2 0-69,-2-3 0,1 4 1,-5 1-1,-2 0 64,-2 0 1,-1-1 0,-1-6 0,-4-2 46,-3-1 0,-4-6 1,-1 0 95,0-6 0,0-4 1,-1-6-1,1 0-75,0 0 0,4-1 0,2-4 0,1-3-48,3-4 1,0-3-1,1-1 1,-3-1-95,2 1 0,2-5 0,2-1 0,2-3-28,2-1 0,3 0 0,-2-2 1,0-1 22,0-2 1,4-5 0,-1 1 0,2-3 34,3-2 1,-3 1-1,-1 0 1,-1-2 41,1-3 1,-2 3 0,-1-3-1,0 3 32,1 2 1,-5 0 0,1 1 0,-3 3 2,-1 4 1,0 5-1,0 2 1,0 4 139,0 1 1,-1 1 222,-3 5-269,-4 6 0,-3 3 1,2 8-31,4 5 1,0 4 0,0 3 0,2 3 35,2 1 1,1 7 0,0 5-1,0 3-35,0 6 1,0-2 0,0 6 0,1-1-60,4 0 1,-2-5 0,5-5 0,3-2-53,0-3 0,2-1 1,2-3-1,1-5-69,2-7 0,3-5 0,-2-8 0,2 0-82,2 0 0,-2-11 0,-1-3 0,-1-5 20,-3-5 1,-1 0 0,-2-3 0,-2 1 41,-2 0 1,1 0 0,-5-1 0,-2 2 98,-2 4 1,-1-3 0,0 7 195,0 1 1,-1 2 0,-4 6-2,-3 3 1,2 5 0,0 5 42,0 3 1,5 4 0,-4 1 0,5 0-139,5 1 0,-2-1 1,5 0-1,4-1-209,4-4 0,-1 2 0,4-5 1,-2-2-222,1-2 1,3-1 0,-2 0-1,0-1-118,0-4 0,3 2 0,-3-5 0,0-2 95,0-2 0,-3-3 1,-6-1-1,-1-1 361,1 1 0,-4 1 0,-1 2 0,2-6 0,0-2 0</inkml:trace>
  <inkml:trace contextRef="#ctx0" brushRef="#br0" timeOffset="5">3047 5347 8569,'-7'-6'-85,"2"-2"1,-1 0-1,1 1-89,-3 1 321,5 2 1,-2 14-1,5 5 1,0 4-10,0 4 1,0 3-1,1 3 1,2 3-54,1 2 1,5 1 0,-3 4 0,0 1-111,0-1 1,2 1 0,-3-2 0,-2-2-62,-2-1 0,3-6 0,1 1 13,-2-7 0,-2-13 24,-1-14 0,-6-11 0,-1-15 0,-2-5-74,1-3 0,0-6 0,-2-1 0,1-2-61,-1-3 1,3 2-1,-1-3 1,3-3 39,2 0 0,-3 0 0,2 1 0,1 1 147,1-1 0,4 8 0,1 6 0,2 6 121,3 6 0,0 6 1,6 5-1,-1 6 351,0 6 0,0 4 0,-1 4-110,-4 5 0,-2 4 0,-6 3 1,0 3-112,0 1 1,0 2 0,0 6-1,-1 1-269,-4 2 0,-2 5 0,-6-1 0,0 3-290,0 2 0,0-5 0,1-2 1,2 1-166,1-1 0,6-2 0,-1 3 470,2-2 0,2-2 0,0-3 0</inkml:trace>
  <inkml:trace contextRef="#ctx0" brushRef="#br0" timeOffset="6">3231 5400 8291,'0'-13'-384,"-6"5"1,-1-3 0,-6 3 0</inkml:trace>
  <inkml:trace contextRef="#ctx0" brushRef="#br0" timeOffset="7">5490 7633 8094,'-13'0'-47,"-1"0"1,1 0-1,0 0-172,0 0 0,0 0 0,-2 0 288,-2 0 0,7 0 1,-3 2-1,1 2 56,0 5 0,-2 4 1,-2 4-1,-2 5 31,2 3 0,1 7 1,2 5-1,0 5-14,0 6 0,1 3 1,4 3-1,3 2-51,4 1 1,7 4 0,5-5 0,8-5-132,7-6 0,14-6 0,1-4 1,4-6 14,5-5 0,-1-10 1,1-6-1,-2-4-114,2-5 0,4-7 0,0-11 0,-3-7-47,0-7 1,-5-2-1,4-3 1,1-3 122,0 0 0,-1 0 1,-12 0-1,-3-1 37,-5-2 1,-3-6-1,-7 2 1,-8-3 60,-11-2 0,-14 5 0,-15 0 0,-10 1 85,-8 5 1,-5 1 0,-2 15 0,1 6-5,-1 3 1,-5 10-1,-2 3 1,0 5-247,3 8 0,2 6 0,-2 12 0,-3 4-376,0 4 1,6 3 505,6 1 0,0 7 0,-5 0 0</inkml:trace>
  <inkml:trace contextRef="#ctx0" brushRef="#br0" timeOffset="8">5188 8106 8249,'-27'0'-481,"3"0"0,0 0 347,2 0 0,-4 0 1,-5 2-1,2 0 285,2 3 1,-6 4-1,-2-4 1,-3 3-95,-1 2 0,-6 2 0,-5 2 0,-7 4-54,-8 4 1,24-10 0,-2 0-1,-5 2 1,-1 0 0,-4 1 0,-1 1 3,-3 1 0,0 1 0,-1 4 1,0 1-1,-2 3 0,0 1 0,-1 2 1,-1 2-154,-1 1 0,-1 0 1,-3-1-1,-1-1 1,22-9-1,-1-1 0,1 0 1,0 1-1,0-1 1,-1 1 137,-21 9 0,1 0 0,4-2 0,2 1 0,3-4 0,2-1 0,3-1 0,1-1 37,0-1 1,0-1 0,0 2 0,-1-1 0,-4-4 0,0 1 0,3 0 0,2 0 42,2 0 0,2-1 1,5-1-1,3-1 0,-26 7 1,9-5 77,8-2 0,6-3 0,11-4 0,7-3-100,5-4 0,8-2 1,8-4-251,2-3 0,10 0 1,3-1-1,7 1 200,2 0 0,2-9 0,5 2 0</inkml:trace>
  <inkml:trace contextRef="#ctx0" brushRef="#br0" timeOffset="9">578 9223 8172,'-12'-13'-179,"2"0"-774,1-1 1239,0 7 1,2 3 0,3 10-1,2 7-89,2 7 0,0 9 0,2 3 1,1 2-174,1 3 1,6-1 0,-2 2 0,0-2-89,1 1 1,-2 2 0,4-7-1,-4 1-121,-1-1 1,0-3 0,-3-6-226,1-1 226,0-6 0,-8-10 0,-2-15 1,-1-11-92,-3-9 0,-1-5 1,1-5-1,0-1 290,-5 1 0,2-6 0,-4-2 0,2 0 31,2 3 1,1 4-1,2 0 1,3 2 260,1 3 1,2 4 0,4 10-36,0 3 1,1 9 0,3 5-1,7 2-155,5 2 0,0 6 0,6 3 0,1 4-77,2 5 1,1 2 0,0 8 0,1 3-12,-1 4 1,2 4 0,-1 3 0,1 2-18,-3-2 1,-8-1 0,1-1-1,-5-1 96,-4 1 0,-3-7 0,-8-2 1,-2-5 47,-5-4 0,-4 1 0,-5-5 0,-2-2-66,-1-2 1,-3-5 0,3-1 0,-1-1-117,0 0 0,6-2 0,-1 2 0,2-1-251,2-3 0,4-2 0,1-1-566,-3 0 1,6-1-702,0-4 1544,4-2 0,7-18 0,1-3 0</inkml:trace>
  <inkml:trace contextRef="#ctx0" brushRef="#br0" timeOffset="10">841 9197 8172,'-8'1'-181,"4"5"315,2 7 1,2 6-1,2 7 1,2 1-93,5-1 0,4 0 0,3 0 0,3-1-83,2-3 1,0-4 0,6-10 0,-2-3-3,-4-4 0,3-2 0,-5-4 0,0-3 31,0-4 1,-3-7 0,-6-3 0,-3-3 17,-1-1 0,-2 0 1,-4 1-1,-1 1 16,-3 3 0,-5 3 1,-7-2-1,-3 1-12,-2 3 1,4 2-1,-4 6 1,1 3 8,0 4 0,4 1 1,-2 0-1,3 0-62,2 0 1,5 0-111,-1 0 1,7 4 0,2 1 15,8-2 0,5-2 0,3-1 0,3 0 52,1 0 0,-4-4 0,3-2 0,-1-2 64,-1-2 1,5-1-1,-4-1 1,-2 2 11,-2 1 0,-2 0 0,-2-3 0,-2 2 143,-3 2 0,4 3 375,-5-4-171,1 1-182,-5 0 1,0 4-104,0 8 1,0 4-1,0 5 1,0 0-20,0 0 1,0 0-1,0 0 1,0 0-16,0 1 1,4-1 0,1 1-1,-1 2-33,2 2 1,-3-1 0,6-5 0,-1-2-5,0-1 1,3-2 0,-2 2-23,3-4 1,1-4 0,0-1 0,0-1-82,0-4 0,0-4 1,-1-7-1,-2-3 32,-1-1 0,-2-2 1,2-4-1,-3-1 80,0 1 0,-5 4 1,4 0-1,-4 0 86,-1 2 0,0 1 0,0 6 216,0 0 0,0 8-109,0 10 0,4 4 0,2 12 0,2 3-179,2 1 0,1 1 1,3 0-1,-1 0-70,0 1 0,4-7 1,2-2-1,0-5 16,0-4 1,3-4 0,-4-6 0,-1-5 19,2-7 1,-6-6-1,2-7 1,-6-2 16,-4-3 0,0-4 1,-5-7-1,0-2-1,0 2 0,-6 0 0,-3-1 0,-4-2-15,-4-2 1,2 5-1,-3-2 1,4 3 32,1 2 0,0 4 0,-1 3 0,1 2 150,0 6 0,4 8 1,2 1 115,1 5 0,0 7 0,4 0-167,-3 6 1,1 9-1,4 6 1,0 3-44,0 2 0,0 2 0,1 1 1,2 1-72,2-1 1,3 0 0,-2-1 0,0-2-7,0-1 1,3-4-1,-4 2 1,1-1-67,0-3 0,3-1 0,-3-2-120,1 0 1,2-1 173,4-3 1,-4-5-1,-2-8 22,-1-5 1,4-3 0,-3-1 0,2 1 32,0 4 0,0-4 0,4 5 1,1-1 16,4 4 0,-4 2 1,4 2-1,-4 0-36,0 0 0,-1 8 0,0 3 1,0 7-10,0 2 1,-6 7-1,-2 3 1,-4 0 4,-1-3 0,-1 0 0,-4-3 0,-3 0 54,-4-2 1,-1-11 0,0 1 0,0-3-6,-1-2 0,1-4 0,0 1 1,2-4-172,2-4 1,-1-8-1,5-7 1,2-1-113,2-4 0,2 3 1,2-4-1,3-4 21,1-4 0,2 3 0,4-4 0,0 1 83,0-1 0,1-1 0,-1-4 0,0-2 123,0-3 0,-4 3 0,0-4 0,-1 1 224,0 0 1,-3 6 0,-5 9 0,0 4 288,0 3 0,-1 8-173,-3 1 0,1 5 1,-5 10-141,3 2 1,0 8 0,5 7-1,0 1-139,0 4 1,0 0-1,2 3 1,1 0-9,1 4 0,6-2 0,-1 5 0,3-1-127,1 1 0,0-5 0,1 2 1,2-3-21,2-2 1,4-1 0,-3-5 0,0-5-112,0-5 1,0-7 0,-3 0-1,1-6-21,-1-6 0,-1-7 0,-2-3 0,-1-3 85,-3-6 1,1 2-1,-6-6 1,-1 1 102,-2 1 1,-1-1-1,0 5 1,0 0 109,0-1 0,-1 7 1,-2 2-1,-3 5 719,-1 4-547,4-2-500,-3 9 1,12-4-1,3 6 1,2 0-675,3 0 1,-1 0 932,0 0 0,0 6 0,0 2 0</inkml:trace>
  <inkml:trace contextRef="#ctx0" brushRef="#br0" timeOffset="11">2311 8474 8374,'9'-6'-100,"0"-3"1,-5 4 0,5 0 0,1 4 180,2 1 1,-3 0-1,0 1 1,1 5 87,1 7 0,3 6 0,-1 9 1,0 1-77,0 2 0,-4 1 1,-1-3-1,3 3-60,0 2 0,-3-1 0,-3 4 1,0-4-14,-1-1 1,1-1-1,-5-5 1,-2-2 41,-2-7 0,1-1 0,-6-11 0,-1-4 122,-2-4 1,1-6 0,0-8 0,3-6-130,-3-7 1,6-3 0,-1-8 0,1-3-97,1-4 0,0-3 1,4-2-1,1-1-131,3-3 0,5-1 1,9-3-1,4 5 59,2 7 1,4 6 0,1 10-1,3 6 82,2 7 1,-1 1-1,3 15 1,-6 2 61,-2 5 1,-3 6 0,-5 7 0,-7 3 57,-7 1 0,-4 2 0,-2 6 0,-3 1-25,-6 2 0,-1 5 0,-14-1 1,-2 3-73,-3 2 0,-6-2 1,3-2-1,0-2-170,0-2 0,2-6 1,7-5-1,4-2-1097,4-3 0,5-11 1275,10-9 0,12-9 0,2-13 0</inkml:trace>
  <inkml:trace contextRef="#ctx0" brushRef="#br0" timeOffset="12">2916 8277 8370,'5'-13'-772,"-3"7"0,1 6 772,-6 7 0,-4 17 0,-7 3 0</inkml:trace>
  <inkml:trace contextRef="#ctx0" brushRef="#br0" timeOffset="13">7263 14636 19143,'13'-5'-308,"0"1"1,0-5-1,0 5 1,0-1 408,1 0 0,-1 2 0,0-5 1,1 2 65,4 4 0,-2-4 1,7 0-1,4 0-98,2 0 1,7 0 0,-1 3-1,6-1-92,7 1 1,5 2 0,10 1-1,-2 0-19,2 0 0,-1-5 0,1 1 0,-4 1 5,-6 2 1,-9-1 0,-13-1-1,-5-1 63,-4 1 1,-10-3-300,-12 2 1,-8-1 0,-9 5 0,-5 0 205,-3 0 1,-8 0 0,-7 0 0,-6 2 5,-5 2 1,-8-1-1,-2 4 1,-3 1 64,-2-1 1,3 0 0,0 3 0,1-1 119,3 1 0,1 1 1,4-1-1,3-1 107,0 1 1,13-4 0,7 0-99,11-1 0,14-3 0,10 2 0,12-4-147,8-4 1,8 1 0,3-6-1,3-1 260,1-2 0,2-1 0,1 0 1,2 1-357,-1 4 0,3-3 0,1 7 118,0 1 1,10-4-1,-3-1 1</inkml:trace>
  <inkml:trace contextRef="#ctx0" brushRef="#br0" timeOffset="14">20882 13992 8099,'-13'0'0,"0"0"-362,0 0 0,0 4 0,-1 1 1,1-2 378,0-2 1,4-1 0,1 0 0,-3 0 88,0 0 1,2 4 0,0 1 17,-1-2 1,3-2-46,-2-1 1,5 0 156,-5 0-142,6 0 1,-1 0-1,8 0 18,5 0 1,2 0 0,3-1 0,-1-2 16,0-2 0,6-5 1,4 1-1,6-4-24,6-4 0,8-2 0,2-5 0,3 3-85,6-3 0,-1-1 0,5-1 0,-1 1-156,0 3 1,-6 3 0,-9 6 0,-7 2-179,-9 2 0,-5-1 118,-8 5 0,-12 1 0,-6 4 0,-9 0 156,-3 0 0,-2 0 1,3 0-1,-2 0 119,2 0 0,2 0 0,1 0 202,0 0 0,4 0-81,0 0 0,8 0 1,1 0-63,7 0 0,9 0 0,3 0 1,0 0-50,0 0 1,4 0 0,-2 0 0,0 0-103,1 0 0,-7 1 0,0 2 1,-7 3 7,-2 1 0,-1 2 0,-5 6 0,0 1-133,0 1 1,-6 5-1,-3-3 1,-3 2-213,-1 2 1,1-4 0,4 0 0,3-2 349,4 1 0,7-1 0,1-3 0</inkml:trace>
  <inkml:trace contextRef="#ctx0" brushRef="#br0" timeOffset="15">21880 13585 8091,'0'-9'-1406,"-1"2"1436,-4 1 1,4-4 108,-3 1 0,1 3 0,0 0 77,-2 0 0,1 3 155,4-5-215,0 5 1,1-3-1,2 7-38,2 4 0,1 8 0,-4 7 0,3 4-60,-2 2 0,-2-3 0,1 8 1,1-2-71,1 2 1,0-4 0,-4 4 0,0-3-43,0-2 0,5-4 1,-1-2-1,-1-1 15,-1-3 0,-1-2 22,3-6 0,-1-2 0,5-9 0,-1-4-10,0-6 0,-2-9 0,2 0 0,0-4 9,0-5 1,1 8 0,2-4 0,-1 3 33,1-1 1,0 4-1,0 4 1,-1 4 14,1 4 1,-2-1 0,0 5-1,3 2 48,0 2-1,2 5 1,1 2 0,-3 2-11,-2 2 1,3 1-1,-4 3 1,4-1-4,1 0 0,0-4 1,0-2 25,1-1 1,-6 3-24,1-5 0,-6-1 0,1-8 0,-2-3 41,-2-4 1,0-1 0,0 0 0,0-2-17,0-2 0,-2-4 0,-1-4 0,-2 2-116,-3 1 1,4 0-1,-3-4 1,1 0-136,3-1 1,-3 7 0,2 1 0,1 1-115,1 1 1,2 4-1,0 4-185,0-1 1,6 4-1,3 0 1,3 2 136,1-1 1,0 1-1,0 4 1,2 0 319,2 0 0,-2 0 0,2-1 0,-2-2-70,-2-2 0,0 1 0,0 2 180,0-2 0,-4 3 311,0-4 1,-6 5 0,1 5-45,-2 3 1,-2 8 0,0 3 0,0 0-212,0 0 0,0 3 0,0-3 0,1 2-247,3 2 0,-2-3 0,2 1 0,-1-2-169,2-3 1,-4 0-1,3 0 1,-1 0-923,2-4 1172,-4 1 0,11-6 0,-5 6 0</inkml:trace>
  <inkml:trace contextRef="#ctx0" brushRef="#br0" timeOffset="16">22458 13177 8085,'-1'-17'-538,"-4"-1"0,2 1 387,-5 4-220,5 5 371,-3 3 0,6 5 0</inkml:trace>
  <inkml:trace contextRef="#ctx0" brushRef="#br0" timeOffset="17">22550 13085 7574,'0'14'431,"0"0"0,0 4 0,0 4-310,0 2 0,2 4 1,2 3-1,3 2-158,0 1 0,5 4 1,-5-5-1,2 1-169,0-3 1,-2-5 0,3-3 0,-1-2-419,1-2 0,-2-2 102,0-4 1,-3-5 521,4-4 0,-1-8 0,6-4 0</inkml:trace>
  <inkml:trace contextRef="#ctx0" brushRef="#br0" timeOffset="18">22800 12967 8286,'-5'-20'0,"-1"4"11,-1 5 188,4 0 1,-3 11 0,6 1 0,2 11 47,2 8 0,2 10 0,4 3 1,-2 2-57,-3 2 0,6 8 0,-4-7 0,2 0-139,-1-2 1,0-1 0,2 3 0,-3-3-92,-1-4 1,3-3 0,-3-2 0,-1-1-515,1-3 1,0-8 0,-3-5-1309,1 1 1861,7 2 0,2-5 0,7-1 0</inkml:trace>
  <inkml:trace contextRef="#ctx0" brushRef="#br0" timeOffset="19">23338 12718 8987,'-9'-6'-58,"2"-3"0,1-3-523,3-1 0,-3 0 650,2 0 326,0 0-274,4 0 1,0 7 0,0 6 4,0 7 1,4 6 0,0 5-1,-1 4 19,-1 2 0,2 7 0,1 1 1,-3 2-81,0 2 1,-2 1-1,0-1 1,0-1-48,0 2 1,4-5-1,1-1 1,-2-4-40,-2 0 0,-1-3 1,0-2-1,0-4-282,0-4 0,0-1 185,0-5 181,6-2-39,-5-6 0,5 1-7,-6 3 0,0-1-23,0 6-27,0 0 25,0 4 51,0 0 1,0-4 2,0 0 1,0-5-30,0 5-22,0-6-24,0 3 0,2-6-12,2 0 35,-3 0 0,5-2 0,-4-1 2,2-1 1,-2-2-4,2 2 1,-3-4-8,-1-5 0,5 0 1,1 0-6,1 0 0,-4 4 0,3 0 1,-2-1 6,0-2 1,2-1 0,-3 0 0,3 0 10,1 0 0,-4 0 0,3 0 1,-1-1 19,-1 1 0,5 0 1,-4 0 31,3 0 1,-4 1-1,3 2 13,-1 1 1,4 6 37,-1-1 1,-1 4 25,0 4 1,-5 4 0,2 6 0,-4 4-13,-1 4 1,0-2 0,0 2 0,0 1-50,0 2 1,0-3-1,0-2 1,0 1-55,0-1 0,0-4 1,0 2-1,0-4-221,0 0 0,0-1 1,2-2-589,2-2 1,-1 1-601,6-5 1396,-1-1 0,5-4 0,1 0 0</inkml:trace>
  <inkml:trace contextRef="#ctx0" brushRef="#br0" timeOffset="20">23968 12862 8489,'-7'-6'-215,"1"-3"-432,0-2 1,5 2 989,-3 0 1,-2 5-249,1-5 0,1 8 0,3 1 0,-2 8 140,-2 8 0,-1 5 0,4 5 0,-3 2-77,2 3 0,2-2 0,1 4 0,0 1-124,0-1 0,0-8 0,1 2 1,4-4-93,3-3 0,0-1 0,0-7 0,3-3-10,0-5 0,2-2 0,1-2 39,-1 0 1,0-6 0,-1-3 0,-2-4-7,-1-5 0,-5 2 0,3-4 0,-1-1 13,-3 1 0,-2-2 1,-1-4-1,-1 0 38,-3-1 1,1 2 0,-5 2 0,1 3 68,0 1 0,-1-3 0,-2 6 0,1 3-11,-1 2 1,3 8 0,0-2-20,1-1-120,1 4 0,11-4 1,3 6-1,4 0-68,5 0 1,-2 0-1,6 0 1,1 0 34,2 0 1,0 0-1,-2 0 1,-3 0 82,-1 0 1,-1-4 0,-5 0 164,0 1-13,0-4 0,-7 5 1,-6-2-56,-7 2 0,-5 2 0,-1 2 0,0 1-50,0 1 0,4 5 1,0-3-29,-1 1 0,3 0 0,-1 3-60,3-1 0,-4 0-9,4 4 0,1 0 37,4 0 0,2-5 0,0-3 24,3 1 0,5-4 1,-1 2 0,-2-2 19,2-2-11,0 0 0,-1 0 0,0-2-1,-3-2 0,0-4 0,-5-5 0,0 0 14,0 0 1,0 0-1,0 0 1,0 0-7,0-1 1,0-3 0,0-1 0,0 1 10,0-2 1,0 4 0,0-4 0,0 2 24,0-1 0,-2 1 0,-1 4 0,-1-2 19,1-2 1,2 2 0,1-3 0,0 4-4,0 1 0,0 4 0,0 0 0,0-1 26,0-2 0,0 4 0,0-1 84,0-1-129,0 4 1,0 1 0,0 10 0,0 3 76,0 4 0,0 7 1,-2 3-1,-1 4-62,-1 5 1,-2 3 0,3 5 0,-1 2-1,1 3 1,0-2 0,0 5 0,-1-2-31,1-3 1,1-2 0,2-5 0,0-3-64,0 0 1,2-9 0,2 1 0,3-7-16,1-5 0,3-6 1,0 1-1,3-1-111,4-3 1,4-8 0,-3-3 0,1-6 27,3-3 0,-2 1 0,1-6 0,1-1-14,2-2 1,0 1 0,-2 0 0,-3-3 68,-1 4 1,-3-3-1,-5 4 1,-3-3 124,3-1 1,-6 5-1,0 4 1,-4 2 82,-1 2 1,-6 6 0,-2 2-1,-5 4-44,-5 1 1,2 1 0,-4 4 0,-1 4 69,1 2 0,4 8 0,-2 3 0,4 3-105,0 1 1,1-2-1,2-1 1,2 2-94,5-2 0,2-1 0,2 0 1,0-3-107,0 0 1,7-9 0,5 2 0,6-5 75,2-4 1,0-2-1,4-2 1,-2-3-42,1-5 1,-3-7-1,1-3 1,-2-2 97,-3-2 1,-6-6-1,-3-3 1,-1-2 70,-3-2 1,-1-7-1,-2-1 1,0 1-1,0-3 0,0 1 1,0-4-1,0 2 290,0 2 0,0 8-18,0 11 1,-2 11 0,-2 14 0,-5 8-106,-3 11 1,-1 11-1,0 7 1,0 5-260,0 3 0,4 1 1,2-3-1,1 2-45,3-1 1,2 2-1,1-1 1,0-2-899,0-1 0,0-3 977,0-3 0,5 9 0,3-3 0</inkml:trace>
  <inkml:trace contextRef="#ctx0" brushRef="#br0" timeOffset="21">22511 14531 8312,'-8'-6'-97,"-2"3"110,6-6 1,1 0 0,6-4 78,1 0 1,5 4 0,-3 0 0,1-1-45,3-1 0,0-3 1,1 1-1,-4 0-75,-1 0 1,3-4 0,-5-1 0,0 2 2,2 1 0,-4 2 0,2-1-26,-3-4 1,-5 3 0,-2-1 0,-1 6 39,-3 6 0,-6 2-1,-2 2 1,2 0 70,2 0 1,0 0 0,1 2-30,0 2 0,1-1-34,4 6 0,3-6 0,11 1 26,7-2 0,2-2 1,7-2-1,0-1 43,-2-1 1,3 0 0,-4 2 0,0-1 108,0-1 0,-1-1 0,-6 7 0,-4 2-2,-3 5 0,0 4 1,0 3-1,-2 3-26,-2 2 0,-2 0 0,-2 4 0,-2-1-131,3-2 1,-4-2 0,1 3 0,2-2-275,2-2 1,1-2 0,0-4-140,0 1 1,1-7-1,4-3 100,4-2 0,2-2 1,2-2-1,2-2-63,2-5 1,-2-3 0,4-2 0,-1-2 195,-1-2 1,1 1-1,-4 2 1,2-1 189,2-1 1,-1-1-1,-4 5 1,1 0 20,-1 0 0,-5-1 0,1 1 91,1 0 1,2 0 157,1 0 0,-4 1 281,0 3-361,-6-2-36,2 9-77,-5-9 0,0 8-14,0-6 1,0 5 10,0-5 0,-1 6-4,-3-1 1,1 2-32,-6 2 0,5 0 0,-5 0-9,-1 0 0,2 0 0,0 2 0,-1 2 67,1 5 1,-2 4 0,4 3 0,1 3-69,-1 1 0,0 1 1,3 2-1,-1-1-56,1 1 1,1-2 0,4-1 0,2-1-22,5-3 0,3-1 0,1-2 1,1-1-20,4-4 0,-2-2 1,6-6-1,0-1-50,-2-4 1,5-3 0,-5-8 0,1-3-62,-4-2 1,2-1-1,-1-4 1,-4 0 37,-4-1 0,1-3 1,-5-1-1,-1 1 63,1-3 0,-1 1 1,-5-3-1,0 5 22,0 2 0,0 7 0,0 4 0,0 2 452,0 2-342,-6 6 0,4 2 0,-2 10 0,2 4-49,2 2 1,0 2-1,0 1 1,2-1-7,2 0 0,-1 1 0,5 3 1,-1 0-2,0-1 0,0 3 0,2-1 1,-3-2 55,0-2 0,-5-1 0,4 2 0,-4 1 40,-1 2 1,0-1-1,0-4 1,-1-1 15,-4-3 0,-1 2 1,-4-3-1,1 0-105,-1 1 0,3-6 0,-2 1 45,-1-2-256,4-2 0,0-6 0,6-3 0,2-2-60,2-3 1,3 1-1,7-1 1,-1-2 80,0-2 0,0-1 0,0 3 1,0-1 63,0 1 0,1-3 1,-1 1-1,-2 2 62,-2 1 1,1 2 0,-4-1 120,1-4 1,-2 4 0,2-4 40,-1 3 0,-2 2-10,-4 0 0,0 4 35,0 1-98,0 5 24,0-3 1,0 7 33,0 4 0,0 2 1,0 6-5,0 0 1,0 0-1,0 1 1,0-1-39,0 0 1,2 0-1,1 2 1,1 1-37,-1 1 1,0 1-1,0-5 1,3 0-66,1 0 0,-3-1 0,4-2 0,-1-3-33,0-1 1,-2 3 0,3-3-24,3 1 1,0-4 0,2 0-30,1-6 0,-6 0 1,0-6-1,-1-1 20,0-2 1,0-5-1,4-1 1,-3 1 11,3-2 0,-6 3 0,1-6 0,-1 0 49,-1 2 1,5-5 0,-3 4-1,0-1 125,-1 1 0,0 4 0,-4 0 19,4 2 1,-4 10 0,3 5 59,-2 7 1,-2 6 0,0 4 0,0 7-50,0 5 1,0-1 0,0 2 0,0-2-116,0-2 0,1-4 0,2-1 0,3-2-115,1-3 1,-2-3 0,4-3 0,1-3-2,1-1 1,3-1 0,-3-7 0,-1-1-8,-1-1 1,0-11 0,3 1 0,-2-5 29,-1-5 0,-7 4 0,4-2 1,-1-1 81,-1-2 1,0-6 0,-2-1 0,1 0-26,1 0 0,2-3 0,-3 4 1,1 2 426,-1 1-261,5 8 0,-7 8 0,3 14 0,-2 9 15,-2 10 0,-2 4 1,-1 1-1,-1 2-145,1 2 1,2-4 0,1 2 0,0-6-75,0-3 1,4 3 0,2-5-1,1-2-74,3-5 1,2-4 0,1-6 0,0 0 2,1 0 0,3-6 0,1-4 0,-2-5-78,-2-2 1,-1-8 0,0 0 0,-1-5 163,-3-4 0,3-1 1,-5-6-1,2-1 116,-1-2 1,1-4 0,3 6-1,-3 2 78,-5 4 0,2 12 0,-2 2 228,-1 6 0,-1 15 0,-4 7 0,-1 8 92,-1 8 1,-5 4-1,3 5 1,0 6-243,1 5 1,0-1 0,5 3-1,0-3-385,0-2 0,0-4 1,0 0-1,2 0-361,2-1 1,2-1 0,4-5 0,-1 0 524,1-4 0,2 0 0,1 2 0</inkml:trace>
  <inkml:trace contextRef="#ctx0" brushRef="#br0" timeOffset="22">24100 14018 8364,'0'-13'0,"0"0"151,0 0 0,4 0 0,2-1 0,1 3-178,4 2 0,0-3 1,2 4-1,0-3-207,1 3 0,-1-3 0,1 6 234,4-3 0,-4 5 0,5-2 0</inkml:trace>
  <inkml:trace contextRef="#ctx0" brushRef="#br0" timeOffset="23">23561 14675 7847,'13'-13'0,"1"0"-113,-1 0 1,12 0 0,5-2 0,10-3 339,8-3 0,0-4 0,10-2 0,-1 1-107,0 0 0,-6 0 0,-9 1 0,-5 1-218,-6 3 0,-4 6 1,-2 0-462,-3 5 1,-4 6 558,-10-5 0,4 0 0,-5-4 0</inkml:trace>
  <inkml:trace contextRef="#ctx0" brushRef="#br0" timeOffset="24">23233 15109 7416,'0'-14'-138,"0"1"1,0 5 618,0-1-303,0 6 1,0 7 0,0 11-43,0 4 0,0-2 0,0 4 0,0-1-53,0 1 0,0-1 0,0 3 1,0-2-22,0-2 1,0 0 0,0-3-111,0 1 1,0 1 0,0-5-190,0 0 135,0-5 1,0-4 0,0-8-1,1-5 60,4-3 1,-4-2 0,4-3 0,-2-2 11,1-1 0,-3 0 0,5-4 1,-1 2 26,-1-1 1,2 0 0,-3-1 0,3 4 75,1 1 1,-3 1-1,4 5 1,-1 0 270,0 0 1,-2 6-190,3 2 1,0 7-1,2 5 1,-3 8-44,-1 4 1,3 2-1,-3 6 1,-1-1-93,1 0 0,0-4 1,-3 0-1,3 0-104,1-2 1,-4-1 0,3-5 0,-2-1-316,1 0 1,0-4 271,0-1 1,1-6-1,4-2 1,-3-7-57,-1-5 0,4-3 1,-2-2-1,0-5 68,1-3 0,-2 3 0,4 0 0,-3-1 162,3-2 1,-4 5 0,2 2 315,1 3 1,-3 8-180,2 3 1,-2 4 0,3 4-1,-1 5-88,1 3 1,1 1 0,-1-2 0,-1 0-73,1-3 1,1 0-1,3 2 1,-1-3-39,0-1 0,0-2 1,0-4-6,0 0 1,-1-1 0,-2-3 0,-3-5 11,-1-3 0,-1-5 0,-5-1 0,-2 1-3,-2-2 1,-4 4 0,-5-2 0,0 2-67,0 2 0,-4 1 1,-1 3-1,2 5-213,1 3 0,-2 1 0,-1 1-113,2 3 0,8-1 0,3 6-73,4 1 0,2-4 475,4-2 0,2-2 0,6-2 0</inkml:trace>
  <inkml:trace contextRef="#ctx0" brushRef="#br0" timeOffset="25">23877 14728 7954,'0'-15'0,"0"-1"-222,0-2 0,0 1 492,0 4 0,0 7 0,0 6 0,0 9 14,0 7 1,0 0 0,0 7 0,1 3-185,3 4 0,-1 0 0,5-2 1,-1 1-222,0 2 0,-2 0 0,2-5 0,-1-1-128,-3-3 0,2 2 0,0-2 0,-2 2-460,-2-2 1,-1-2-1,0-4 709,0 2 0,0-1 0,0-4 0,0 0 0</inkml:trace>
  <inkml:trace contextRef="#ctx0" brushRef="#br0" timeOffset="26">23942 15056 8066,'2'-9'-59,"1"1"143,1-3 0,2 4 0,-2-2 98,5-1 0,-2 3 1,2-2-255,1-1 0,2 2 1,1 1-1,0 1-162,0 3 234,0 2 0,6-5 0,2-1 0</inkml:trace>
  <inkml:trace contextRef="#ctx0" brushRef="#br0" timeOffset="27">23443 15687 8067,'0'-27'-245,"0"3"0,0 0 424,0 2 1,-1 6-96,-4-1 1,-2 9 0,-6 8-1,-2 9-10,-2 7 0,1 0 0,-5 6 0,2 0 20,3-1 0,-1 2 0,2-4 1,3-2-72,1-2 0,5 1 1,2-7-221,2 3 1,4-5 170,2-3 0,3-2 1,8-4-1,1-2 15,1-5 0,1 2 0,-3-2 104,2-1 1,2 4 0,3 2-49,-5 2 1,-2 2 0,-2 2-265,0 2 1,-4-1 0,-2 6-1,1-1-1022,-1 0 1241,-4 3 0,8 2 0,-3 8 0</inkml:trace>
  <inkml:trace contextRef="#ctx0" brushRef="#br0" timeOffset="28">22997 16751 8036,'-9'0'0,"0"0"0,-1 0-231,-2 0 0,1-2 215,2-2 0,-1 1 0,5-6 102,2-1 1,2-2-1,2-1 1,4-1-34,3-4 0,0 2 0,0-6 0,3-1-41,0-2 1,-2-1-1,-2 0 1,-1-1-64,-3 1 1,-1 1-1,-2 3 1,0 5-21,0 2 0,-2 3 0,-2 4 0,-5 3 47,-3 4 1,-1 1 0,0 1 0,1 4-7,4 3 0,2 0 49,6 1 1,1-2 0,5 2 17,7-5 1,0-3-1,6-1 1,-1 0 20,-1 0 0,5 6 0,-4 3 0,-2 3 96,-2 1 1,0 1 0,-3 2-1,-1 3-88,-1 2 1,-6 1 0,3 3-1,-2-2-82,1-1 1,-1-2 0,-4 2-1,0-4-359,0-4 0,0-1-99,0 1 1,2-7-1,2-3 474,5-2 0,-4-8 0,13-7 0,-3-8 0</inkml:trace>
  <inkml:trace contextRef="#ctx0" brushRef="#br0" timeOffset="29">23259 16567 8036,'2'-9'-388,"1"0"230,1-1 0,2 3 0,-3-2 1,3 0 171,1 2 0,-3-5 0,4 4 1,-1-3-2,0 3 1,-2-4 0,2 3 0,0-2-24,0-3 0,-4 6 0,3-1 1,-1-1 70,-1-2 1,0 3-1,-4 0 111,0-1 0,0 3-55,0-2 1,-1 8 0,-4 1 47,-3 7 1,-2 6-1,-1 5 1,3 2-42,-3 1 1,4 3 0,0-2 0,-1 3-103,1 1 1,4 1 0,-1-3 0,2-2-46,2-4 0,0-4 1,2 0-1,2-3-25,5-2 1,3-3 0,1-6 0,1-2-143,4-2 0,1-5 0,4-8 1,-1-5 101,1-3 1,2-3 0,0-1 0,-2-3-1,-1-2 1,-6 5 0,0-3 0,-4 1 8,-3 1 1,-6 4 0,1 5 99,-2 2 1,-4 7-1,-2 8 1,-6 3-14,-7 1 1,3 5 0,-4 4 0,4 3 113,1 1 1,0 0 0,1 0 0,2 0-71,1 1 0,6-1-148,-1 0 1,4-6 0,4-2 15,5-4 1,2-1-1,3 0 46,-1 0 1,0 0 0,0 1 0,0 2 153,0 2 0,-1 5 1,-2-1-1,-1 4 123,1 4 1,-3 4-1,1 5 1,-3 2-39,-2 2 0,3 4 0,0 5 0,0 1-136,0-1 1,0-1-1,-3-1 1,1-2-54,-1 1 1,-2-4 0,-1-1 0,0-3-139,0-2 0,0-5 1,0-4-1,-1-2-18,-4-2 0,3-6 1,-7-3-1,-1-2 115,-2-2 0,-1 0 0,0 0 0,-1-2 15,1-2 0,0-2 0,0-4 0,0 1 74,0-1 1,4-2 0,2-1 0,1 0-37,3 0 0,-3 0 0,2 0 0,1 0-66,1-1 1,4 0 0,1-2-1,3-2-102,1 2 1,2 0-1,4 0 1,1-3-20,4-1 1,-2-2 0,4-5 0,1 1 43,-1 0 0,-2-6 0,4-2 0,0-1 59,-2 0 0,-1 6 0,-7-2 0,-2 4 90,-1 0 1,-7 2-1,3 4 1,-4 3 66,-1 3 1,0 7 0,0-1 68,0-1 0,-4 2 147,0 0-96,-7 5-175,10-3 1,-5 7-1,6 4 1,0 3 52,0 4 1,0 1 0,0 0 0,0 1-43,0-1 0,0 1 0,0 2 0,0 2-27,0-2 1,0-1 0,2-2-7,2 0 1,-1-1 0,4-2 0,0-3-119,1-1 0,0-2-56,6-4 1,-1-1 0,0-4 0,-1-5 46,-4-6 0,4 0 0,-3-4 0,2-1 29,3 1 1,3-2 0,1-3 0,-2 3 122,-2 5 1,-1 2 0,0 2 0,1 0 168,-1 0 0,0 5 1,0 4 61,0 2 0,-1 4 0,-3 2 0,-5 7-97,-3 5 1,-1-2-1,0 4 1,0-2-75,0 1 1,0-2 0,-1 2-1,-3-2-378,-5-2 1,2-1 0,-2-2 0,-1-1-473,-2 1 1,-1-4 0,0 0 740,-1 0 0,-5-5 0,-1 5 0</inkml:trace>
  <inkml:trace contextRef="#ctx0" brushRef="#br0" timeOffset="30">23890 15949 7129,'-13'-13'0,"1"0"-203,3 0 0,-1 4 203,6 1 0,-1 5 0,5-3 0</inkml:trace>
  <inkml:trace contextRef="#ctx0" brushRef="#br0" timeOffset="31">24087 15687 8043,'0'-9'-179,"0"0"0,1 6 588,3-1 1,2 5 0,3 7 0,-5 6-66,-2 5 0,2 9 0,1 7 0,-2 4-113,-2 5 0,-1-1 0,0 5 1,0 0-123,0-1 1,0 7 0,0-6 0,0-3-175,0-3 1,0-8 0,0-3 0,0-5-548,0-4 1,-4-3-550,-1-6 1,2-6 430,8-2 1,-2-14 729,5-4 0,1-9 0,4 1 0</inkml:trace>
  <inkml:trace contextRef="#ctx0" brushRef="#br0" timeOffset="32">24074 16094 8043,'-8'-6'-278,"2"-3"98,1-2 1,3 2-1,-1 0 213,6-1 1,6 3-1,7-1 1,3 3-99,1 2 0,2-3 0,3 1 0,-2 2-190,-1 2 1,0 1 0,4 0 0,-1 0 254,-3 0 0,3 0 0,-5 0 0</inkml:trace>
  <inkml:trace contextRef="#ctx0" brushRef="#br0" timeOffset="33">24336 16094 8043,'-4'13'-47,"-1"0"0,1 0-59,-2 1 1,5-6-1,-4 1 305,4 1 0,2 0 0,4-1-125,4-4 1,4-4 0,3-1 0,1 0-57,-1 0 0,3-6 1,0-3-1,0-2-40,0-2 1,3 0 0,-4-1-1,-2 0-54,-2-4 0,-2 4 0,-3-4 1,-5 4 87,-3 0 0,-1 1 0,0 0 0,-1 1 51,-3 4 0,-4-3 1,-6 7-1,-2 3 129,-2 4 1,-5 4 0,1 7 0,-1 3 66,1 0 0,1 6 0,5-2 1,0 1-110,4 0 1,1-2-1,6 3 1,3-2-138,0-2 1,8-3 0,4-6 0,8-3-169,8-1 0,6-1 0,7-5 1,1-2-176,-1-2 1,5 1 0,0-7-1,-3-3-42,-5-4 1,-4-4-1,-7 2 1,-3-2 196,-5-2 1,-6-1 0,-4 1 0,-1 1 163,-3-1 0,-3-2 1,-5 0-1,-3 5 211,-4 7 0,3 1 0,0 8 195,-1 1 1,4 3 0,2 4-36,2 5 0,-2 4 0,0 4 0,1 5-38,1 3 0,2-3 0,2 1 0,2 4-152,5 2 1,-2-3-1,2-4 1,3 1-183,4 2 1,-2-3-1,4-1 1,-2-2-267,1-3 0,-2-6 0,4-3 0,0-1-336,3-3 0,0-3 0,2-5 614,4-3 0,7-16 0,-1-3 0</inkml:trace>
  <inkml:trace contextRef="#ctx0" brushRef="#br0" timeOffset="34">3375 14859 8243,'6'-7'-893,"-4"-1"799,2 4 1,-1 3 218,1-4-130,-2 4 23,4 1 93,-6 0 15,0 0 9,-6-6-73,4 4 71,-4-3-130,6 5 0,0-2 26,0-2-5,0 2-29,0-4 1,2 5 141,2-3-66,-2 2 92,4-4 18,-1 6 26,-3 0-112,4 0 0,-5 0 151,4 0-18,-4 0-214,5 0 0,-5 0 4,4 0 0,-4 2-114,3 2 47,-2-2 1,-2 5-141,0-3 97,0-2 0,0 5-9,0-3 0,0-1-157,0 6 86,0-6 0,0 4-106,0-2 1,0-2-233,0 5 514,0-5 1,-6 9-1,-1-5 1</inkml:trace>
  <inkml:trace contextRef="#ctx0" brushRef="#br0" timeOffset="35">3520 15923 8207,'-8'0'-608,"4"0"1,8 0 0,5 0 740,3 0 0,5 0 0,2-1 0,2-2-70,2-2 1,2 0 0,3 2 0,2-2-17,5 2 0,5-2 0,5-1 1,6-2-19,5-2 0,16 3 1,-33 3-1,0-1 0,5 0 1,1 0-32,5-1 1,2 0 0,4 0 0,2-1 0,4 0-1,0 1 1,-1-1 0,0 1-69,0-1 0,-2 1 0,-5-1 0,-3 1 0,-5-1 0,-1 0 0,-3 1 0,0-1 65,-3 1 0,0-1 0,-1 1 0,-1 0 0,29-4 0,-6 3-7,-5 1 0,-12-3 0,-5 5 0,-6 0-61,-7-2 0,-5 4-413,-7-2 259,-6 2 1,-21 2 226,1 0 0,-6 0 0</inkml:trace>
  <inkml:trace contextRef="#ctx0" brushRef="#br0" timeOffset="36">3441 15963 8542,'20'0'-398,"1"-5"1,-4 1 0,7-1 137,5 0 1,6-1 0,9-4 0,4 1 285,3-1 0,3-2 0,4-1 0,5 0 54,1-1 1,5-3 0,-8-1 0,5 2-52,4 2 1,1 1 0,2 1-1,-7 2-23,-8 1 0,-11 5 0,-6-4 0,-8 2-110,-5 4-22,-10 0 1,-14 4 125,-8 2 0,-4 3 0,-5 6 0</inkml:trace>
  <inkml:trace contextRef="#ctx0" brushRef="#br0" timeOffset="37">6567 15674 15421,'-8'-2'-1095,"3"-1"354,-1-1 0,6-6 0,0 2 561,7 1 0,6-3 0,5 4 0,5-1 353,6-4 1,11 1 0,9 0 0,10 1-104,11-1 0,-32 4 1,2 0-1,6 0 0,0 1 1,1-1-1,0 1-70,1 1 1,0 0 0,-4 1 0,0 1 0,-1-1 0,0-1 0,-4 1 0,-1 0-59,32 0 0,-9 2 1,-4 1-1,-4 0-60,-5 0 0,-3-2 0,-5-1 0,-1-1 28,0 1 0,-5 2 0,-5 1 0,-5 0 6,-7 0 1,-10-5-81,-7 1 0,-7-1 0,-12 5 0,-7 0 149,-8 0 1,-10 0 0,-2 0 0</inkml:trace>
  <inkml:trace contextRef="#ctx0" brushRef="#br0" timeOffset="38">7040 15634 13608,'-40'0'-58,"7"5"1,3-1 0,6-1-244,2-2 1,11 1-165,3 2 1,12-2 0,9 2-1,9-3 442,7-1 0,6 0 0,9 0 0,6 0 21,5 0 1,4-1-1,3-2 1,-2-3-9,-2-1 0,4 4 0,-4-3 1,-1 2-36,-3-1 0,1 0 1,-8 2-1,1-2-49,0 2 0,-10 2 1,-1 1-1,-6 0-231,-7 0 0,-11 0-571,1 0 896,-10 0 0,-10 6 1,-8 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B49E68-E303-4388-B5FF-7307AECAC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2346599-FB70-428C-8B8B-7DE7FDDDEE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18281DE-526D-4147-9DF7-D4A827AE9F81}" type="datetime3">
              <a:rPr lang="en-AU"/>
              <a:pPr>
                <a:defRPr/>
              </a:pPr>
              <a:t>9 November, 2025</a:t>
            </a:fld>
            <a:endParaRPr lang="en-AU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D061BED-EF6B-4DFB-B429-F8A4004D08B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A6A743B3-6B62-4DA0-A09C-CAC2C6DFFCD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E310DB42-C969-4501-AD35-6E059EAA80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3 — Arithmetic for Computers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F9B25135-3782-44C2-8A34-3EA6CC2B0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B9F9707-168A-4D9D-BB5C-DA345C56AAFD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0CE229-CE60-4883-879A-91DF41B699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1FCC9BD-7598-42B0-BA90-C38DA235105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D5B15C-603D-4ECF-B435-0664C5E9306E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A1C9A64A-42DB-483C-B6BA-F6BF920276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BC5A4216-90D4-416D-9C97-1E076F219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1AB62D-5FDE-4336-95C7-CDF8345FAAE1}" type="slidenum">
              <a:rPr lang="en-AU" altLang="en-US" smtClean="0">
                <a:latin typeface="Times New Roman" panose="02020603050405020304" pitchFamily="18" charset="0"/>
              </a:rPr>
              <a:pPr/>
              <a:t>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9C22C98D-D896-4D9B-AAEE-859456689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>
            <a:extLst>
              <a:ext uri="{FF2B5EF4-FFF2-40B4-BE49-F238E27FC236}">
                <a16:creationId xmlns:a16="http://schemas.microsoft.com/office/drawing/2014/main" id="{05320A23-DFAE-4F75-8262-F6E47FBE4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AACD135-A623-459A-84FA-3BF620E4EF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EC27B97-C1BF-4424-9B0D-242A872750C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73D025-2AF2-465A-B8EB-E45A97404FFA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F103A3B4-F2AF-43CB-AF3E-E0C09A1209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8197" name="Rectangle 7">
            <a:extLst>
              <a:ext uri="{FF2B5EF4-FFF2-40B4-BE49-F238E27FC236}">
                <a16:creationId xmlns:a16="http://schemas.microsoft.com/office/drawing/2014/main" id="{C8C3EC65-11E8-4926-A678-8A40388D40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AB65B3-1BFD-4FB7-ADEE-E5503EEF4F03}" type="slidenum">
              <a:rPr lang="en-AU" altLang="en-US" smtClean="0">
                <a:latin typeface="Times New Roman" panose="02020603050405020304" pitchFamily="18" charset="0"/>
              </a:rPr>
              <a:pPr/>
              <a:t>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198" name="Rectangle 2">
            <a:extLst>
              <a:ext uri="{FF2B5EF4-FFF2-40B4-BE49-F238E27FC236}">
                <a16:creationId xmlns:a16="http://schemas.microsoft.com/office/drawing/2014/main" id="{2B27218F-9E39-43E7-B821-9B24261CE8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9" name="Rectangle 3">
            <a:extLst>
              <a:ext uri="{FF2B5EF4-FFF2-40B4-BE49-F238E27FC236}">
                <a16:creationId xmlns:a16="http://schemas.microsoft.com/office/drawing/2014/main" id="{CA608333-3A96-42DA-B0FD-10D6FAFAB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1063BE2-A651-486A-88FB-2BED4555B5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3249280-CB1E-4BED-B32A-E65ED61A64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564921-F524-4281-9F88-4D344058E28D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4" name="Rectangle 6">
            <a:extLst>
              <a:ext uri="{FF2B5EF4-FFF2-40B4-BE49-F238E27FC236}">
                <a16:creationId xmlns:a16="http://schemas.microsoft.com/office/drawing/2014/main" id="{506C7BDD-90B2-45B1-A1BB-59CD39BC9C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0245" name="Rectangle 7">
            <a:extLst>
              <a:ext uri="{FF2B5EF4-FFF2-40B4-BE49-F238E27FC236}">
                <a16:creationId xmlns:a16="http://schemas.microsoft.com/office/drawing/2014/main" id="{F8513016-C216-4E6B-B1F7-BFB7DEAB3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296264-5A75-4D81-BF7B-956373B502B5}" type="slidenum">
              <a:rPr lang="en-AU" altLang="en-US" smtClean="0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92A6E306-66D2-46A4-AEC8-F7B6E96CF5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7" name="Rectangle 3">
            <a:extLst>
              <a:ext uri="{FF2B5EF4-FFF2-40B4-BE49-F238E27FC236}">
                <a16:creationId xmlns:a16="http://schemas.microsoft.com/office/drawing/2014/main" id="{51FAA9F4-7692-48CE-A6A0-DE3707BFC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E6E2293-8162-463D-A5CB-3338D40E34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D77FE7F-37F3-47DA-AC89-80BC84C69E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AAF179-5371-40B2-B541-B79B21F7D33C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E2C82465-051B-40AB-B17E-CD90235F37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2293" name="Rectangle 7">
            <a:extLst>
              <a:ext uri="{FF2B5EF4-FFF2-40B4-BE49-F238E27FC236}">
                <a16:creationId xmlns:a16="http://schemas.microsoft.com/office/drawing/2014/main" id="{FEAF75DC-27FF-493E-96F2-266CCE3F0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779A8E-428A-4323-B972-A718494D2329}" type="slidenum">
              <a:rPr lang="en-AU" altLang="en-US" smtClean="0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FA9A0637-EFA4-4711-A9F0-D4B55AB7EC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5" name="Rectangle 3">
            <a:extLst>
              <a:ext uri="{FF2B5EF4-FFF2-40B4-BE49-F238E27FC236}">
                <a16:creationId xmlns:a16="http://schemas.microsoft.com/office/drawing/2014/main" id="{D16453F9-5157-4F58-943E-6C8BD2501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88F0081-6CF3-46BA-B141-A1B4761204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B9296E4-9A9E-4BC7-9BBB-FBDADAB3DFC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2D072C-483F-40F6-BE44-EC47F39862A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BD47549E-C48A-423A-8AD5-683D669AB3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4D6C8FED-466B-4FD5-8A27-006954CBD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C3B7F3-B5BE-449C-92A0-30274ED89AFC}" type="slidenum">
              <a:rPr lang="en-AU" altLang="en-US" smtClean="0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7DC9BE3A-8191-4EB4-A5D1-8ED990341C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E49F0EDE-F2E0-4890-A07A-954A72E88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E293C42-76E3-4079-B320-5C7FFA252C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ECA712F-3CAB-4625-97C0-01F56FF3767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7C1835-7A51-4F2F-BE7C-3B5CE13EBC94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4D0B9EDD-33D2-4DD3-91C2-31C2698A1B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041B20F5-ED06-4FEA-8212-42F986C31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992DCC-F4CF-4D55-9648-DB956D43F7D6}" type="slidenum">
              <a:rPr lang="en-AU" altLang="en-US" smtClean="0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95B11501-C5D5-49B5-AFB0-33823ADDD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12AD4425-774E-4454-9E7F-93716D9FF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06A58A9-3C62-4727-9ECA-FA70D0B9AF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53C84AB-7517-4E7A-BDAF-FA59A1B096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9B392-084D-4A82-B269-AF500C05F9EB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1F0B01BB-16DA-4E30-A1B6-0586BD601A0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8437" name="Rectangle 7">
            <a:extLst>
              <a:ext uri="{FF2B5EF4-FFF2-40B4-BE49-F238E27FC236}">
                <a16:creationId xmlns:a16="http://schemas.microsoft.com/office/drawing/2014/main" id="{2CEFBF56-8790-4C9C-96C2-7CAF4B02C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4940D6-07F5-4BD5-A268-2886773C30BE}" type="slidenum">
              <a:rPr lang="en-AU" altLang="en-US" smtClean="0">
                <a:latin typeface="Times New Roman" panose="02020603050405020304" pitchFamily="18" charset="0"/>
              </a:rPr>
              <a:pPr/>
              <a:t>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DA8A691F-84D6-4B94-BFBF-B105B5C5F4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B9D86100-AF0C-40F0-A8C2-E84F3E175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D9E5AE8-C343-4EBD-A503-4838A96B9A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27FAFA2-01C4-448B-9024-81BAF26507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300187-2429-41A1-A924-7D2CF0B3DE7D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A5E94F1C-27EC-4CD3-8CFD-95CA7A6542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8D4392B4-8617-4CA4-9CED-850BF69D4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DEA85A-0B66-45D5-A51F-B62831B82637}" type="slidenum">
              <a:rPr lang="en-AU" altLang="en-US" smtClean="0">
                <a:latin typeface="Times New Roman" panose="02020603050405020304" pitchFamily="18" charset="0"/>
              </a:rPr>
              <a:pPr/>
              <a:t>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B14EB12E-36B6-4145-915D-22E1353BF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18105FDD-BAAF-40B8-8DC0-C82E5008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0D9F68B-0443-4D67-B8E9-84B1EE7115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F8967D7-6164-437F-87E8-9DA3B9D4B7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01A4E4-4243-46CA-8288-D9D1A111E28C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532" name="Rectangle 6">
            <a:extLst>
              <a:ext uri="{FF2B5EF4-FFF2-40B4-BE49-F238E27FC236}">
                <a16:creationId xmlns:a16="http://schemas.microsoft.com/office/drawing/2014/main" id="{6B620B16-FE5F-448A-BB5C-0AD36A69D9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2533" name="Rectangle 7">
            <a:extLst>
              <a:ext uri="{FF2B5EF4-FFF2-40B4-BE49-F238E27FC236}">
                <a16:creationId xmlns:a16="http://schemas.microsoft.com/office/drawing/2014/main" id="{AB3E2DAD-4D46-40EC-81F1-92FDBA726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2B0B25-F1C7-45F7-93A0-08A56B4573F2}" type="slidenum">
              <a:rPr lang="en-AU" altLang="en-US" smtClean="0">
                <a:latin typeface="Times New Roman" panose="02020603050405020304" pitchFamily="18" charset="0"/>
              </a:rPr>
              <a:pPr/>
              <a:t>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3BB629B1-D659-4CC5-91BF-0B559FAC9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0A0E5D3C-3411-4AC1-8EC2-2D30F3086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D9E5AE8-C343-4EBD-A503-4838A96B9A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27FAFA2-01C4-448B-9024-81BAF26507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300187-2429-41A1-A924-7D2CF0B3DE7D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A5E94F1C-27EC-4CD3-8CFD-95CA7A6542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8D4392B4-8617-4CA4-9CED-850BF69D4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DEA85A-0B66-45D5-A51F-B62831B82637}" type="slidenum">
              <a:rPr lang="en-AU" altLang="en-US" smtClean="0">
                <a:latin typeface="Times New Roman" panose="02020603050405020304" pitchFamily="18" charset="0"/>
              </a:rPr>
              <a:pPr/>
              <a:t>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B14EB12E-36B6-4145-915D-22E1353BF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18105FDD-BAAF-40B8-8DC0-C82E5008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7287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D9E5AE8-C343-4EBD-A503-4838A96B9A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27FAFA2-01C4-448B-9024-81BAF26507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300187-2429-41A1-A924-7D2CF0B3DE7D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A5E94F1C-27EC-4CD3-8CFD-95CA7A6542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8D4392B4-8617-4CA4-9CED-850BF69D4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DEA85A-0B66-45D5-A51F-B62831B82637}" type="slidenum">
              <a:rPr lang="en-AU" altLang="en-US" smtClean="0">
                <a:latin typeface="Times New Roman" panose="02020603050405020304" pitchFamily="18" charset="0"/>
              </a:rPr>
              <a:pPr/>
              <a:t>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B14EB12E-36B6-4145-915D-22E1353BF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18105FDD-BAAF-40B8-8DC0-C82E5008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839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D9E5AE8-C343-4EBD-A503-4838A96B9A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27FAFA2-01C4-448B-9024-81BAF26507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300187-2429-41A1-A924-7D2CF0B3DE7D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A5E94F1C-27EC-4CD3-8CFD-95CA7A6542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8D4392B4-8617-4CA4-9CED-850BF69D4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DEA85A-0B66-45D5-A51F-B62831B82637}" type="slidenum">
              <a:rPr lang="en-AU" altLang="en-US" smtClean="0">
                <a:latin typeface="Times New Roman" panose="02020603050405020304" pitchFamily="18" charset="0"/>
              </a:rPr>
              <a:pPr/>
              <a:t>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B14EB12E-36B6-4145-915D-22E1353BF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18105FDD-BAAF-40B8-8DC0-C82E5008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942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11DA3E2-7848-48E7-A5A6-44835374C8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B6F0DA4-15D6-41EB-A5FC-B7C7279EAF8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981014-E6E5-4A69-A1A1-DC4D0074FF7A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80" name="Rectangle 6">
            <a:extLst>
              <a:ext uri="{FF2B5EF4-FFF2-40B4-BE49-F238E27FC236}">
                <a16:creationId xmlns:a16="http://schemas.microsoft.com/office/drawing/2014/main" id="{1E55AEA8-2DA1-4FDE-96F4-60EC1E434A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4581" name="Rectangle 7">
            <a:extLst>
              <a:ext uri="{FF2B5EF4-FFF2-40B4-BE49-F238E27FC236}">
                <a16:creationId xmlns:a16="http://schemas.microsoft.com/office/drawing/2014/main" id="{6D5056DC-EC25-4604-900F-1BFB6E0DE8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FD955A-43D6-4F2D-A03B-4A703636F6C1}" type="slidenum">
              <a:rPr lang="en-AU" altLang="en-US" smtClean="0">
                <a:latin typeface="Times New Roman" panose="02020603050405020304" pitchFamily="18" charset="0"/>
              </a:rPr>
              <a:pPr/>
              <a:t>13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6DA09E71-4395-4FBF-B53A-90809A992D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1A5AD62B-060A-4D8E-B084-C524FC3B8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A254BDC-846B-4343-98E2-E615A2CB08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8CA6593-897A-41E7-B0A9-C20F447AC0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73EB78-0E0D-446E-A88F-443933778D3E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53797D22-F4E3-43F5-8CB0-C4E05F84BA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1661C36A-3D75-4935-9C88-5B9ACFBE2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948F77-1FEB-4CBD-8000-94CFC32758FB}" type="slidenum">
              <a:rPr lang="en-AU" altLang="en-US" smtClean="0">
                <a:latin typeface="Times New Roman" panose="02020603050405020304" pitchFamily="18" charset="0"/>
              </a:rPr>
              <a:pPr/>
              <a:t>15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0D137971-511B-4CBA-B26E-9E62E434DB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EA5585DC-2895-4C96-B294-BCE0B8BE7B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AAD061E-2693-4D69-BF03-B1B5A7D248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EC3191F-AFBD-4DEF-88B3-97A28D35E5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15FA2-28DA-4942-AEAD-8366CDDC8211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00" name="Rectangle 6">
            <a:extLst>
              <a:ext uri="{FF2B5EF4-FFF2-40B4-BE49-F238E27FC236}">
                <a16:creationId xmlns:a16="http://schemas.microsoft.com/office/drawing/2014/main" id="{B2C4FF21-7E28-4FD4-A409-D83AB57CCA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9701" name="Rectangle 7">
            <a:extLst>
              <a:ext uri="{FF2B5EF4-FFF2-40B4-BE49-F238E27FC236}">
                <a16:creationId xmlns:a16="http://schemas.microsoft.com/office/drawing/2014/main" id="{94015BEC-266E-4FD3-8E78-F20AA5539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29357C-9280-482E-ACDF-631C13FACF02}" type="slidenum">
              <a:rPr lang="en-AU" altLang="en-US" smtClean="0">
                <a:latin typeface="Times New Roman" panose="02020603050405020304" pitchFamily="18" charset="0"/>
              </a:rPr>
              <a:pPr/>
              <a:t>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7E6C6BFC-B87F-4D4C-A07E-41C0AD0343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9B652902-CA1F-4F07-8656-A6A8F47BB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7751917-270D-4410-89BA-B1B01BDAE0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D581C79-8B6C-439F-8BDD-F6ECB45F8CA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866E94-4B34-4567-9CE3-FAF2FADD3A2E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7BC1438C-4D6B-4771-9ED4-7A52C7DCE2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D251A5A9-5161-4DD2-8BDF-A49EF815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52C4BF-A77A-46C0-9994-889A12985E79}" type="slidenum">
              <a:rPr lang="en-AU" altLang="en-US" smtClean="0">
                <a:latin typeface="Times New Roman" panose="02020603050405020304" pitchFamily="18" charset="0"/>
              </a:rPr>
              <a:pPr/>
              <a:t>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DD26F611-2017-4172-96C7-C19A2FF722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6F817484-60A2-4EB4-B40E-B3F45272D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B2158FA-8523-4552-97BA-CEF647F94B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4AE5093-292A-40CD-B57B-B2B44D413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6E0B50-686B-4EAE-B79D-1F7F5CD28A2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AE765F9B-E674-485E-A37A-A20922FC10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96253D99-7435-4C06-A4EC-3C78B3DD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C52151-6EA1-4CEB-AB77-4050DB125D62}" type="slidenum">
              <a:rPr lang="en-AU" altLang="en-US" smtClean="0">
                <a:latin typeface="Times New Roman" panose="02020603050405020304" pitchFamily="18" charset="0"/>
              </a:rPr>
              <a:pPr/>
              <a:t>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FA2F5285-CB54-4646-96F4-DF34DB7A3B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6E10A4DB-EE92-4CCD-84A6-27BD20662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B2158FA-8523-4552-97BA-CEF647F94B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4AE5093-292A-40CD-B57B-B2B44D413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6E0B50-686B-4EAE-B79D-1F7F5CD28A2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AE765F9B-E674-485E-A37A-A20922FC10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96253D99-7435-4C06-A4EC-3C78B3DD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C52151-6EA1-4CEB-AB77-4050DB125D62}" type="slidenum">
              <a:rPr lang="en-AU" altLang="en-US" smtClean="0">
                <a:latin typeface="Times New Roman" panose="02020603050405020304" pitchFamily="18" charset="0"/>
              </a:rPr>
              <a:pPr/>
              <a:t>19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FA2F5285-CB54-4646-96F4-DF34DB7A3B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6E10A4DB-EE92-4CCD-84A6-27BD20662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435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B2158FA-8523-4552-97BA-CEF647F94B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4AE5093-292A-40CD-B57B-B2B44D413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6E0B50-686B-4EAE-B79D-1F7F5CD28A2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AE765F9B-E674-485E-A37A-A20922FC10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96253D99-7435-4C06-A4EC-3C78B3DD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C52151-6EA1-4CEB-AB77-4050DB125D62}" type="slidenum">
              <a:rPr lang="en-AU" altLang="en-US" smtClean="0">
                <a:latin typeface="Times New Roman" panose="02020603050405020304" pitchFamily="18" charset="0"/>
              </a:rPr>
              <a:pPr/>
              <a:t>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FA2F5285-CB54-4646-96F4-DF34DB7A3B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6E10A4DB-EE92-4CCD-84A6-27BD20662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147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B2158FA-8523-4552-97BA-CEF647F94B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4AE5093-292A-40CD-B57B-B2B44D413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6E0B50-686B-4EAE-B79D-1F7F5CD28A2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AE765F9B-E674-485E-A37A-A20922FC10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96253D99-7435-4C06-A4EC-3C78B3DD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C52151-6EA1-4CEB-AB77-4050DB125D62}" type="slidenum">
              <a:rPr lang="en-AU" altLang="en-US" smtClean="0">
                <a:latin typeface="Times New Roman" panose="02020603050405020304" pitchFamily="18" charset="0"/>
              </a:rPr>
              <a:pPr/>
              <a:t>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FA2F5285-CB54-4646-96F4-DF34DB7A3B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6E10A4DB-EE92-4CCD-84A6-27BD20662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413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FE7727B-46B2-44F0-9230-285F6783A3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67FF644-0EEF-4280-A84D-9D8767D75C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DF2614-6A70-479C-93BA-6FB594BA1FFE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5844" name="Rectangle 6">
            <a:extLst>
              <a:ext uri="{FF2B5EF4-FFF2-40B4-BE49-F238E27FC236}">
                <a16:creationId xmlns:a16="http://schemas.microsoft.com/office/drawing/2014/main" id="{51DC76A4-0B86-4279-82B5-E81C2093B2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5845" name="Rectangle 7">
            <a:extLst>
              <a:ext uri="{FF2B5EF4-FFF2-40B4-BE49-F238E27FC236}">
                <a16:creationId xmlns:a16="http://schemas.microsoft.com/office/drawing/2014/main" id="{B023B64E-1EAF-491B-AE4E-55747B96C9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9A0E89-F39F-4074-AF01-D4C43CE4C9A4}" type="slidenum">
              <a:rPr lang="en-AU" altLang="en-US" smtClean="0">
                <a:latin typeface="Times New Roman" panose="02020603050405020304" pitchFamily="18" charset="0"/>
              </a:rPr>
              <a:pPr/>
              <a:t>22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CC28EF51-2EF0-4399-8F7E-F4F95D6E7D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0697707E-C6A7-44F6-9ACE-31401DD5D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49492C2-B0FD-4E61-B386-780B5E7BA5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F5101BE-CAE1-49C5-878B-1060B22D79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C34054-4AFF-49D9-8794-C8AA69E92B90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9940" name="Rectangle 6">
            <a:extLst>
              <a:ext uri="{FF2B5EF4-FFF2-40B4-BE49-F238E27FC236}">
                <a16:creationId xmlns:a16="http://schemas.microsoft.com/office/drawing/2014/main" id="{46612E59-184A-427F-9723-17587442B3A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9941" name="Rectangle 7">
            <a:extLst>
              <a:ext uri="{FF2B5EF4-FFF2-40B4-BE49-F238E27FC236}">
                <a16:creationId xmlns:a16="http://schemas.microsoft.com/office/drawing/2014/main" id="{35860EB7-0745-41F2-B69D-AC815FA0A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C07577-D027-4245-AD0E-2B511F896898}" type="slidenum">
              <a:rPr lang="en-AU" altLang="en-US" smtClean="0">
                <a:latin typeface="Times New Roman" panose="02020603050405020304" pitchFamily="18" charset="0"/>
              </a:rPr>
              <a:pPr/>
              <a:t>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BB2D8ED2-4C6D-4C92-9C05-F1DC0A3783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3" name="Rectangle 3">
            <a:extLst>
              <a:ext uri="{FF2B5EF4-FFF2-40B4-BE49-F238E27FC236}">
                <a16:creationId xmlns:a16="http://schemas.microsoft.com/office/drawing/2014/main" id="{B87F40E4-328A-47BD-A662-FA895F583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BA4F67B-355A-4F25-B1D5-39DC511733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182CAD8-1C8D-4EBC-8E3A-5E37EFB4A5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C7FFD0-8F09-4E94-9D7F-9AB74F87DF3C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7892" name="Rectangle 6">
            <a:extLst>
              <a:ext uri="{FF2B5EF4-FFF2-40B4-BE49-F238E27FC236}">
                <a16:creationId xmlns:a16="http://schemas.microsoft.com/office/drawing/2014/main" id="{6A1CB703-FBF7-4A97-AF42-2FA4CA5CF1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7893" name="Rectangle 7">
            <a:extLst>
              <a:ext uri="{FF2B5EF4-FFF2-40B4-BE49-F238E27FC236}">
                <a16:creationId xmlns:a16="http://schemas.microsoft.com/office/drawing/2014/main" id="{858C1C0B-E957-4843-BC00-CDDBBCD57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F1C611-0BCD-47AB-A5F6-284CD7C6340C}" type="slidenum">
              <a:rPr lang="en-AU" altLang="en-US" smtClean="0">
                <a:latin typeface="Times New Roman" panose="02020603050405020304" pitchFamily="18" charset="0"/>
              </a:rPr>
              <a:pPr/>
              <a:t>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06686F96-FD9E-472D-8DF6-192258E3E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714EF7BF-41C1-41C5-9245-36C49B18C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6D25CD4-4A1A-4721-9904-2D87D7C64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0DA439D-8092-41B2-BDBC-8805B59CEF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D979A4-50B3-46E1-A943-9AA0FFA2C3E0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1988" name="Rectangle 6">
            <a:extLst>
              <a:ext uri="{FF2B5EF4-FFF2-40B4-BE49-F238E27FC236}">
                <a16:creationId xmlns:a16="http://schemas.microsoft.com/office/drawing/2014/main" id="{24357DE8-9EA8-4301-9D0C-ADACE1CFF2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1989" name="Rectangle 7">
            <a:extLst>
              <a:ext uri="{FF2B5EF4-FFF2-40B4-BE49-F238E27FC236}">
                <a16:creationId xmlns:a16="http://schemas.microsoft.com/office/drawing/2014/main" id="{CD00DF24-8CE8-4D3F-AEDE-B8126921E8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FF5E8C-59AC-4764-8006-086745A8E4F0}" type="slidenum">
              <a:rPr lang="en-AU" altLang="en-US" smtClean="0">
                <a:latin typeface="Times New Roman" panose="02020603050405020304" pitchFamily="18" charset="0"/>
              </a:rPr>
              <a:pPr/>
              <a:t>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086FAE7F-70AF-4D6D-A3D7-06B38ED4CD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698D988-165B-4D2A-A1F1-BDF7407F5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8B88404-9EED-4B78-A4BB-42DE88DEB6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11B76A9-529A-4B05-8601-474498751CD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549994-D607-48F8-8BCC-BAE38B01CF6A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F34B531D-ECFE-4E91-858A-9A7DFA7C77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E1693258-144D-4186-A970-39041F63C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9E17D3-BF6F-4F1D-B15D-2763B4424AE8}" type="slidenum">
              <a:rPr lang="en-AU" altLang="en-US" smtClean="0">
                <a:latin typeface="Times New Roman" panose="02020603050405020304" pitchFamily="18" charset="0"/>
              </a:rPr>
              <a:pPr/>
              <a:t>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831BEFA3-B87C-4468-9D07-723523B868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4C1236C9-619A-4CA7-98AE-34F777935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DCE81C7-0CCE-43C6-A76A-1FBF6283EB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33300AFD-0FCF-4FE5-992F-A70D6500E38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65FF1C-8CA8-4D0F-8636-89733669931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4C324BD2-EC97-436D-88A2-5575255193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034B2A25-8300-4269-844D-65F42E9874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849F33-409D-411F-9F54-AF602332CA39}" type="slidenum">
              <a:rPr lang="en-AU" altLang="en-US" smtClean="0">
                <a:latin typeface="Times New Roman" panose="02020603050405020304" pitchFamily="18" charset="0"/>
              </a:rPr>
              <a:pPr/>
              <a:t>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038AD598-40B8-4094-9DC0-2309C02C4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B4C62CEC-E4CA-4771-ADA9-8884B3E4A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8BB895C-F219-44D2-A9D6-C4807B1076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530232A-1A2C-45BF-B2E0-D6DBAAFA57F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2C6281-8514-4DF3-B3A8-8973F953C970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EE739BCE-5D11-4696-BF20-A22CBA0C66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5645413D-34A4-4030-B090-887CB0978D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035611-0F14-451C-8A24-ED677D2978C3}" type="slidenum">
              <a:rPr lang="en-AU" altLang="en-US" smtClean="0">
                <a:latin typeface="Times New Roman" panose="02020603050405020304" pitchFamily="18" charset="0"/>
              </a:rPr>
              <a:pPr/>
              <a:t>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4A95684D-5DC4-45CC-9F50-0FD518B9AF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2D44A002-1289-4B48-942C-235EC9DF3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EB95470-F6AC-48AF-9EA9-E9DFEDC934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A853A0B-5639-4A76-898C-42FEDF1711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D6A30A-4114-42D4-AC9A-4DF4E9812E86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10E6E7A9-78DD-49BF-9D4D-B40C458965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D6848BF1-A520-46F3-AD7B-86B33BF2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C72EF2-26BF-46C2-8959-38DC73406263}" type="slidenum">
              <a:rPr lang="en-AU" altLang="en-US" smtClean="0">
                <a:latin typeface="Times New Roman" panose="02020603050405020304" pitchFamily="18" charset="0"/>
              </a:rPr>
              <a:pPr/>
              <a:t>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4B4FAA73-1008-43A9-ABF7-E1F0332CE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13705EB8-2A04-461B-8D11-6A11565DF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2818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80C3B0C-52DF-4A13-8C77-DD3A4F661A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AD7C5DF-A650-404F-938D-08B1F36BB5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8DF834-9DF1-4BC7-B1C2-22B76D01EA20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316DD55E-92A8-4F51-9207-A6C7D73A79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56D31769-7C19-4C1B-847F-E5625342C7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F7B18A-B6F3-455E-9153-C5C4393818D6}" type="slidenum">
              <a:rPr lang="en-AU" altLang="en-US" smtClean="0">
                <a:latin typeface="Times New Roman" panose="02020603050405020304" pitchFamily="18" charset="0"/>
              </a:rPr>
              <a:pPr/>
              <a:t>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D57B6DA3-E417-4089-B378-7A0D027EC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CAB30A64-30DD-4454-87A5-472139F53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3037235-8B0E-4EA3-A9AB-391C7BD39B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0B4B96A-ABBF-4112-8A04-40FD22B6F4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26536D-1DEA-49C1-92C7-F9CF17D89F17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87D01E8D-C8AB-4026-962B-9C64E552260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290B49CD-D280-4029-BA85-146BCBDC41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D8B27-FC17-45CE-8A55-10DFA644B360}" type="slidenum">
              <a:rPr lang="en-AU" altLang="en-US" smtClean="0">
                <a:latin typeface="Times New Roman" panose="02020603050405020304" pitchFamily="18" charset="0"/>
              </a:rPr>
              <a:pPr/>
              <a:t>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BEB78DAE-7722-4D9C-916C-E5666D979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8E587F51-0A08-46B0-A5F5-3DA9023FC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EB95470-F6AC-48AF-9EA9-E9DFEDC934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A853A0B-5639-4A76-898C-42FEDF1711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D6A30A-4114-42D4-AC9A-4DF4E9812E86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10E6E7A9-78DD-49BF-9D4D-B40C458965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D6848BF1-A520-46F3-AD7B-86B33BF2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C72EF2-26BF-46C2-8959-38DC73406263}" type="slidenum">
              <a:rPr lang="en-AU" altLang="en-US" smtClean="0">
                <a:latin typeface="Times New Roman" panose="02020603050405020304" pitchFamily="18" charset="0"/>
              </a:rPr>
              <a:pPr/>
              <a:t>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4B4FAA73-1008-43A9-ABF7-E1F0332CE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13705EB8-2A04-461B-8D11-6A11565DF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5077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127761A-7663-4BCA-9FDD-BE224B7AAF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27E3C63-8695-43E0-882C-B6B33E26EA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E1C1B-2A44-4E67-8829-5A58B1BE0EC7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7348" name="Rectangle 6">
            <a:extLst>
              <a:ext uri="{FF2B5EF4-FFF2-40B4-BE49-F238E27FC236}">
                <a16:creationId xmlns:a16="http://schemas.microsoft.com/office/drawing/2014/main" id="{C9340980-C6E4-45D5-8BC4-60A8B7B1D7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BC8DD302-1654-474B-BAF4-D50EC76410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368C16-FD38-42DB-BBFB-A597F73217F5}" type="slidenum">
              <a:rPr lang="en-AU" altLang="en-US" smtClean="0">
                <a:latin typeface="Times New Roman" panose="02020603050405020304" pitchFamily="18" charset="0"/>
              </a:rPr>
              <a:pPr/>
              <a:t>35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5436FDB8-6E38-4533-88EE-8F2B8A629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D417A71D-9675-4758-8A01-5A50F0AA8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44EB725-440D-4257-990C-65980FD77B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C69567E-07F1-4F3D-95E6-43DA2EC8E0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F8C4F3-075E-4E55-B543-D0BED4D475E4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0" name="Rectangle 6">
            <a:extLst>
              <a:ext uri="{FF2B5EF4-FFF2-40B4-BE49-F238E27FC236}">
                <a16:creationId xmlns:a16="http://schemas.microsoft.com/office/drawing/2014/main" id="{F52A0E8B-01BB-429B-A090-1D34E72FF3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70661" name="Rectangle 7">
            <a:extLst>
              <a:ext uri="{FF2B5EF4-FFF2-40B4-BE49-F238E27FC236}">
                <a16:creationId xmlns:a16="http://schemas.microsoft.com/office/drawing/2014/main" id="{1BD8C70C-AE3D-4B38-A0B2-C226A90424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8BA1E2-61C3-4BE4-BB3E-FF919CCE16C8}" type="slidenum">
              <a:rPr lang="en-AU" altLang="en-US" smtClean="0">
                <a:latin typeface="Times New Roman" panose="02020603050405020304" pitchFamily="18" charset="0"/>
              </a:rPr>
              <a:pPr/>
              <a:t>36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2" name="Rectangle 2">
            <a:extLst>
              <a:ext uri="{FF2B5EF4-FFF2-40B4-BE49-F238E27FC236}">
                <a16:creationId xmlns:a16="http://schemas.microsoft.com/office/drawing/2014/main" id="{5552C77D-8368-4243-8760-A7CB9CCC8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3" name="Rectangle 3">
            <a:extLst>
              <a:ext uri="{FF2B5EF4-FFF2-40B4-BE49-F238E27FC236}">
                <a16:creationId xmlns:a16="http://schemas.microsoft.com/office/drawing/2014/main" id="{409F9481-2FD0-48F8-94F2-335CA190C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0084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E177C12-92DE-46B1-9BF4-5169D397A1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E7FDEC6D-F6DB-47C8-B71D-FC15D4A339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D69689-094F-49C1-B2BA-1066814B87FC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08" name="Rectangle 6">
            <a:extLst>
              <a:ext uri="{FF2B5EF4-FFF2-40B4-BE49-F238E27FC236}">
                <a16:creationId xmlns:a16="http://schemas.microsoft.com/office/drawing/2014/main" id="{A5A05810-F9B2-4A47-B8D1-5FF3762DF6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72709" name="Rectangle 7">
            <a:extLst>
              <a:ext uri="{FF2B5EF4-FFF2-40B4-BE49-F238E27FC236}">
                <a16:creationId xmlns:a16="http://schemas.microsoft.com/office/drawing/2014/main" id="{C78FF0D3-30A8-4B23-A2AB-8DD933E453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3A39BC-C5FA-4294-9177-ED3D1F231A52}" type="slidenum">
              <a:rPr lang="en-AU" altLang="en-US" smtClean="0">
                <a:latin typeface="Times New Roman" panose="02020603050405020304" pitchFamily="18" charset="0"/>
              </a:rPr>
              <a:pPr/>
              <a:t>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10" name="Rectangle 2">
            <a:extLst>
              <a:ext uri="{FF2B5EF4-FFF2-40B4-BE49-F238E27FC236}">
                <a16:creationId xmlns:a16="http://schemas.microsoft.com/office/drawing/2014/main" id="{1FE6F1E9-2D73-4156-834B-5A126646E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>
            <a:extLst>
              <a:ext uri="{FF2B5EF4-FFF2-40B4-BE49-F238E27FC236}">
                <a16:creationId xmlns:a16="http://schemas.microsoft.com/office/drawing/2014/main" id="{332135A3-DBB3-4EDB-9396-0FEF606B9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7207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49952DC-59F0-4272-B8CF-0AB747B8EF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F5AF60C-D7A4-4158-8873-6A5DAAEE47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69C46F-C4C3-4037-B7D4-45F4F48D19CA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23BA5621-EA2F-4139-83EE-1206DE572F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300D3E67-AFFA-4030-BF33-55987D16C6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A368B-5FB5-40DD-93F3-ECCF2BEEB2D8}" type="slidenum">
              <a:rPr lang="en-AU" altLang="en-US" smtClean="0">
                <a:latin typeface="Times New Roman" panose="02020603050405020304" pitchFamily="18" charset="0"/>
              </a:rPr>
              <a:pPr/>
              <a:t>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61ED078C-8B1C-4BCE-9190-C954FD1E1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710CA331-1384-4041-8ECD-A9DE740F8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5E5E04D-BA8C-4A31-A77F-B6729E8F8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8187DE4-CD56-4526-8386-182E9048C9E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866A5F-312E-49EF-A0F6-DE0960F2F36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343736DF-0D1D-4EC9-932C-4735E874CA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1A7C84-FF03-4C2C-A230-61A8F05598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14F8F9-59A7-48E8-AD56-46ECE6947C31}" type="slidenum">
              <a:rPr lang="en-AU" altLang="en-US" smtClean="0">
                <a:latin typeface="Times New Roman" panose="02020603050405020304" pitchFamily="18" charset="0"/>
              </a:rPr>
              <a:pPr/>
              <a:t>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1D43EC98-3CC9-49F6-8D84-E777E35598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FB784875-E031-4ED9-80D7-45BB04FA5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33F32CA5-2113-4E8B-BD5A-203DDBFE5E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9FC25BC-B3CF-4A8C-A970-FD3C2729BE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E9D15C-1246-4A3A-9C07-663FCE438C5D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19B9F780-A2F4-4F47-AFC7-76FE060163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6565" name="Rectangle 7">
            <a:extLst>
              <a:ext uri="{FF2B5EF4-FFF2-40B4-BE49-F238E27FC236}">
                <a16:creationId xmlns:a16="http://schemas.microsoft.com/office/drawing/2014/main" id="{D6BC8652-4B37-440F-B208-7B280A909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ED19C1-ED38-446B-81AA-567F604EC53E}" type="slidenum">
              <a:rPr lang="en-AU" altLang="en-US" smtClean="0">
                <a:latin typeface="Times New Roman" panose="02020603050405020304" pitchFamily="18" charset="0"/>
              </a:rPr>
              <a:pPr/>
              <a:t>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6" name="Rectangle 2">
            <a:extLst>
              <a:ext uri="{FF2B5EF4-FFF2-40B4-BE49-F238E27FC236}">
                <a16:creationId xmlns:a16="http://schemas.microsoft.com/office/drawing/2014/main" id="{441EC66B-F493-4802-8560-A55F6155E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7" name="Rectangle 3">
            <a:extLst>
              <a:ext uri="{FF2B5EF4-FFF2-40B4-BE49-F238E27FC236}">
                <a16:creationId xmlns:a16="http://schemas.microsoft.com/office/drawing/2014/main" id="{B30CE585-9D7E-4BB2-90C2-B58CD3350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44DED3B-41F2-42C6-8CFD-9D0791B34F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9CE803C-78F1-44A5-AC15-760AB0E276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A88D39-14F2-45D3-8AD7-3F187C83A481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2" name="Rectangle 6">
            <a:extLst>
              <a:ext uri="{FF2B5EF4-FFF2-40B4-BE49-F238E27FC236}">
                <a16:creationId xmlns:a16="http://schemas.microsoft.com/office/drawing/2014/main" id="{29B97594-D7E9-4D20-A07A-32C20F7B4A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68613" name="Rectangle 7">
            <a:extLst>
              <a:ext uri="{FF2B5EF4-FFF2-40B4-BE49-F238E27FC236}">
                <a16:creationId xmlns:a16="http://schemas.microsoft.com/office/drawing/2014/main" id="{DD2FA829-94D2-4356-8147-48A2DC2EB5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98FA49-CCBC-4BE3-B4A2-FC4A93D153A1}" type="slidenum">
              <a:rPr lang="en-AU" altLang="en-US" smtClean="0">
                <a:latin typeface="Times New Roman" panose="02020603050405020304" pitchFamily="18" charset="0"/>
              </a:rPr>
              <a:pPr/>
              <a:t>41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F8C9A64A-04B1-40CE-919E-AC14AB0823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9CFA6622-6DBE-4A84-A526-25B0BD4A8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49B66B5-20F4-4943-95E9-A6B4247DCC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2903927-B302-49D6-A992-5697206BA6F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AD1631-1A97-4BDD-8C35-A9695E64697B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3B561D2E-20D5-4EF1-90EA-3A98A59A65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5A65CDA6-7E24-4413-BFC4-36940A88A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F71DE6-AFC8-46EE-B28C-5FDCF3669FCE}" type="slidenum">
              <a:rPr lang="en-AU" altLang="en-US" smtClean="0">
                <a:latin typeface="Times New Roman" panose="02020603050405020304" pitchFamily="18" charset="0"/>
              </a:rPr>
              <a:pPr/>
              <a:t>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8" name="Rectangle 2">
            <a:extLst>
              <a:ext uri="{FF2B5EF4-FFF2-40B4-BE49-F238E27FC236}">
                <a16:creationId xmlns:a16="http://schemas.microsoft.com/office/drawing/2014/main" id="{66AC44B9-230F-461F-A5E1-200518E46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>
            <a:extLst>
              <a:ext uri="{FF2B5EF4-FFF2-40B4-BE49-F238E27FC236}">
                <a16:creationId xmlns:a16="http://schemas.microsoft.com/office/drawing/2014/main" id="{F0E9F4A2-01C3-4C4F-BEBC-3A10718F23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273781E-7B77-4986-902C-2088D8A1AD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040B17EA-B01E-4E39-B800-E0F32A184E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241749-4B3A-4AF2-976C-F792ACBB388B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EF11A746-73ED-4456-95DE-13DA91C7B9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307D3280-0FAA-4687-B4A3-1F6345848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1EA907-9398-4444-84AD-0638EA50C11A}" type="slidenum">
              <a:rPr lang="en-AU" altLang="en-US" smtClean="0">
                <a:latin typeface="Times New Roman" panose="02020603050405020304" pitchFamily="18" charset="0"/>
              </a:rPr>
              <a:pPr/>
              <a:t>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DFBF9252-F5F8-4881-94A2-095C50DFD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93A68D52-CF92-4077-B768-CF9770423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E157932B-751D-4855-A74B-3B55C6C1A1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EE81394-CDFF-455D-8C73-884A08B784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F401B1-0509-48FC-AFED-5D6669EC9858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9893D9E3-87F0-4175-A7E8-6F069ADEBF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78853" name="Rectangle 7">
            <a:extLst>
              <a:ext uri="{FF2B5EF4-FFF2-40B4-BE49-F238E27FC236}">
                <a16:creationId xmlns:a16="http://schemas.microsoft.com/office/drawing/2014/main" id="{F36F04DA-F2B7-4136-A234-A6FE9B0EC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060ABC-52C5-4BD0-8A15-34872D12B6D6}" type="slidenum">
              <a:rPr lang="en-AU" altLang="en-US" smtClean="0">
                <a:latin typeface="Times New Roman" panose="02020603050405020304" pitchFamily="18" charset="0"/>
              </a:rPr>
              <a:pPr/>
              <a:t>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4" name="Rectangle 2">
            <a:extLst>
              <a:ext uri="{FF2B5EF4-FFF2-40B4-BE49-F238E27FC236}">
                <a16:creationId xmlns:a16="http://schemas.microsoft.com/office/drawing/2014/main" id="{1D17D479-B24E-4785-98D9-E14A107F3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5" name="Rectangle 3">
            <a:extLst>
              <a:ext uri="{FF2B5EF4-FFF2-40B4-BE49-F238E27FC236}">
                <a16:creationId xmlns:a16="http://schemas.microsoft.com/office/drawing/2014/main" id="{3EC17221-22DA-411C-B303-2E93D82DC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AA2BBEDD-327B-43DB-AD1F-E22F195B0E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CB74BED-C577-47C7-85B1-6C6D24EEAC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7868AA-D8BE-49F7-9310-BD64DDBF3E56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6DECCB99-456D-424F-A6F0-5F48A82603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9923EDE9-E9AD-4701-94BA-0416A7E0F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08F5AD-AED8-4DB8-8BEE-38C28CC7AA85}" type="slidenum">
              <a:rPr lang="en-AU" altLang="en-US" smtClean="0">
                <a:latin typeface="Times New Roman" panose="02020603050405020304" pitchFamily="18" charset="0"/>
              </a:rPr>
              <a:pPr/>
              <a:t>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94637D4B-B520-40BE-A202-12D5C53D7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B3883653-8DEC-4261-922A-3BFF89468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F7F2D20-035F-4D07-9602-B6453E888F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A563297-3D2A-4338-A9DD-E5D2A9B5AA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DB2B8B-1CF1-482D-B540-40C92067C244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8766B026-ACEA-4B50-AA5E-40CA183B70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E804A22E-F605-4539-B9A9-52D3F1C68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EE407C-D8D1-499D-B5BB-DDFE6A300DA3}" type="slidenum">
              <a:rPr lang="en-AU" altLang="en-US" smtClean="0">
                <a:latin typeface="Times New Roman" panose="02020603050405020304" pitchFamily="18" charset="0"/>
              </a:rPr>
              <a:pPr/>
              <a:t>47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BA7397D6-09DD-4B0B-9651-8A2732B33E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15F70336-C72B-4BD8-8606-118647DE8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002EDE5-966C-44F4-83FC-8508CB2B80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5E52F4B-F9DD-4385-9549-51FC415B95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2238E6-1A0A-4C6F-870C-CA95B05A76C3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40CE5549-BB7C-4126-B912-E1A5588AD0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9F883AA1-71F5-4DAE-A59E-12EE36A944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5C93F-D4B7-4090-A0CC-2F6BFB711901}" type="slidenum">
              <a:rPr lang="en-AU" altLang="en-US" smtClean="0">
                <a:latin typeface="Times New Roman" panose="02020603050405020304" pitchFamily="18" charset="0"/>
              </a:rPr>
              <a:pPr/>
              <a:t>48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B936C746-741C-4314-AE23-D03112BD6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>
            <a:extLst>
              <a:ext uri="{FF2B5EF4-FFF2-40B4-BE49-F238E27FC236}">
                <a16:creationId xmlns:a16="http://schemas.microsoft.com/office/drawing/2014/main" id="{B12870BF-1DFA-4DB0-8A25-646A9E707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BD8F801E-14FC-4EE4-B074-EBE35B8B9B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A6D14C9-253C-44C1-8503-EDC38D7692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10F386-D8CC-44EB-B9A7-13129ECAC411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7044" name="Rectangle 6">
            <a:extLst>
              <a:ext uri="{FF2B5EF4-FFF2-40B4-BE49-F238E27FC236}">
                <a16:creationId xmlns:a16="http://schemas.microsoft.com/office/drawing/2014/main" id="{9CE537ED-B1C9-414E-BB51-31A0C15988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87045" name="Rectangle 7">
            <a:extLst>
              <a:ext uri="{FF2B5EF4-FFF2-40B4-BE49-F238E27FC236}">
                <a16:creationId xmlns:a16="http://schemas.microsoft.com/office/drawing/2014/main" id="{6BD1CF94-8A69-4C70-8D21-184B9FE60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4F5354-9B72-45CC-A509-420BE250D6A4}" type="slidenum">
              <a:rPr lang="en-AU" altLang="en-US" smtClean="0">
                <a:latin typeface="Times New Roman" panose="02020603050405020304" pitchFamily="18" charset="0"/>
              </a:rPr>
              <a:pPr/>
              <a:t>49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7046" name="Rectangle 2">
            <a:extLst>
              <a:ext uri="{FF2B5EF4-FFF2-40B4-BE49-F238E27FC236}">
                <a16:creationId xmlns:a16="http://schemas.microsoft.com/office/drawing/2014/main" id="{2B2ED93C-A053-408B-AFF5-47ECFA8757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7" name="Rectangle 3">
            <a:extLst>
              <a:ext uri="{FF2B5EF4-FFF2-40B4-BE49-F238E27FC236}">
                <a16:creationId xmlns:a16="http://schemas.microsoft.com/office/drawing/2014/main" id="{C1E0586A-EEBD-466C-968E-E278A1B9C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B26918F-255B-4B38-9F3A-EBDD14A4F6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895A8F2-13BF-4F00-A9FC-AED8289937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7954B4-8113-4E58-8779-2BFA8ECEE723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9092" name="Rectangle 6">
            <a:extLst>
              <a:ext uri="{FF2B5EF4-FFF2-40B4-BE49-F238E27FC236}">
                <a16:creationId xmlns:a16="http://schemas.microsoft.com/office/drawing/2014/main" id="{D0C9B493-0F7F-4FFA-841D-C7E527227B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89093" name="Rectangle 7">
            <a:extLst>
              <a:ext uri="{FF2B5EF4-FFF2-40B4-BE49-F238E27FC236}">
                <a16:creationId xmlns:a16="http://schemas.microsoft.com/office/drawing/2014/main" id="{C7B0F519-5203-4D22-879B-E00C442ADA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329381-D235-431D-B327-B38D58C189BB}" type="slidenum">
              <a:rPr lang="en-AU" altLang="en-US" smtClean="0">
                <a:latin typeface="Times New Roman" panose="02020603050405020304" pitchFamily="18" charset="0"/>
              </a:rPr>
              <a:pPr/>
              <a:t>50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9094" name="Rectangle 2">
            <a:extLst>
              <a:ext uri="{FF2B5EF4-FFF2-40B4-BE49-F238E27FC236}">
                <a16:creationId xmlns:a16="http://schemas.microsoft.com/office/drawing/2014/main" id="{E26E2823-F90E-4FC3-A016-5BAF3A625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5" name="Rectangle 3">
            <a:extLst>
              <a:ext uri="{FF2B5EF4-FFF2-40B4-BE49-F238E27FC236}">
                <a16:creationId xmlns:a16="http://schemas.microsoft.com/office/drawing/2014/main" id="{57E4523B-24DC-4FE7-86BC-8903D18DE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6B050072-711E-4F64-B0D9-02B3BBD24C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01327F0D-8652-4EB0-BC07-2A19D453FC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878A5B-CA88-4A58-81A2-C87491033737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1140" name="Rectangle 6">
            <a:extLst>
              <a:ext uri="{FF2B5EF4-FFF2-40B4-BE49-F238E27FC236}">
                <a16:creationId xmlns:a16="http://schemas.microsoft.com/office/drawing/2014/main" id="{DDBB9EF3-CE59-4371-B8F1-AC072A948E8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91141" name="Rectangle 7">
            <a:extLst>
              <a:ext uri="{FF2B5EF4-FFF2-40B4-BE49-F238E27FC236}">
                <a16:creationId xmlns:a16="http://schemas.microsoft.com/office/drawing/2014/main" id="{952CD869-43F4-4B28-BA0E-5C1779F5BA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ADD8DA-F3AF-46FC-9BDC-30CD0B7107D0}" type="slidenum">
              <a:rPr lang="en-AU" altLang="en-US" smtClean="0">
                <a:latin typeface="Times New Roman" panose="02020603050405020304" pitchFamily="18" charset="0"/>
              </a:rPr>
              <a:pPr/>
              <a:t>51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1142" name="Rectangle 2">
            <a:extLst>
              <a:ext uri="{FF2B5EF4-FFF2-40B4-BE49-F238E27FC236}">
                <a16:creationId xmlns:a16="http://schemas.microsoft.com/office/drawing/2014/main" id="{5995DCD1-1A4C-4450-8107-A3082511F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3" name="Rectangle 3">
            <a:extLst>
              <a:ext uri="{FF2B5EF4-FFF2-40B4-BE49-F238E27FC236}">
                <a16:creationId xmlns:a16="http://schemas.microsoft.com/office/drawing/2014/main" id="{CACF85DF-5B29-4D57-B817-025F76FD9F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DF4A5D84-C73A-4860-B03E-CF76F20A7D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3C9C3EA1-0896-42BC-A9D3-0549BFC14F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76E367-48D9-4684-9080-209F680120DB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3188" name="Rectangle 6">
            <a:extLst>
              <a:ext uri="{FF2B5EF4-FFF2-40B4-BE49-F238E27FC236}">
                <a16:creationId xmlns:a16="http://schemas.microsoft.com/office/drawing/2014/main" id="{359B1D97-2387-4B22-99F9-D587C5D2C67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93189" name="Rectangle 7">
            <a:extLst>
              <a:ext uri="{FF2B5EF4-FFF2-40B4-BE49-F238E27FC236}">
                <a16:creationId xmlns:a16="http://schemas.microsoft.com/office/drawing/2014/main" id="{5DEFC798-B469-4C18-9DEF-05FF7A9DA3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E71D94-43B1-4573-8275-89075028498E}" type="slidenum">
              <a:rPr lang="en-AU" altLang="en-US" smtClean="0">
                <a:latin typeface="Times New Roman" panose="02020603050405020304" pitchFamily="18" charset="0"/>
              </a:rPr>
              <a:pPr/>
              <a:t>52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3190" name="Rectangle 2">
            <a:extLst>
              <a:ext uri="{FF2B5EF4-FFF2-40B4-BE49-F238E27FC236}">
                <a16:creationId xmlns:a16="http://schemas.microsoft.com/office/drawing/2014/main" id="{3512FDE8-2476-428A-81E9-083A853B0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1" name="Rectangle 3">
            <a:extLst>
              <a:ext uri="{FF2B5EF4-FFF2-40B4-BE49-F238E27FC236}">
                <a16:creationId xmlns:a16="http://schemas.microsoft.com/office/drawing/2014/main" id="{3E959162-F465-467C-98F5-3A5477E15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099A169-0686-4B62-B8F2-3951FCBAC9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01B910C-0C8C-41D2-8F0F-49EC5BFA8E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9517B3-A193-4CA9-837A-781BF986FE4A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5236" name="Rectangle 6">
            <a:extLst>
              <a:ext uri="{FF2B5EF4-FFF2-40B4-BE49-F238E27FC236}">
                <a16:creationId xmlns:a16="http://schemas.microsoft.com/office/drawing/2014/main" id="{23227FB4-A09E-44C2-AB66-8D47C0461A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95237" name="Rectangle 7">
            <a:extLst>
              <a:ext uri="{FF2B5EF4-FFF2-40B4-BE49-F238E27FC236}">
                <a16:creationId xmlns:a16="http://schemas.microsoft.com/office/drawing/2014/main" id="{C1DBBE8C-D5E8-4212-9812-EBCDD42CB9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1F44EF-54AD-442E-BC9C-3D4CD2FC23CA}" type="slidenum">
              <a:rPr lang="en-AU" altLang="en-US" smtClean="0">
                <a:latin typeface="Times New Roman" panose="02020603050405020304" pitchFamily="18" charset="0"/>
              </a:rPr>
              <a:pPr/>
              <a:t>53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5238" name="Rectangle 2">
            <a:extLst>
              <a:ext uri="{FF2B5EF4-FFF2-40B4-BE49-F238E27FC236}">
                <a16:creationId xmlns:a16="http://schemas.microsoft.com/office/drawing/2014/main" id="{C3785689-6539-47E9-8434-E79B2CBEAE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9" name="Rectangle 3">
            <a:extLst>
              <a:ext uri="{FF2B5EF4-FFF2-40B4-BE49-F238E27FC236}">
                <a16:creationId xmlns:a16="http://schemas.microsoft.com/office/drawing/2014/main" id="{0015BFE8-0E96-411C-B140-F785614FF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E3C554B5-4B05-4D5B-B5E3-2B55FBFE3A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1B054C9-FBDA-4AA4-A077-C579CF493CB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F63276-548C-45F4-919A-9725ED544593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7284" name="Rectangle 6">
            <a:extLst>
              <a:ext uri="{FF2B5EF4-FFF2-40B4-BE49-F238E27FC236}">
                <a16:creationId xmlns:a16="http://schemas.microsoft.com/office/drawing/2014/main" id="{8C6C028C-72BD-44F5-B18F-1DA370B3A2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97285" name="Rectangle 7">
            <a:extLst>
              <a:ext uri="{FF2B5EF4-FFF2-40B4-BE49-F238E27FC236}">
                <a16:creationId xmlns:a16="http://schemas.microsoft.com/office/drawing/2014/main" id="{7A773B58-4641-49E4-90D1-EA80BFB4A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4FDBEE-3910-441E-8E23-419CF71BBF90}" type="slidenum">
              <a:rPr lang="en-AU" altLang="en-US" smtClean="0">
                <a:latin typeface="Times New Roman" panose="02020603050405020304" pitchFamily="18" charset="0"/>
              </a:rPr>
              <a:pPr/>
              <a:t>54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7286" name="Rectangle 2">
            <a:extLst>
              <a:ext uri="{FF2B5EF4-FFF2-40B4-BE49-F238E27FC236}">
                <a16:creationId xmlns:a16="http://schemas.microsoft.com/office/drawing/2014/main" id="{CC1A4C1A-CE61-41C3-BA14-9D908E0852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7" name="Rectangle 3">
            <a:extLst>
              <a:ext uri="{FF2B5EF4-FFF2-40B4-BE49-F238E27FC236}">
                <a16:creationId xmlns:a16="http://schemas.microsoft.com/office/drawing/2014/main" id="{9602322B-4E13-4E22-8A0B-A13EA6932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35F4A350-CF27-44F7-ACBC-4FA7556E8F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A3078DD5-6A78-41CE-8F5F-B6BBA4AEEB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93D611-6B0A-478C-AA56-E8F4E571A312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9332" name="Rectangle 6">
            <a:extLst>
              <a:ext uri="{FF2B5EF4-FFF2-40B4-BE49-F238E27FC236}">
                <a16:creationId xmlns:a16="http://schemas.microsoft.com/office/drawing/2014/main" id="{712398C2-81C1-4CC1-AA0F-5DADCACD537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99333" name="Rectangle 7">
            <a:extLst>
              <a:ext uri="{FF2B5EF4-FFF2-40B4-BE49-F238E27FC236}">
                <a16:creationId xmlns:a16="http://schemas.microsoft.com/office/drawing/2014/main" id="{AD3D8196-B662-401A-8E3D-01A08C2D8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33A2ED-60C5-43CC-AA06-8AED9E72A212}" type="slidenum">
              <a:rPr lang="en-AU" altLang="en-US" smtClean="0">
                <a:latin typeface="Times New Roman" panose="02020603050405020304" pitchFamily="18" charset="0"/>
              </a:rPr>
              <a:pPr/>
              <a:t>55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9334" name="Rectangle 2">
            <a:extLst>
              <a:ext uri="{FF2B5EF4-FFF2-40B4-BE49-F238E27FC236}">
                <a16:creationId xmlns:a16="http://schemas.microsoft.com/office/drawing/2014/main" id="{53A0907E-4A37-416E-8263-80FB64EE8C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5" name="Rectangle 3">
            <a:extLst>
              <a:ext uri="{FF2B5EF4-FFF2-40B4-BE49-F238E27FC236}">
                <a16:creationId xmlns:a16="http://schemas.microsoft.com/office/drawing/2014/main" id="{3564EE15-4E5A-42DB-8DC6-7FBF1AA4F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0CD1348C-363A-45D9-B542-E4021BE0A6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2307525-0892-4DF1-9828-97E488FA6A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EE65B7-6880-48D2-A6E6-BFA3DD192FBB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1380" name="Rectangle 6">
            <a:extLst>
              <a:ext uri="{FF2B5EF4-FFF2-40B4-BE49-F238E27FC236}">
                <a16:creationId xmlns:a16="http://schemas.microsoft.com/office/drawing/2014/main" id="{29C2203A-61FB-489C-BECA-E9953ADCE0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01381" name="Rectangle 7">
            <a:extLst>
              <a:ext uri="{FF2B5EF4-FFF2-40B4-BE49-F238E27FC236}">
                <a16:creationId xmlns:a16="http://schemas.microsoft.com/office/drawing/2014/main" id="{0548BB3F-F522-4A25-971C-EC66CBD49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FD9402-FF6B-43EC-90AD-414CC836B6FB}" type="slidenum">
              <a:rPr lang="en-AU" altLang="en-US" smtClean="0">
                <a:latin typeface="Times New Roman" panose="02020603050405020304" pitchFamily="18" charset="0"/>
              </a:rPr>
              <a:pPr/>
              <a:t>56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1382" name="Rectangle 2">
            <a:extLst>
              <a:ext uri="{FF2B5EF4-FFF2-40B4-BE49-F238E27FC236}">
                <a16:creationId xmlns:a16="http://schemas.microsoft.com/office/drawing/2014/main" id="{47DC8D56-90CE-418C-B7D6-D8920EBA7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3" name="Rectangle 3">
            <a:extLst>
              <a:ext uri="{FF2B5EF4-FFF2-40B4-BE49-F238E27FC236}">
                <a16:creationId xmlns:a16="http://schemas.microsoft.com/office/drawing/2014/main" id="{E70DAFF6-970B-469C-95F4-365B2FF32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81AC8692-116A-4FDA-8ACC-5631663AFB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A112542-06AC-45D7-BF2A-C36C56D5CF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C8622C-AABE-4D41-8633-85962D5860E3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3428" name="Rectangle 6">
            <a:extLst>
              <a:ext uri="{FF2B5EF4-FFF2-40B4-BE49-F238E27FC236}">
                <a16:creationId xmlns:a16="http://schemas.microsoft.com/office/drawing/2014/main" id="{1AE288BB-967F-4FA6-B75E-03DE02453D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03429" name="Rectangle 7">
            <a:extLst>
              <a:ext uri="{FF2B5EF4-FFF2-40B4-BE49-F238E27FC236}">
                <a16:creationId xmlns:a16="http://schemas.microsoft.com/office/drawing/2014/main" id="{A3A09974-ECD6-400F-B87A-C77450948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4650AF-29F6-4B82-8707-922B5C56D551}" type="slidenum">
              <a:rPr lang="en-AU" altLang="en-US" smtClean="0">
                <a:latin typeface="Times New Roman" panose="02020603050405020304" pitchFamily="18" charset="0"/>
              </a:rPr>
              <a:pPr/>
              <a:t>57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3430" name="Rectangle 2">
            <a:extLst>
              <a:ext uri="{FF2B5EF4-FFF2-40B4-BE49-F238E27FC236}">
                <a16:creationId xmlns:a16="http://schemas.microsoft.com/office/drawing/2014/main" id="{FEEB11CF-0157-401A-90F3-A0F1875DC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1" name="Rectangle 3">
            <a:extLst>
              <a:ext uri="{FF2B5EF4-FFF2-40B4-BE49-F238E27FC236}">
                <a16:creationId xmlns:a16="http://schemas.microsoft.com/office/drawing/2014/main" id="{C8A199C7-413F-4205-8F11-3D3BC5ABD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2DA6CE4-4042-4F44-B1B5-96B7F8EF59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D9F2DC01-73E6-4574-B716-3B2C7B7E76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CC7244-35C9-4EA4-89D4-F4AAE3649D19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5476" name="Rectangle 6">
            <a:extLst>
              <a:ext uri="{FF2B5EF4-FFF2-40B4-BE49-F238E27FC236}">
                <a16:creationId xmlns:a16="http://schemas.microsoft.com/office/drawing/2014/main" id="{4A9F9A70-DCA8-482B-A17B-5DEE1FC244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05477" name="Rectangle 7">
            <a:extLst>
              <a:ext uri="{FF2B5EF4-FFF2-40B4-BE49-F238E27FC236}">
                <a16:creationId xmlns:a16="http://schemas.microsoft.com/office/drawing/2014/main" id="{ED55D829-2DC0-4EAC-AEDB-5AF92D2BEF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881FDA-67AA-43A1-A96C-EC4C4E75E163}" type="slidenum">
              <a:rPr lang="en-AU" altLang="en-US" smtClean="0">
                <a:latin typeface="Times New Roman" panose="02020603050405020304" pitchFamily="18" charset="0"/>
              </a:rPr>
              <a:pPr/>
              <a:t>58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5478" name="Rectangle 2">
            <a:extLst>
              <a:ext uri="{FF2B5EF4-FFF2-40B4-BE49-F238E27FC236}">
                <a16:creationId xmlns:a16="http://schemas.microsoft.com/office/drawing/2014/main" id="{88BDCDBB-6C94-4600-BDF7-7FC4841A1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9" name="Rectangle 3">
            <a:extLst>
              <a:ext uri="{FF2B5EF4-FFF2-40B4-BE49-F238E27FC236}">
                <a16:creationId xmlns:a16="http://schemas.microsoft.com/office/drawing/2014/main" id="{68BEEF8B-7F8F-410B-8D73-16C58B527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B9E0765C-D674-44D0-A40B-C2BD6DE170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80EEBAD-908A-46D9-8B0D-D3615A1209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AEE46F-2D0B-4BB5-A224-938356EFC64C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7524" name="Rectangle 6">
            <a:extLst>
              <a:ext uri="{FF2B5EF4-FFF2-40B4-BE49-F238E27FC236}">
                <a16:creationId xmlns:a16="http://schemas.microsoft.com/office/drawing/2014/main" id="{E604D877-F96C-4B4D-BCFB-146D30C4DB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07525" name="Rectangle 7">
            <a:extLst>
              <a:ext uri="{FF2B5EF4-FFF2-40B4-BE49-F238E27FC236}">
                <a16:creationId xmlns:a16="http://schemas.microsoft.com/office/drawing/2014/main" id="{F024D5EB-B809-4244-9264-906EB014E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3C575E-D2DF-467E-8D24-AAE2872CAF9F}" type="slidenum">
              <a:rPr lang="en-AU" altLang="en-US" smtClean="0">
                <a:latin typeface="Times New Roman" panose="02020603050405020304" pitchFamily="18" charset="0"/>
              </a:rPr>
              <a:pPr/>
              <a:t>59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7526" name="Rectangle 2">
            <a:extLst>
              <a:ext uri="{FF2B5EF4-FFF2-40B4-BE49-F238E27FC236}">
                <a16:creationId xmlns:a16="http://schemas.microsoft.com/office/drawing/2014/main" id="{AD5A0D03-B9F7-4391-9880-F3B11E6547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7" name="Rectangle 3">
            <a:extLst>
              <a:ext uri="{FF2B5EF4-FFF2-40B4-BE49-F238E27FC236}">
                <a16:creationId xmlns:a16="http://schemas.microsoft.com/office/drawing/2014/main" id="{F5A90119-1A3A-4859-96CA-48245FBB0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F1521677-63F3-4A8C-8CA9-A0E016B4BA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1705DDFA-EB50-4886-A1EC-DAB63CAC0E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EDF54D-80DA-4913-A254-38B4912B2BD5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9572" name="Rectangle 6">
            <a:extLst>
              <a:ext uri="{FF2B5EF4-FFF2-40B4-BE49-F238E27FC236}">
                <a16:creationId xmlns:a16="http://schemas.microsoft.com/office/drawing/2014/main" id="{81D3B689-0B9C-4BB8-9321-DEA0A80138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09573" name="Rectangle 7">
            <a:extLst>
              <a:ext uri="{FF2B5EF4-FFF2-40B4-BE49-F238E27FC236}">
                <a16:creationId xmlns:a16="http://schemas.microsoft.com/office/drawing/2014/main" id="{0B4701BD-E60D-4E3B-9ED5-7975BF101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7907E2-45E8-49EE-8D1E-8EC7F101C9A8}" type="slidenum">
              <a:rPr lang="en-AU" altLang="en-US" smtClean="0">
                <a:latin typeface="Times New Roman" panose="02020603050405020304" pitchFamily="18" charset="0"/>
              </a:rPr>
              <a:pPr/>
              <a:t>60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9574" name="Rectangle 2">
            <a:extLst>
              <a:ext uri="{FF2B5EF4-FFF2-40B4-BE49-F238E27FC236}">
                <a16:creationId xmlns:a16="http://schemas.microsoft.com/office/drawing/2014/main" id="{230A9C64-203F-425C-A2FA-5A2769853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5" name="Rectangle 3">
            <a:extLst>
              <a:ext uri="{FF2B5EF4-FFF2-40B4-BE49-F238E27FC236}">
                <a16:creationId xmlns:a16="http://schemas.microsoft.com/office/drawing/2014/main" id="{5B8EC095-9E2F-4D35-8D61-91D9CF7D1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3CF07F2A-6B6D-49D3-A18D-43E2F18B8F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F78F9C92-78CC-48E2-878B-CC85DDE76C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E5F361-966C-4240-B44D-9ADA2B3CBD84}" type="datetime3">
              <a:rPr lang="en-AU" altLang="en-US" smtClean="0">
                <a:latin typeface="Times New Roman" panose="02020603050405020304" pitchFamily="18" charset="0"/>
              </a:rPr>
              <a:pPr/>
              <a:t>9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1620" name="Rectangle 6">
            <a:extLst>
              <a:ext uri="{FF2B5EF4-FFF2-40B4-BE49-F238E27FC236}">
                <a16:creationId xmlns:a16="http://schemas.microsoft.com/office/drawing/2014/main" id="{8E06D68F-26CC-4183-98AA-66FD977661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111621" name="Rectangle 7">
            <a:extLst>
              <a:ext uri="{FF2B5EF4-FFF2-40B4-BE49-F238E27FC236}">
                <a16:creationId xmlns:a16="http://schemas.microsoft.com/office/drawing/2014/main" id="{B6436D6F-42F1-4EDF-ADEE-C064E395B2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DFF549-42AC-40AA-8B90-EAFD1C116B5B}" type="slidenum">
              <a:rPr lang="en-AU" altLang="en-US" smtClean="0">
                <a:latin typeface="Times New Roman" panose="02020603050405020304" pitchFamily="18" charset="0"/>
              </a:rPr>
              <a:pPr/>
              <a:t>61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1622" name="Rectangle 2">
            <a:extLst>
              <a:ext uri="{FF2B5EF4-FFF2-40B4-BE49-F238E27FC236}">
                <a16:creationId xmlns:a16="http://schemas.microsoft.com/office/drawing/2014/main" id="{4EAFC933-624D-4D66-B943-B2D851D38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3" name="Rectangle 3">
            <a:extLst>
              <a:ext uri="{FF2B5EF4-FFF2-40B4-BE49-F238E27FC236}">
                <a16:creationId xmlns:a16="http://schemas.microsoft.com/office/drawing/2014/main" id="{6C3883BF-8C09-4F47-8F8F-1D724E69C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>
            <a:extLst>
              <a:ext uri="{FF2B5EF4-FFF2-40B4-BE49-F238E27FC236}">
                <a16:creationId xmlns:a16="http://schemas.microsoft.com/office/drawing/2014/main" id="{F673AF12-50A5-4B71-87EB-AFBE61CA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F21E2DA6-0D8B-47E9-9233-0036EF6D9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0E106A73-E091-468F-8B29-D07AF20DC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6D286F08-FBAD-4A7B-B409-9F83ED42A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8" name="Picture 40" descr="MKP-logo-white-transparent">
            <a:extLst>
              <a:ext uri="{FF2B5EF4-FFF2-40B4-BE49-F238E27FC236}">
                <a16:creationId xmlns:a16="http://schemas.microsoft.com/office/drawing/2014/main" id="{AD978602-2367-4570-9FF4-24F34954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9725"/>
            <a:ext cx="13604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6">
            <a:extLst>
              <a:ext uri="{FF2B5EF4-FFF2-40B4-BE49-F238E27FC236}">
                <a16:creationId xmlns:a16="http://schemas.microsoft.com/office/drawing/2014/main" id="{19337276-370F-4B89-A81F-EF6BC93E5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Rectangle 48">
            <a:extLst>
              <a:ext uri="{FF2B5EF4-FFF2-40B4-BE49-F238E27FC236}">
                <a16:creationId xmlns:a16="http://schemas.microsoft.com/office/drawing/2014/main" id="{AB21FEE6-798C-49A6-82A9-02B27EFB4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1" name="Picture 51" descr="Title">
            <a:extLst>
              <a:ext uri="{FF2B5EF4-FFF2-40B4-BE49-F238E27FC236}">
                <a16:creationId xmlns:a16="http://schemas.microsoft.com/office/drawing/2014/main" id="{467B06DD-69F8-47D9-AB5F-B55A44B86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5888"/>
            <a:ext cx="64246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2" descr="4th-edition">
            <a:extLst>
              <a:ext uri="{FF2B5EF4-FFF2-40B4-BE49-F238E27FC236}">
                <a16:creationId xmlns:a16="http://schemas.microsoft.com/office/drawing/2014/main" id="{E4B3D132-1633-4C06-B9E0-C7FA288F7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813" y="188913"/>
            <a:ext cx="730250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1694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6978E8F3-7DF6-440C-A47C-6EEDD0A6BA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98F1E952-C5F1-4D35-8C01-4382F5A0A9F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3600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4BFCCA60-025A-4D93-A040-335DC0ABA1A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AADA8D7A-6629-456E-B066-01CCE798AAE4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9404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AF9407CE-AEA1-4074-9A55-5D3A5A5A28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5899C8CF-2FA1-4C3C-8318-A1676E93625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0179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CC8916BB-CB2D-4359-8B71-695D210C77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FDD3218A-0800-404D-8237-CF8BD72EAEB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0312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4C79B959-41E1-4C36-8F50-338C4FF8E7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748D5A30-6AD1-4BF5-8D30-48B8199C2F6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8859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86503A43-8C44-44F2-BB73-64013B1C2A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7905D981-0324-4C37-A545-4ADC50943F29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1124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0FAB8B9-1562-4D08-9183-4F20DB7A9A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8F625D15-A93D-4E8E-A177-48E336A4EF4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6192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51C99DA-6BF2-4235-8F19-3C85390916F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9CA40753-22E6-4D1B-8BF5-05D735D66CF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4039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8ED88F73-FD23-4B10-AEFC-50002573AB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460A212A-9861-4B5E-8A0C-6DFAD7A6CFC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6272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6BF80CA-A61D-4FF6-B852-F61F1B0513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5A9E8AD1-F2FC-4A50-AF7F-2C8DD5FC8CDD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14354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>
            <a:extLst>
              <a:ext uri="{FF2B5EF4-FFF2-40B4-BE49-F238E27FC236}">
                <a16:creationId xmlns:a16="http://schemas.microsoft.com/office/drawing/2014/main" id="{ABD7CBC5-2871-47D4-8BB7-9490E16DB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8F8DF8C3-8963-4E4C-AE77-95CA408E6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7F02D466-EE38-44AC-88E3-99D7AF315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0979" name="Rectangle 19">
            <a:extLst>
              <a:ext uri="{FF2B5EF4-FFF2-40B4-BE49-F238E27FC236}">
                <a16:creationId xmlns:a16="http://schemas.microsoft.com/office/drawing/2014/main" id="{FCB59794-6E85-44B4-9BB7-77E3235F04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pPr>
              <a:defRPr/>
            </a:pPr>
            <a:r>
              <a:rPr lang="en-AU" altLang="en-US"/>
              <a:t>Chapter 3 — Arithmetic for Computers — </a:t>
            </a:r>
            <a:fld id="{720E8DC0-28D1-4961-9B40-F06BDBB71D0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  <p:pic>
        <p:nvPicPr>
          <p:cNvPr id="1030" name="Picture 24" descr="MKP-logo">
            <a:extLst>
              <a:ext uri="{FF2B5EF4-FFF2-40B4-BE49-F238E27FC236}">
                <a16:creationId xmlns:a16="http://schemas.microsoft.com/office/drawing/2014/main" id="{098BFFD7-A6CB-4D62-B3BD-DCC56D989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308725"/>
            <a:ext cx="1371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5">
            <a:extLst>
              <a:ext uri="{FF2B5EF4-FFF2-40B4-BE49-F238E27FC236}">
                <a16:creationId xmlns:a16="http://schemas.microsoft.com/office/drawing/2014/main" id="{DF7D177A-EE6B-40AB-8D88-02EF2317C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microsoft.com/office/2018/10/relationships/comments" Target="../comments/modernComment_14A_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0.xml"/><Relationship Id="rId4" Type="http://schemas.openxmlformats.org/officeDocument/2006/relationships/image" Target="../media/image1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BC11FB11-AB0B-4529-8CE1-9C70E0DB9F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solidFill>
                  <a:schemeClr val="tx1"/>
                </a:solidFill>
              </a:rPr>
              <a:t>Chapter 3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8162DF22-909F-453A-85CB-5CB1425015A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Arithmetic for Computers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B663C8CC-D88D-47E6-BFE5-9AC02AE770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2D667CF-F2AA-4D43-8B68-07FF2243B50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AU" altLang="en-US" sz="1400"/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3B9FED4D-42EA-47C3-8F01-8B7B9AC12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Arithmetic for Computers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7153972A-7C67-438F-910C-915120933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Operations on integers</a:t>
            </a:r>
          </a:p>
          <a:p>
            <a:pPr lvl="1" eaLnBrk="1" hangingPunct="1"/>
            <a:r>
              <a:rPr lang="en-AU" altLang="en-US"/>
              <a:t>Addition and subtraction</a:t>
            </a:r>
          </a:p>
          <a:p>
            <a:pPr lvl="1" eaLnBrk="1" hangingPunct="1"/>
            <a:r>
              <a:rPr lang="en-AU" altLang="en-US"/>
              <a:t>Multiplication and division</a:t>
            </a:r>
          </a:p>
          <a:p>
            <a:pPr lvl="1" eaLnBrk="1" hangingPunct="1"/>
            <a:r>
              <a:rPr lang="en-AU" altLang="en-US"/>
              <a:t>Dealing with overflow</a:t>
            </a:r>
          </a:p>
          <a:p>
            <a:pPr eaLnBrk="1" hangingPunct="1"/>
            <a:r>
              <a:rPr lang="en-AU" altLang="en-US"/>
              <a:t>Floating-point real numbers</a:t>
            </a:r>
          </a:p>
          <a:p>
            <a:pPr lvl="1" eaLnBrk="1" hangingPunct="1"/>
            <a:r>
              <a:rPr lang="en-AU" altLang="en-US"/>
              <a:t>Representation and operations </a:t>
            </a:r>
          </a:p>
        </p:txBody>
      </p:sp>
      <p:sp>
        <p:nvSpPr>
          <p:cNvPr id="7173" name="Text Box 9">
            <a:extLst>
              <a:ext uri="{FF2B5EF4-FFF2-40B4-BE49-F238E27FC236}">
                <a16:creationId xmlns:a16="http://schemas.microsoft.com/office/drawing/2014/main" id="{D84F91BD-7C0C-46A9-AF81-6AAE0B10CC19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§3.1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6BB3F635-6967-4E33-8010-D3D0AA320B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192D5810-8737-493A-9A38-24771C35A45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400"/>
          </a:p>
        </p:txBody>
      </p:sp>
      <p:pic>
        <p:nvPicPr>
          <p:cNvPr id="9219" name="Picture 9" descr="f03-01-P374493">
            <a:extLst>
              <a:ext uri="{FF2B5EF4-FFF2-40B4-BE49-F238E27FC236}">
                <a16:creationId xmlns:a16="http://schemas.microsoft.com/office/drawing/2014/main" id="{AD3845DE-5F34-4849-B056-FE5FF2C36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6938962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2">
            <a:extLst>
              <a:ext uri="{FF2B5EF4-FFF2-40B4-BE49-F238E27FC236}">
                <a16:creationId xmlns:a16="http://schemas.microsoft.com/office/drawing/2014/main" id="{740D7804-3208-40DB-8924-D2AFF0038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Integer Addition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4761036D-0CDA-464C-927E-552DA662B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74687"/>
          </a:xfrm>
        </p:spPr>
        <p:txBody>
          <a:bodyPr/>
          <a:lstStyle/>
          <a:p>
            <a:pPr eaLnBrk="1" hangingPunct="1"/>
            <a:r>
              <a:rPr lang="en-US" altLang="en-US"/>
              <a:t>Example: 7 + 6</a:t>
            </a:r>
            <a:endParaRPr lang="en-AU" altLang="en-US"/>
          </a:p>
        </p:txBody>
      </p:sp>
      <p:sp>
        <p:nvSpPr>
          <p:cNvPr id="9222" name="Text Box 4">
            <a:extLst>
              <a:ext uri="{FF2B5EF4-FFF2-40B4-BE49-F238E27FC236}">
                <a16:creationId xmlns:a16="http://schemas.microsoft.com/office/drawing/2014/main" id="{E903A4DE-D619-4671-9ABB-092BED2171F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369969" y="1407319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§3.2 Addition and Subtraction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4ACE843-9871-47F3-80A6-55394D8C7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644900"/>
            <a:ext cx="777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/>
              <a:t>Overflow if result goes out of range</a:t>
            </a:r>
          </a:p>
          <a:p>
            <a:pPr lvl="1" eaLnBrk="1" hangingPunct="1"/>
            <a:r>
              <a:rPr lang="en-US" altLang="en-US" sz="2400" dirty="0"/>
              <a:t>Adding +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and –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operands ⇒ </a:t>
            </a:r>
            <a:r>
              <a:rPr lang="en-US" altLang="en-US" sz="2400" dirty="0">
                <a:solidFill>
                  <a:srgbClr val="FF0000"/>
                </a:solidFill>
              </a:rPr>
              <a:t>no overflow</a:t>
            </a:r>
          </a:p>
          <a:p>
            <a:pPr lvl="1" eaLnBrk="1" hangingPunct="1"/>
            <a:r>
              <a:rPr lang="en-US" altLang="en-US" sz="2400" dirty="0"/>
              <a:t>Adding two +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operands (both sign bits = 0)</a:t>
            </a:r>
          </a:p>
          <a:p>
            <a:pPr lvl="2" eaLnBrk="1" hangingPunct="1"/>
            <a:r>
              <a:rPr lang="en-US" altLang="en-US" sz="2000" dirty="0"/>
              <a:t>Overflow if result sign is 1 (negative result)</a:t>
            </a:r>
          </a:p>
          <a:p>
            <a:pPr lvl="1" eaLnBrk="1" hangingPunct="1"/>
            <a:r>
              <a:rPr lang="en-US" altLang="en-US" sz="2400" dirty="0"/>
              <a:t>Adding two –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operands (both sign bits = 1)</a:t>
            </a:r>
          </a:p>
          <a:p>
            <a:pPr lvl="2" eaLnBrk="1" hangingPunct="1"/>
            <a:r>
              <a:rPr lang="en-US" altLang="en-US" sz="2000" dirty="0"/>
              <a:t>Overflow if result sign is 0 (positive result)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13890696-719A-48D5-B185-E56EF17323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18D7ADBD-4826-4B10-BE62-908F1D679DE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en-US" sz="1400"/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83AAB190-29A9-4363-BEB5-0C1A8756A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Integer Subtraction</a:t>
            </a:r>
            <a:endParaRPr lang="en-AU" altLang="en-US"/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9FED454B-B062-4ED7-8953-E2F73EF2B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5938" y="1058863"/>
            <a:ext cx="8270875" cy="53228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Always do “add”</a:t>
            </a:r>
          </a:p>
          <a:p>
            <a:pPr eaLnBrk="1" hangingPunct="1"/>
            <a:r>
              <a:rPr lang="en-US" altLang="en-US" sz="2800" dirty="0"/>
              <a:t>For subtraction, add negation of the 2nd operand</a:t>
            </a:r>
          </a:p>
          <a:p>
            <a:pPr eaLnBrk="1" hangingPunct="1"/>
            <a:r>
              <a:rPr lang="en-US" altLang="en-US" sz="2800" dirty="0"/>
              <a:t>Example: 7 – 6 = 7 + (–6)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+7:	0000 0000 … 0000 0111</a:t>
            </a:r>
            <a:br>
              <a:rPr lang="en-US" altLang="en-US" sz="2400" dirty="0"/>
            </a:br>
            <a:r>
              <a:rPr lang="en-US" altLang="en-US" sz="2400" u="sng" dirty="0"/>
              <a:t>–6:	1111 1111 … 1111 1010</a:t>
            </a:r>
            <a:br>
              <a:rPr lang="en-US" altLang="en-US" sz="2400" dirty="0"/>
            </a:br>
            <a:r>
              <a:rPr lang="en-US" altLang="en-US" sz="2400" dirty="0"/>
              <a:t>+1:	0000 0000 … 0000 0001</a:t>
            </a:r>
          </a:p>
          <a:p>
            <a:pPr eaLnBrk="1" hangingPunct="1"/>
            <a:r>
              <a:rPr lang="en-US" altLang="en-US" sz="2800" dirty="0"/>
              <a:t>Overflow if result out of range</a:t>
            </a:r>
          </a:p>
          <a:p>
            <a:pPr lvl="1" eaLnBrk="1" hangingPunct="1"/>
            <a:r>
              <a:rPr lang="en-US" altLang="en-US" sz="2400" dirty="0"/>
              <a:t>Subtracting two +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or two –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operands, no overflow</a:t>
            </a:r>
          </a:p>
          <a:p>
            <a:pPr lvl="1" eaLnBrk="1" hangingPunct="1"/>
            <a:r>
              <a:rPr lang="en-US" altLang="en-US" sz="2400" dirty="0"/>
              <a:t>Subtracting +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from –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operand ( ex. –5 – (+6) )</a:t>
            </a:r>
          </a:p>
          <a:p>
            <a:pPr lvl="2" eaLnBrk="1" hangingPunct="1"/>
            <a:r>
              <a:rPr lang="en-US" altLang="en-US" sz="2000" dirty="0"/>
              <a:t>Overflow if result sign is 0 (positive result)</a:t>
            </a:r>
          </a:p>
          <a:p>
            <a:pPr lvl="1" eaLnBrk="1" hangingPunct="1"/>
            <a:r>
              <a:rPr lang="en-US" altLang="en-US" sz="2400" dirty="0"/>
              <a:t>Subtracting –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from +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operand ( ex. 5 – (–6) ) </a:t>
            </a:r>
          </a:p>
          <a:p>
            <a:pPr lvl="2" eaLnBrk="1" hangingPunct="1"/>
            <a:r>
              <a:rPr lang="en-US" altLang="en-US" sz="2000" dirty="0"/>
              <a:t>Overflow if result sign is 1 (negative result)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ABD8C654-F5F0-4F39-AB49-D69EB73433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740EA31D-BB46-4C2E-B05E-AAE770BD3B3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400"/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1BB0D48C-7286-43DF-BD8F-05CE3EF46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Dealing with Overflow</a:t>
            </a:r>
            <a:endParaRPr lang="en-AU" altLang="en-US"/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DD6C1A90-467F-485D-A726-3B3C044C4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Some languages (e.g., C) ignore overflow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Use MIPS </a:t>
            </a:r>
            <a:r>
              <a:rPr lang="en-US" altLang="en-US">
                <a:latin typeface="Lucida Console" panose="020B0609040504020204" pitchFamily="49" charset="0"/>
              </a:rPr>
              <a:t>addu</a:t>
            </a:r>
            <a:r>
              <a:rPr lang="en-US" altLang="en-US"/>
              <a:t>, </a:t>
            </a:r>
            <a:r>
              <a:rPr lang="en-US" altLang="en-US">
                <a:latin typeface="Lucida Console" panose="020B0609040504020204" pitchFamily="49" charset="0"/>
              </a:rPr>
              <a:t>addui</a:t>
            </a:r>
            <a:r>
              <a:rPr lang="en-US" altLang="en-US"/>
              <a:t>, </a:t>
            </a:r>
            <a:r>
              <a:rPr lang="en-US" altLang="en-US">
                <a:latin typeface="Lucida Console" panose="020B0609040504020204" pitchFamily="49" charset="0"/>
              </a:rPr>
              <a:t>subu</a:t>
            </a:r>
            <a:r>
              <a:rPr lang="en-US" altLang="en-US"/>
              <a:t> instructions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Other languages (e.g., Ada, Fortran) require raising an exception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Use MIPS </a:t>
            </a:r>
            <a:r>
              <a:rPr lang="en-US" altLang="en-US">
                <a:latin typeface="Lucida Console" panose="020B0609040504020204" pitchFamily="49" charset="0"/>
              </a:rPr>
              <a:t>add</a:t>
            </a:r>
            <a:r>
              <a:rPr lang="en-US" altLang="en-US"/>
              <a:t>, </a:t>
            </a:r>
            <a:r>
              <a:rPr lang="en-US" altLang="en-US">
                <a:latin typeface="Lucida Console" panose="020B0609040504020204" pitchFamily="49" charset="0"/>
              </a:rPr>
              <a:t>addi</a:t>
            </a:r>
            <a:r>
              <a:rPr lang="en-US" altLang="en-US"/>
              <a:t>, </a:t>
            </a:r>
            <a:r>
              <a:rPr lang="en-US" altLang="en-US">
                <a:latin typeface="Lucida Console" panose="020B0609040504020204" pitchFamily="49" charset="0"/>
              </a:rPr>
              <a:t>sub</a:t>
            </a:r>
            <a:r>
              <a:rPr lang="en-US" altLang="en-US"/>
              <a:t>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 overflow, invoke exception handler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Save PC in exception program counter (EPC) register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Jump to predefined handler address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mfc0</a:t>
            </a:r>
            <a:r>
              <a:rPr lang="en-US" altLang="en-US"/>
              <a:t> (move from coprocessor reg) instruction can retrieve EPC value, to return after corrective action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8" descr="f03-04-P374493">
            <a:extLst>
              <a:ext uri="{FF2B5EF4-FFF2-40B4-BE49-F238E27FC236}">
                <a16:creationId xmlns:a16="http://schemas.microsoft.com/office/drawing/2014/main" id="{907BA446-9BEE-4F8E-BE87-DCE0BF32A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18DEE6FE-C975-475F-9EF7-5E0B5BC734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42BE745C-23A0-465F-868E-A7820B90B98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9FDDE62-7880-4F6A-82F8-5F4713677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</a:t>
            </a:r>
            <a:endParaRPr lang="en-AU" altLang="en-US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E18481F-5EAE-4308-B564-61F50A936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66762"/>
          </a:xfrm>
        </p:spPr>
        <p:txBody>
          <a:bodyPr/>
          <a:lstStyle/>
          <a:p>
            <a:pPr eaLnBrk="1" hangingPunct="1"/>
            <a:r>
              <a:rPr lang="en-US" altLang="en-US"/>
              <a:t>Start with long-multiplication approach</a:t>
            </a:r>
            <a:endParaRPr lang="en-AU" altLang="en-US"/>
          </a:p>
        </p:txBody>
      </p:sp>
      <p:grpSp>
        <p:nvGrpSpPr>
          <p:cNvPr id="15365" name="Group 4">
            <a:extLst>
              <a:ext uri="{FF2B5EF4-FFF2-40B4-BE49-F238E27FC236}">
                <a16:creationId xmlns:a16="http://schemas.microsoft.com/office/drawing/2014/main" id="{BAF61526-A06F-423D-AE66-53CC5A8F8F2F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2373313"/>
            <a:ext cx="1262063" cy="2246312"/>
            <a:chOff x="703" y="1616"/>
            <a:chExt cx="795" cy="1415"/>
          </a:xfrm>
        </p:grpSpPr>
        <p:sp>
          <p:nvSpPr>
            <p:cNvPr id="15375" name="Text Box 5">
              <a:extLst>
                <a:ext uri="{FF2B5EF4-FFF2-40B4-BE49-F238E27FC236}">
                  <a16:creationId xmlns:a16="http://schemas.microsoft.com/office/drawing/2014/main" id="{8EED6E61-8B48-4434-B376-DD2DF021F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616"/>
              <a:ext cx="795" cy="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×  1001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 0000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0000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1000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1001000</a:t>
              </a:r>
              <a:endParaRPr lang="en-AU" altLang="en-US" sz="2000">
                <a:latin typeface="Lucida Console" panose="020B0609040504020204" pitchFamily="49" charset="0"/>
              </a:endParaRPr>
            </a:p>
          </p:txBody>
        </p:sp>
        <p:sp>
          <p:nvSpPr>
            <p:cNvPr id="15376" name="Line 6">
              <a:extLst>
                <a:ext uri="{FF2B5EF4-FFF2-40B4-BE49-F238E27FC236}">
                  <a16:creationId xmlns:a16="http://schemas.microsoft.com/office/drawing/2014/main" id="{4CCA5955-CFE4-477D-A32F-2FB2DE7A0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7" y="2026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Line 7">
              <a:extLst>
                <a:ext uri="{FF2B5EF4-FFF2-40B4-BE49-F238E27FC236}">
                  <a16:creationId xmlns:a16="http://schemas.microsoft.com/office/drawing/2014/main" id="{46647AB4-96B2-47EB-97B5-EB9C649391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6" name="Text Box 9">
            <a:extLst>
              <a:ext uri="{FF2B5EF4-FFF2-40B4-BE49-F238E27FC236}">
                <a16:creationId xmlns:a16="http://schemas.microsoft.com/office/drawing/2014/main" id="{4788089A-3DF1-4B0A-9ED5-899BA4F7A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827588"/>
            <a:ext cx="2305050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Length of product is the sum of operand lengths</a:t>
            </a:r>
            <a:endParaRPr lang="en-AU" altLang="en-US" sz="1800"/>
          </a:p>
        </p:txBody>
      </p:sp>
      <p:sp>
        <p:nvSpPr>
          <p:cNvPr id="15367" name="AutoShape 10">
            <a:extLst>
              <a:ext uri="{FF2B5EF4-FFF2-40B4-BE49-F238E27FC236}">
                <a16:creationId xmlns:a16="http://schemas.microsoft.com/office/drawing/2014/main" id="{89382898-699A-4032-82E4-0C6811D0A4A6}"/>
              </a:ext>
            </a:extLst>
          </p:cNvPr>
          <p:cNvSpPr>
            <a:spLocks/>
          </p:cNvSpPr>
          <p:nvPr/>
        </p:nvSpPr>
        <p:spPr bwMode="auto">
          <a:xfrm>
            <a:off x="612775" y="2114550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5368" name="AutoShape 11">
            <a:extLst>
              <a:ext uri="{FF2B5EF4-FFF2-40B4-BE49-F238E27FC236}">
                <a16:creationId xmlns:a16="http://schemas.microsoft.com/office/drawing/2014/main" id="{63AD1A96-FCB1-4536-A33E-085D7B92B032}"/>
              </a:ext>
            </a:extLst>
          </p:cNvPr>
          <p:cNvSpPr>
            <a:spLocks/>
          </p:cNvSpPr>
          <p:nvPr/>
        </p:nvSpPr>
        <p:spPr bwMode="auto">
          <a:xfrm>
            <a:off x="612775" y="2589213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multiplier</a:t>
            </a:r>
            <a:endParaRPr lang="en-AU" altLang="en-US" sz="1600"/>
          </a:p>
        </p:txBody>
      </p:sp>
      <p:sp>
        <p:nvSpPr>
          <p:cNvPr id="15369" name="AutoShape 12">
            <a:extLst>
              <a:ext uri="{FF2B5EF4-FFF2-40B4-BE49-F238E27FC236}">
                <a16:creationId xmlns:a16="http://schemas.microsoft.com/office/drawing/2014/main" id="{EA90E47B-8062-40A7-94BE-21D997A0B826}"/>
              </a:ext>
            </a:extLst>
          </p:cNvPr>
          <p:cNvSpPr>
            <a:spLocks/>
          </p:cNvSpPr>
          <p:nvPr/>
        </p:nvSpPr>
        <p:spPr bwMode="auto">
          <a:xfrm>
            <a:off x="612775" y="4173538"/>
            <a:ext cx="1150938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product</a:t>
            </a:r>
            <a:endParaRPr lang="en-AU" altLang="en-US" sz="1600"/>
          </a:p>
        </p:txBody>
      </p:sp>
      <p:sp>
        <p:nvSpPr>
          <p:cNvPr id="15370" name="Text Box 14">
            <a:extLst>
              <a:ext uri="{FF2B5EF4-FFF2-40B4-BE49-F238E27FC236}">
                <a16:creationId xmlns:a16="http://schemas.microsoft.com/office/drawing/2014/main" id="{517D3499-4B88-4AFA-A3A3-6CD632E6123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§3.3 Multiplication</a:t>
            </a:r>
          </a:p>
        </p:txBody>
      </p:sp>
      <p:sp>
        <p:nvSpPr>
          <p:cNvPr id="15372" name="AutoShape 10">
            <a:extLst>
              <a:ext uri="{FF2B5EF4-FFF2-40B4-BE49-F238E27FC236}">
                <a16:creationId xmlns:a16="http://schemas.microsoft.com/office/drawing/2014/main" id="{4159563D-7C1C-4F5D-8094-AD6310702CFE}"/>
              </a:ext>
            </a:extLst>
          </p:cNvPr>
          <p:cNvSpPr>
            <a:spLocks/>
          </p:cNvSpPr>
          <p:nvPr/>
        </p:nvSpPr>
        <p:spPr bwMode="auto">
          <a:xfrm>
            <a:off x="6732588" y="1744663"/>
            <a:ext cx="1439862" cy="330200"/>
          </a:xfrm>
          <a:prstGeom prst="borderCallout1">
            <a:avLst>
              <a:gd name="adj1" fmla="val 43847"/>
              <a:gd name="adj2" fmla="val 282"/>
              <a:gd name="adj3" fmla="val 229324"/>
              <a:gd name="adj4" fmla="val -42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5373" name="Rectangle 1">
            <a:extLst>
              <a:ext uri="{FF2B5EF4-FFF2-40B4-BE49-F238E27FC236}">
                <a16:creationId xmlns:a16="http://schemas.microsoft.com/office/drawing/2014/main" id="{DE127CE8-D7CA-4C2F-B0D4-934FCABF4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0088"/>
            <a:ext cx="74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1000</a:t>
            </a:r>
            <a:endParaRPr lang="en-US" altLang="en-US" sz="1800"/>
          </a:p>
        </p:txBody>
      </p:sp>
      <p:sp>
        <p:nvSpPr>
          <p:cNvPr id="15374" name="Rectangle 16">
            <a:extLst>
              <a:ext uri="{FF2B5EF4-FFF2-40B4-BE49-F238E27FC236}">
                <a16:creationId xmlns:a16="http://schemas.microsoft.com/office/drawing/2014/main" id="{C886ABE6-1973-41CA-A5B7-0EAE90EF7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951163"/>
            <a:ext cx="741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1001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2" grpId="0" animBg="1"/>
      <p:bldP spid="15373" grpId="0"/>
      <p:bldP spid="153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AC5F37B0-AFF8-41A0-A3B8-EFDF4F1B81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899D00F-DA35-451E-B1F1-90F7EB64C6D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33A2FF1-2319-4B74-9D4E-7C25111C8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</a:t>
            </a:r>
            <a:endParaRPr lang="en-AU" altLang="en-US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F7CFEF6-AEAC-40AF-80D1-6CC9909B2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66762"/>
          </a:xfrm>
        </p:spPr>
        <p:txBody>
          <a:bodyPr/>
          <a:lstStyle/>
          <a:p>
            <a:pPr eaLnBrk="1" hangingPunct="1"/>
            <a:r>
              <a:rPr lang="en-US" altLang="en-US"/>
              <a:t>Start with long-multiplication approach</a:t>
            </a:r>
            <a:endParaRPr lang="en-AU" altLang="en-US"/>
          </a:p>
        </p:txBody>
      </p:sp>
      <p:grpSp>
        <p:nvGrpSpPr>
          <p:cNvPr id="17413" name="Group 4">
            <a:extLst>
              <a:ext uri="{FF2B5EF4-FFF2-40B4-BE49-F238E27FC236}">
                <a16:creationId xmlns:a16="http://schemas.microsoft.com/office/drawing/2014/main" id="{2EDFD9C0-FCE3-45E4-A280-B274B64AB890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2373313"/>
            <a:ext cx="1262063" cy="2246312"/>
            <a:chOff x="703" y="1616"/>
            <a:chExt cx="795" cy="1415"/>
          </a:xfrm>
        </p:grpSpPr>
        <p:sp>
          <p:nvSpPr>
            <p:cNvPr id="17423" name="Text Box 5">
              <a:extLst>
                <a:ext uri="{FF2B5EF4-FFF2-40B4-BE49-F238E27FC236}">
                  <a16:creationId xmlns:a16="http://schemas.microsoft.com/office/drawing/2014/main" id="{C815AC29-1FF0-436E-87D5-1A708F2F8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616"/>
              <a:ext cx="795" cy="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×  1111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 1000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 1000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1000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Lucida Console" panose="020B0609040504020204" pitchFamily="49" charset="0"/>
                </a:rPr>
                <a:t>1111000</a:t>
              </a:r>
              <a:endParaRPr lang="en-AU" altLang="en-US" sz="2000">
                <a:latin typeface="Lucida Console" panose="020B0609040504020204" pitchFamily="49" charset="0"/>
              </a:endParaRPr>
            </a:p>
          </p:txBody>
        </p:sp>
        <p:sp>
          <p:nvSpPr>
            <p:cNvPr id="17424" name="Line 6">
              <a:extLst>
                <a:ext uri="{FF2B5EF4-FFF2-40B4-BE49-F238E27FC236}">
                  <a16:creationId xmlns:a16="http://schemas.microsoft.com/office/drawing/2014/main" id="{E86E0724-E327-4567-8780-66FB6AE768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7" y="2026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Line 7">
              <a:extLst>
                <a:ext uri="{FF2B5EF4-FFF2-40B4-BE49-F238E27FC236}">
                  <a16:creationId xmlns:a16="http://schemas.microsoft.com/office/drawing/2014/main" id="{50A2DE6F-6CFB-4B10-81BE-28F2ACDA90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4" name="Text Box 9">
            <a:extLst>
              <a:ext uri="{FF2B5EF4-FFF2-40B4-BE49-F238E27FC236}">
                <a16:creationId xmlns:a16="http://schemas.microsoft.com/office/drawing/2014/main" id="{72A9D9DC-C670-40AF-927D-6D3D841AC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827588"/>
            <a:ext cx="2305050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Length of product is the sum of operand lengths</a:t>
            </a:r>
            <a:endParaRPr lang="en-AU" altLang="en-US" sz="1800"/>
          </a:p>
        </p:txBody>
      </p:sp>
      <p:sp>
        <p:nvSpPr>
          <p:cNvPr id="17415" name="AutoShape 10">
            <a:extLst>
              <a:ext uri="{FF2B5EF4-FFF2-40B4-BE49-F238E27FC236}">
                <a16:creationId xmlns:a16="http://schemas.microsoft.com/office/drawing/2014/main" id="{FD9C8622-BC6F-447B-9B2B-B36EB835FEA6}"/>
              </a:ext>
            </a:extLst>
          </p:cNvPr>
          <p:cNvSpPr>
            <a:spLocks/>
          </p:cNvSpPr>
          <p:nvPr/>
        </p:nvSpPr>
        <p:spPr bwMode="auto">
          <a:xfrm>
            <a:off x="612775" y="2114550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7416" name="AutoShape 11">
            <a:extLst>
              <a:ext uri="{FF2B5EF4-FFF2-40B4-BE49-F238E27FC236}">
                <a16:creationId xmlns:a16="http://schemas.microsoft.com/office/drawing/2014/main" id="{A18CDCE0-BFB1-4EFF-87F2-FA86FD434767}"/>
              </a:ext>
            </a:extLst>
          </p:cNvPr>
          <p:cNvSpPr>
            <a:spLocks/>
          </p:cNvSpPr>
          <p:nvPr/>
        </p:nvSpPr>
        <p:spPr bwMode="auto">
          <a:xfrm>
            <a:off x="612775" y="2589213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multiplier</a:t>
            </a:r>
            <a:endParaRPr lang="en-AU" altLang="en-US" sz="1600"/>
          </a:p>
        </p:txBody>
      </p:sp>
      <p:sp>
        <p:nvSpPr>
          <p:cNvPr id="17417" name="AutoShape 12">
            <a:extLst>
              <a:ext uri="{FF2B5EF4-FFF2-40B4-BE49-F238E27FC236}">
                <a16:creationId xmlns:a16="http://schemas.microsoft.com/office/drawing/2014/main" id="{63A5F179-190A-4CA4-8EAA-D67A856BACC0}"/>
              </a:ext>
            </a:extLst>
          </p:cNvPr>
          <p:cNvSpPr>
            <a:spLocks/>
          </p:cNvSpPr>
          <p:nvPr/>
        </p:nvSpPr>
        <p:spPr bwMode="auto">
          <a:xfrm>
            <a:off x="612775" y="4173538"/>
            <a:ext cx="1150938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product</a:t>
            </a:r>
            <a:endParaRPr lang="en-AU" altLang="en-US" sz="1600"/>
          </a:p>
        </p:txBody>
      </p:sp>
      <p:sp>
        <p:nvSpPr>
          <p:cNvPr id="17418" name="Text Box 14">
            <a:extLst>
              <a:ext uri="{FF2B5EF4-FFF2-40B4-BE49-F238E27FC236}">
                <a16:creationId xmlns:a16="http://schemas.microsoft.com/office/drawing/2014/main" id="{29FE8027-1C71-48CF-954A-F97E4DE1E6E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§3.3 Multiplication</a:t>
            </a:r>
          </a:p>
        </p:txBody>
      </p:sp>
      <p:pic>
        <p:nvPicPr>
          <p:cNvPr id="17419" name="Picture 8" descr="f03-04-P374493">
            <a:extLst>
              <a:ext uri="{FF2B5EF4-FFF2-40B4-BE49-F238E27FC236}">
                <a16:creationId xmlns:a16="http://schemas.microsoft.com/office/drawing/2014/main" id="{70739668-42F1-4620-9270-72506412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0" name="AutoShape 10">
            <a:extLst>
              <a:ext uri="{FF2B5EF4-FFF2-40B4-BE49-F238E27FC236}">
                <a16:creationId xmlns:a16="http://schemas.microsoft.com/office/drawing/2014/main" id="{B7D468BA-254A-4BAE-9F9A-9988FE7B859A}"/>
              </a:ext>
            </a:extLst>
          </p:cNvPr>
          <p:cNvSpPr>
            <a:spLocks/>
          </p:cNvSpPr>
          <p:nvPr/>
        </p:nvSpPr>
        <p:spPr bwMode="auto">
          <a:xfrm>
            <a:off x="6732588" y="1744663"/>
            <a:ext cx="1439862" cy="330200"/>
          </a:xfrm>
          <a:prstGeom prst="borderCallout1">
            <a:avLst>
              <a:gd name="adj1" fmla="val 43847"/>
              <a:gd name="adj2" fmla="val 282"/>
              <a:gd name="adj3" fmla="val 229324"/>
              <a:gd name="adj4" fmla="val -42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7421" name="Rectangle 15">
            <a:extLst>
              <a:ext uri="{FF2B5EF4-FFF2-40B4-BE49-F238E27FC236}">
                <a16:creationId xmlns:a16="http://schemas.microsoft.com/office/drawing/2014/main" id="{B2E0152C-D962-4826-9150-A6F26F16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0088"/>
            <a:ext cx="74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1000</a:t>
            </a:r>
            <a:endParaRPr lang="en-US" altLang="en-US" sz="1800"/>
          </a:p>
        </p:txBody>
      </p:sp>
      <p:sp>
        <p:nvSpPr>
          <p:cNvPr id="17422" name="Rectangle 16">
            <a:extLst>
              <a:ext uri="{FF2B5EF4-FFF2-40B4-BE49-F238E27FC236}">
                <a16:creationId xmlns:a16="http://schemas.microsoft.com/office/drawing/2014/main" id="{CD5E0001-C462-41B6-9F9F-4FB89A5B6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951163"/>
            <a:ext cx="741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1111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1920F023-A272-4E3A-8A7A-DE4327123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2C59C28B-EAAA-43E1-8254-BC344A428D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CC6A635-0434-47B7-9C26-FD07DD106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</a:t>
            </a:r>
            <a:endParaRPr lang="en-AU" altLang="en-US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0B664A3-5C2C-45B0-BE47-CB0BABB68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66762"/>
          </a:xfrm>
        </p:spPr>
        <p:txBody>
          <a:bodyPr/>
          <a:lstStyle/>
          <a:p>
            <a:pPr eaLnBrk="1" hangingPunct="1"/>
            <a:r>
              <a:rPr lang="en-US" altLang="en-US"/>
              <a:t>Start with long-multiplication approach</a:t>
            </a:r>
            <a:endParaRPr lang="en-AU" altLang="en-US"/>
          </a:p>
        </p:txBody>
      </p:sp>
      <p:grpSp>
        <p:nvGrpSpPr>
          <p:cNvPr id="19461" name="Group 4">
            <a:extLst>
              <a:ext uri="{FF2B5EF4-FFF2-40B4-BE49-F238E27FC236}">
                <a16:creationId xmlns:a16="http://schemas.microsoft.com/office/drawing/2014/main" id="{42850C5E-19B4-4CBB-ABD4-D22E8C8AEB83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2373313"/>
            <a:ext cx="1724025" cy="2246312"/>
            <a:chOff x="703" y="1616"/>
            <a:chExt cx="1086" cy="1415"/>
          </a:xfrm>
        </p:grpSpPr>
        <p:sp>
          <p:nvSpPr>
            <p:cNvPr id="19471" name="Text Box 5">
              <a:extLst>
                <a:ext uri="{FF2B5EF4-FFF2-40B4-BE49-F238E27FC236}">
                  <a16:creationId xmlns:a16="http://schemas.microsoft.com/office/drawing/2014/main" id="{9A5873CB-10E0-4011-8E2F-6A7A8829D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616"/>
              <a:ext cx="1086" cy="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×  1111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000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1111000</a:t>
              </a:r>
              <a:endParaRPr lang="en-AU" altLang="en-US" sz="2000" dirty="0">
                <a:latin typeface="Lucida Console" panose="020B0609040504020204" pitchFamily="49" charset="0"/>
              </a:endParaRPr>
            </a:p>
          </p:txBody>
        </p:sp>
        <p:sp>
          <p:nvSpPr>
            <p:cNvPr id="19472" name="Line 6">
              <a:extLst>
                <a:ext uri="{FF2B5EF4-FFF2-40B4-BE49-F238E27FC236}">
                  <a16:creationId xmlns:a16="http://schemas.microsoft.com/office/drawing/2014/main" id="{B2DEEB30-2510-4042-BC8A-15A79C79B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7" y="2026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7">
              <a:extLst>
                <a:ext uri="{FF2B5EF4-FFF2-40B4-BE49-F238E27FC236}">
                  <a16:creationId xmlns:a16="http://schemas.microsoft.com/office/drawing/2014/main" id="{60B4F7D1-FA91-4D23-BCC8-0306993EA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2" name="Text Box 9">
            <a:extLst>
              <a:ext uri="{FF2B5EF4-FFF2-40B4-BE49-F238E27FC236}">
                <a16:creationId xmlns:a16="http://schemas.microsoft.com/office/drawing/2014/main" id="{B1AB63E8-D78B-412C-ACC2-E378F149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827588"/>
            <a:ext cx="2305050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Length of product is the sum of operand lengths</a:t>
            </a:r>
            <a:endParaRPr lang="en-AU" altLang="en-US" sz="1800"/>
          </a:p>
        </p:txBody>
      </p:sp>
      <p:sp>
        <p:nvSpPr>
          <p:cNvPr id="19463" name="AutoShape 10">
            <a:extLst>
              <a:ext uri="{FF2B5EF4-FFF2-40B4-BE49-F238E27FC236}">
                <a16:creationId xmlns:a16="http://schemas.microsoft.com/office/drawing/2014/main" id="{E0C591E7-7869-4218-9E2C-AF9BDE4FD020}"/>
              </a:ext>
            </a:extLst>
          </p:cNvPr>
          <p:cNvSpPr>
            <a:spLocks/>
          </p:cNvSpPr>
          <p:nvPr/>
        </p:nvSpPr>
        <p:spPr bwMode="auto">
          <a:xfrm>
            <a:off x="612775" y="2114550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9464" name="AutoShape 11">
            <a:extLst>
              <a:ext uri="{FF2B5EF4-FFF2-40B4-BE49-F238E27FC236}">
                <a16:creationId xmlns:a16="http://schemas.microsoft.com/office/drawing/2014/main" id="{F1BCD6EA-5B17-4DA9-B072-EC315644837D}"/>
              </a:ext>
            </a:extLst>
          </p:cNvPr>
          <p:cNvSpPr>
            <a:spLocks/>
          </p:cNvSpPr>
          <p:nvPr/>
        </p:nvSpPr>
        <p:spPr bwMode="auto">
          <a:xfrm>
            <a:off x="612775" y="2589213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multiplier</a:t>
            </a:r>
            <a:endParaRPr lang="en-AU" altLang="en-US" sz="1600"/>
          </a:p>
        </p:txBody>
      </p:sp>
      <p:sp>
        <p:nvSpPr>
          <p:cNvPr id="19465" name="AutoShape 12">
            <a:extLst>
              <a:ext uri="{FF2B5EF4-FFF2-40B4-BE49-F238E27FC236}">
                <a16:creationId xmlns:a16="http://schemas.microsoft.com/office/drawing/2014/main" id="{A72AF8F3-31C9-44BC-A4DC-067DCE81643E}"/>
              </a:ext>
            </a:extLst>
          </p:cNvPr>
          <p:cNvSpPr>
            <a:spLocks/>
          </p:cNvSpPr>
          <p:nvPr/>
        </p:nvSpPr>
        <p:spPr bwMode="auto">
          <a:xfrm>
            <a:off x="612775" y="4173538"/>
            <a:ext cx="1150938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product</a:t>
            </a:r>
            <a:endParaRPr lang="en-AU" altLang="en-US" sz="1600"/>
          </a:p>
        </p:txBody>
      </p:sp>
      <p:sp>
        <p:nvSpPr>
          <p:cNvPr id="19466" name="Text Box 14">
            <a:extLst>
              <a:ext uri="{FF2B5EF4-FFF2-40B4-BE49-F238E27FC236}">
                <a16:creationId xmlns:a16="http://schemas.microsoft.com/office/drawing/2014/main" id="{4429A2EF-6C77-4A5B-B36D-D0991279CA3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§3.3 Multiplication</a:t>
            </a:r>
          </a:p>
        </p:txBody>
      </p:sp>
      <p:pic>
        <p:nvPicPr>
          <p:cNvPr id="19467" name="Picture 8" descr="f03-04-P374493">
            <a:extLst>
              <a:ext uri="{FF2B5EF4-FFF2-40B4-BE49-F238E27FC236}">
                <a16:creationId xmlns:a16="http://schemas.microsoft.com/office/drawing/2014/main" id="{1DF8D606-0710-4182-890B-A85358F1E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8" name="AutoShape 10">
            <a:extLst>
              <a:ext uri="{FF2B5EF4-FFF2-40B4-BE49-F238E27FC236}">
                <a16:creationId xmlns:a16="http://schemas.microsoft.com/office/drawing/2014/main" id="{2822ADDF-4D5D-4052-9076-7C1FAF7B26BA}"/>
              </a:ext>
            </a:extLst>
          </p:cNvPr>
          <p:cNvSpPr>
            <a:spLocks/>
          </p:cNvSpPr>
          <p:nvPr/>
        </p:nvSpPr>
        <p:spPr bwMode="auto">
          <a:xfrm>
            <a:off x="6732588" y="1744663"/>
            <a:ext cx="1439862" cy="330200"/>
          </a:xfrm>
          <a:prstGeom prst="borderCallout1">
            <a:avLst>
              <a:gd name="adj1" fmla="val 43847"/>
              <a:gd name="adj2" fmla="val 282"/>
              <a:gd name="adj3" fmla="val 229324"/>
              <a:gd name="adj4" fmla="val -42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FEFBE457-0D6D-483C-B715-72B402A3B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0088"/>
            <a:ext cx="74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1000</a:t>
            </a:r>
            <a:endParaRPr lang="en-US" altLang="en-US" sz="1800"/>
          </a:p>
        </p:txBody>
      </p:sp>
      <p:sp>
        <p:nvSpPr>
          <p:cNvPr id="19470" name="Rectangle 16">
            <a:extLst>
              <a:ext uri="{FF2B5EF4-FFF2-40B4-BE49-F238E27FC236}">
                <a16:creationId xmlns:a16="http://schemas.microsoft.com/office/drawing/2014/main" id="{FAB0DB7E-B887-47CD-8399-8B07D9A5C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951163"/>
            <a:ext cx="741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1111</a:t>
            </a: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7E81F297-5607-4E0E-8541-8ADC039FEF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1CAE5B87-F8F4-4380-AA04-31C03FE877B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400"/>
          </a:p>
        </p:txBody>
      </p:sp>
      <p:pic>
        <p:nvPicPr>
          <p:cNvPr id="21507" name="Picture 9" descr="f03-05-P374493">
            <a:extLst>
              <a:ext uri="{FF2B5EF4-FFF2-40B4-BE49-F238E27FC236}">
                <a16:creationId xmlns:a16="http://schemas.microsoft.com/office/drawing/2014/main" id="{31D4B02C-55AD-4AA6-AD90-F9012025B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597025"/>
            <a:ext cx="3384550" cy="457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2">
            <a:extLst>
              <a:ext uri="{FF2B5EF4-FFF2-40B4-BE49-F238E27FC236}">
                <a16:creationId xmlns:a16="http://schemas.microsoft.com/office/drawing/2014/main" id="{53F338BD-11F8-439A-9564-25B17EDA2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 Hardware</a:t>
            </a:r>
            <a:endParaRPr lang="en-AU" altLang="en-US"/>
          </a:p>
        </p:txBody>
      </p:sp>
      <p:pic>
        <p:nvPicPr>
          <p:cNvPr id="21509" name="Picture 8" descr="f03-04-P374493">
            <a:extLst>
              <a:ext uri="{FF2B5EF4-FFF2-40B4-BE49-F238E27FC236}">
                <a16:creationId xmlns:a16="http://schemas.microsoft.com/office/drawing/2014/main" id="{DB226300-A5A6-4D8C-8548-A9642C11B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AutoShape 5">
            <a:extLst>
              <a:ext uri="{FF2B5EF4-FFF2-40B4-BE49-F238E27FC236}">
                <a16:creationId xmlns:a16="http://schemas.microsoft.com/office/drawing/2014/main" id="{DE5E0DAA-48F8-4F9E-BBF6-C1239A25210E}"/>
              </a:ext>
            </a:extLst>
          </p:cNvPr>
          <p:cNvSpPr>
            <a:spLocks/>
          </p:cNvSpPr>
          <p:nvPr/>
        </p:nvSpPr>
        <p:spPr bwMode="auto">
          <a:xfrm>
            <a:off x="6372349" y="5157192"/>
            <a:ext cx="1800051" cy="358775"/>
          </a:xfrm>
          <a:prstGeom prst="borderCallout1">
            <a:avLst>
              <a:gd name="adj1" fmla="val 25685"/>
              <a:gd name="adj2" fmla="val -1194"/>
              <a:gd name="adj3" fmla="val -138660"/>
              <a:gd name="adj4" fmla="val -728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Initially 00000000</a:t>
            </a:r>
            <a:endParaRPr lang="en-AU" altLang="en-US" sz="1600" dirty="0"/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EBA574E8-FF09-4BE1-98FB-960A37B68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0088"/>
            <a:ext cx="74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1000</a:t>
            </a:r>
            <a:endParaRPr lang="en-US" altLang="en-US" sz="1800"/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0C8BEC43-F4A5-4BC4-8A67-E786BE84B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951163"/>
            <a:ext cx="741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1111</a:t>
            </a:r>
            <a:endParaRPr lang="en-US" altLang="en-US" sz="18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84BFC9B-C0F2-4778-B3E8-B5E71AB1D825}"/>
              </a:ext>
            </a:extLst>
          </p:cNvPr>
          <p:cNvSpPr>
            <a:spLocks/>
          </p:cNvSpPr>
          <p:nvPr/>
        </p:nvSpPr>
        <p:spPr bwMode="auto">
          <a:xfrm>
            <a:off x="6732588" y="1744663"/>
            <a:ext cx="1439862" cy="330200"/>
          </a:xfrm>
          <a:prstGeom prst="borderCallout1">
            <a:avLst>
              <a:gd name="adj1" fmla="val 43847"/>
              <a:gd name="adj2" fmla="val 282"/>
              <a:gd name="adj3" fmla="val 229324"/>
              <a:gd name="adj4" fmla="val -42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1920F023-A272-4E3A-8A7A-DE4327123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2C59C28B-EAAA-43E1-8254-BC344A428D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CC6A635-0434-47B7-9C26-FD07DD106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</a:t>
            </a:r>
            <a:endParaRPr lang="en-AU" altLang="en-US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0B664A3-5C2C-45B0-BE47-CB0BABB68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66762"/>
          </a:xfrm>
        </p:spPr>
        <p:txBody>
          <a:bodyPr/>
          <a:lstStyle/>
          <a:p>
            <a:pPr eaLnBrk="1" hangingPunct="1"/>
            <a:r>
              <a:rPr lang="en-US" altLang="en-US"/>
              <a:t>Start with long-multiplication approach</a:t>
            </a:r>
            <a:endParaRPr lang="en-AU" altLang="en-US"/>
          </a:p>
        </p:txBody>
      </p:sp>
      <p:grpSp>
        <p:nvGrpSpPr>
          <p:cNvPr id="19461" name="Group 4">
            <a:extLst>
              <a:ext uri="{FF2B5EF4-FFF2-40B4-BE49-F238E27FC236}">
                <a16:creationId xmlns:a16="http://schemas.microsoft.com/office/drawing/2014/main" id="{42850C5E-19B4-4CBB-ABD4-D22E8C8AEB83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2373313"/>
            <a:ext cx="1724025" cy="2246312"/>
            <a:chOff x="703" y="1616"/>
            <a:chExt cx="1086" cy="1415"/>
          </a:xfrm>
        </p:grpSpPr>
        <p:sp>
          <p:nvSpPr>
            <p:cNvPr id="19471" name="Text Box 5">
              <a:extLst>
                <a:ext uri="{FF2B5EF4-FFF2-40B4-BE49-F238E27FC236}">
                  <a16:creationId xmlns:a16="http://schemas.microsoft.com/office/drawing/2014/main" id="{9A5873CB-10E0-4011-8E2F-6A7A8829D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616"/>
              <a:ext cx="1086" cy="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×  1111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000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1111000</a:t>
              </a:r>
              <a:endParaRPr lang="en-AU" altLang="en-US" sz="2000" dirty="0">
                <a:latin typeface="Lucida Console" panose="020B0609040504020204" pitchFamily="49" charset="0"/>
              </a:endParaRPr>
            </a:p>
          </p:txBody>
        </p:sp>
        <p:sp>
          <p:nvSpPr>
            <p:cNvPr id="19472" name="Line 6">
              <a:extLst>
                <a:ext uri="{FF2B5EF4-FFF2-40B4-BE49-F238E27FC236}">
                  <a16:creationId xmlns:a16="http://schemas.microsoft.com/office/drawing/2014/main" id="{B2DEEB30-2510-4042-BC8A-15A79C79B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7" y="2026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7">
              <a:extLst>
                <a:ext uri="{FF2B5EF4-FFF2-40B4-BE49-F238E27FC236}">
                  <a16:creationId xmlns:a16="http://schemas.microsoft.com/office/drawing/2014/main" id="{60B4F7D1-FA91-4D23-BCC8-0306993EA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2" name="Text Box 9">
            <a:extLst>
              <a:ext uri="{FF2B5EF4-FFF2-40B4-BE49-F238E27FC236}">
                <a16:creationId xmlns:a16="http://schemas.microsoft.com/office/drawing/2014/main" id="{B1AB63E8-D78B-412C-ACC2-E378F149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827588"/>
            <a:ext cx="2305050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Length of product is the sum of operand lengths</a:t>
            </a:r>
            <a:endParaRPr lang="en-AU" altLang="en-US" sz="1800"/>
          </a:p>
        </p:txBody>
      </p:sp>
      <p:sp>
        <p:nvSpPr>
          <p:cNvPr id="19463" name="AutoShape 10">
            <a:extLst>
              <a:ext uri="{FF2B5EF4-FFF2-40B4-BE49-F238E27FC236}">
                <a16:creationId xmlns:a16="http://schemas.microsoft.com/office/drawing/2014/main" id="{E0C591E7-7869-4218-9E2C-AF9BDE4FD020}"/>
              </a:ext>
            </a:extLst>
          </p:cNvPr>
          <p:cNvSpPr>
            <a:spLocks/>
          </p:cNvSpPr>
          <p:nvPr/>
        </p:nvSpPr>
        <p:spPr bwMode="auto">
          <a:xfrm>
            <a:off x="612775" y="2114550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9464" name="AutoShape 11">
            <a:extLst>
              <a:ext uri="{FF2B5EF4-FFF2-40B4-BE49-F238E27FC236}">
                <a16:creationId xmlns:a16="http://schemas.microsoft.com/office/drawing/2014/main" id="{F1BCD6EA-5B17-4DA9-B072-EC315644837D}"/>
              </a:ext>
            </a:extLst>
          </p:cNvPr>
          <p:cNvSpPr>
            <a:spLocks/>
          </p:cNvSpPr>
          <p:nvPr/>
        </p:nvSpPr>
        <p:spPr bwMode="auto">
          <a:xfrm>
            <a:off x="612775" y="2589213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multiplier</a:t>
            </a:r>
            <a:endParaRPr lang="en-AU" altLang="en-US" sz="1600"/>
          </a:p>
        </p:txBody>
      </p:sp>
      <p:sp>
        <p:nvSpPr>
          <p:cNvPr id="19465" name="AutoShape 12">
            <a:extLst>
              <a:ext uri="{FF2B5EF4-FFF2-40B4-BE49-F238E27FC236}">
                <a16:creationId xmlns:a16="http://schemas.microsoft.com/office/drawing/2014/main" id="{A72AF8F3-31C9-44BC-A4DC-067DCE81643E}"/>
              </a:ext>
            </a:extLst>
          </p:cNvPr>
          <p:cNvSpPr>
            <a:spLocks/>
          </p:cNvSpPr>
          <p:nvPr/>
        </p:nvSpPr>
        <p:spPr bwMode="auto">
          <a:xfrm>
            <a:off x="612775" y="4173538"/>
            <a:ext cx="1150938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product</a:t>
            </a:r>
            <a:endParaRPr lang="en-AU" altLang="en-US" sz="1600"/>
          </a:p>
        </p:txBody>
      </p:sp>
      <p:sp>
        <p:nvSpPr>
          <p:cNvPr id="19466" name="Text Box 14">
            <a:extLst>
              <a:ext uri="{FF2B5EF4-FFF2-40B4-BE49-F238E27FC236}">
                <a16:creationId xmlns:a16="http://schemas.microsoft.com/office/drawing/2014/main" id="{4429A2EF-6C77-4A5B-B36D-D0991279CA3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§3.3 Multiplication</a:t>
            </a:r>
          </a:p>
        </p:txBody>
      </p:sp>
      <p:pic>
        <p:nvPicPr>
          <p:cNvPr id="19467" name="Picture 8" descr="f03-04-P374493">
            <a:extLst>
              <a:ext uri="{FF2B5EF4-FFF2-40B4-BE49-F238E27FC236}">
                <a16:creationId xmlns:a16="http://schemas.microsoft.com/office/drawing/2014/main" id="{1DF8D606-0710-4182-890B-A85358F1E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8" name="AutoShape 10">
            <a:extLst>
              <a:ext uri="{FF2B5EF4-FFF2-40B4-BE49-F238E27FC236}">
                <a16:creationId xmlns:a16="http://schemas.microsoft.com/office/drawing/2014/main" id="{2822ADDF-4D5D-4052-9076-7C1FAF7B26BA}"/>
              </a:ext>
            </a:extLst>
          </p:cNvPr>
          <p:cNvSpPr>
            <a:spLocks/>
          </p:cNvSpPr>
          <p:nvPr/>
        </p:nvSpPr>
        <p:spPr bwMode="auto">
          <a:xfrm>
            <a:off x="6732588" y="1744663"/>
            <a:ext cx="1439862" cy="330200"/>
          </a:xfrm>
          <a:prstGeom prst="borderCallout1">
            <a:avLst>
              <a:gd name="adj1" fmla="val 43847"/>
              <a:gd name="adj2" fmla="val 282"/>
              <a:gd name="adj3" fmla="val 229324"/>
              <a:gd name="adj4" fmla="val -42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FEFBE457-0D6D-483C-B715-72B402A3B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0088"/>
            <a:ext cx="74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1000</a:t>
            </a:r>
            <a:endParaRPr lang="en-US" altLang="en-US" sz="1800"/>
          </a:p>
        </p:txBody>
      </p:sp>
      <p:sp>
        <p:nvSpPr>
          <p:cNvPr id="19470" name="Rectangle 16">
            <a:extLst>
              <a:ext uri="{FF2B5EF4-FFF2-40B4-BE49-F238E27FC236}">
                <a16:creationId xmlns:a16="http://schemas.microsoft.com/office/drawing/2014/main" id="{FAB0DB7E-B887-47CD-8399-8B07D9A5C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951163"/>
            <a:ext cx="741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1111</a:t>
            </a:r>
            <a:endParaRPr lang="en-US" altLang="en-US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F65B8-5A87-4769-A05F-7903BBB8209C}"/>
              </a:ext>
            </a:extLst>
          </p:cNvPr>
          <p:cNvSpPr txBox="1"/>
          <p:nvPr/>
        </p:nvSpPr>
        <p:spPr>
          <a:xfrm>
            <a:off x="4373560" y="297057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Fixed</a:t>
            </a:r>
            <a:endParaRPr lang="en-US" sz="1600" dirty="0">
              <a:solidFill>
                <a:srgbClr val="C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C3F52A-6170-4D5E-AB16-C891A537E447}"/>
              </a:ext>
            </a:extLst>
          </p:cNvPr>
          <p:cNvCxnSpPr>
            <a:cxnSpLocks/>
          </p:cNvCxnSpPr>
          <p:nvPr/>
        </p:nvCxnSpPr>
        <p:spPr bwMode="auto">
          <a:xfrm flipH="1">
            <a:off x="5644221" y="3167344"/>
            <a:ext cx="51195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929494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1920F023-A272-4E3A-8A7A-DE4327123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92275" y="6381750"/>
            <a:ext cx="7272338" cy="358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2C59C28B-EAAA-43E1-8254-BC344A428D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CC6A635-0434-47B7-9C26-FD07DD106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</a:t>
            </a:r>
            <a:endParaRPr lang="en-AU" altLang="en-US"/>
          </a:p>
        </p:txBody>
      </p:sp>
      <p:sp>
        <p:nvSpPr>
          <p:cNvPr id="19466" name="Text Box 14">
            <a:extLst>
              <a:ext uri="{FF2B5EF4-FFF2-40B4-BE49-F238E27FC236}">
                <a16:creationId xmlns:a16="http://schemas.microsoft.com/office/drawing/2014/main" id="{4429A2EF-6C77-4A5B-B36D-D0991279CA3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§3.3 Multiplication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F65B8-5A87-4769-A05F-7903BBB8209C}"/>
              </a:ext>
            </a:extLst>
          </p:cNvPr>
          <p:cNvSpPr txBox="1"/>
          <p:nvPr/>
        </p:nvSpPr>
        <p:spPr>
          <a:xfrm>
            <a:off x="3329948" y="4741501"/>
            <a:ext cx="787525" cy="33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Fixed</a:t>
            </a:r>
            <a:endParaRPr lang="en-US" sz="1600" dirty="0">
              <a:solidFill>
                <a:srgbClr val="C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C3F52A-6170-4D5E-AB16-C891A537E447}"/>
              </a:ext>
            </a:extLst>
          </p:cNvPr>
          <p:cNvCxnSpPr>
            <a:cxnSpLocks/>
          </p:cNvCxnSpPr>
          <p:nvPr/>
        </p:nvCxnSpPr>
        <p:spPr bwMode="auto">
          <a:xfrm flipH="1">
            <a:off x="2275946" y="3894989"/>
            <a:ext cx="51195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0D6597-8817-48C9-A096-BFF6570EEA0B}"/>
              </a:ext>
            </a:extLst>
          </p:cNvPr>
          <p:cNvSpPr txBox="1"/>
          <p:nvPr/>
        </p:nvSpPr>
        <p:spPr>
          <a:xfrm>
            <a:off x="2427453" y="4309453"/>
            <a:ext cx="334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+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82317093-2D2F-4CD6-B5B2-ACFE11DBB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587" y="4058401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  <a:endParaRPr lang="en-AU" altLang="en-US" sz="1800" dirty="0"/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AB67943F-D668-4707-9F62-7DF0D7D8E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666" y="4723417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  <a:endParaRPr lang="en-AU" altLang="en-US" sz="18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2D35B9-A77A-47DA-9617-B2964CE513B8}"/>
              </a:ext>
            </a:extLst>
          </p:cNvPr>
          <p:cNvCxnSpPr>
            <a:cxnSpLocks/>
          </p:cNvCxnSpPr>
          <p:nvPr/>
        </p:nvCxnSpPr>
        <p:spPr bwMode="auto">
          <a:xfrm>
            <a:off x="6467153" y="5227973"/>
            <a:ext cx="51195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BE0E67D-52D5-4BB8-A26A-F6C4C18BDC09}"/>
              </a:ext>
            </a:extLst>
          </p:cNvPr>
          <p:cNvSpPr txBox="1"/>
          <p:nvPr/>
        </p:nvSpPr>
        <p:spPr>
          <a:xfrm>
            <a:off x="6337308" y="4312385"/>
            <a:ext cx="334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+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1B08E9AC-C6B0-443C-9480-840F03279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3794" y="4061333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  <a:endParaRPr lang="en-AU" altLang="en-US" sz="1800" dirty="0"/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AF2B21E5-F6D3-4D3F-A822-3598D1344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873" y="4726349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  <a:endParaRPr lang="en-AU" altLang="en-US" sz="1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3B10B3-6CE3-4323-8038-0CA7AE3528DF}"/>
              </a:ext>
            </a:extLst>
          </p:cNvPr>
          <p:cNvSpPr txBox="1"/>
          <p:nvPr/>
        </p:nvSpPr>
        <p:spPr>
          <a:xfrm>
            <a:off x="5128976" y="4058628"/>
            <a:ext cx="787525" cy="33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Fixed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33" name="Text Box 9">
            <a:extLst>
              <a:ext uri="{FF2B5EF4-FFF2-40B4-BE49-F238E27FC236}">
                <a16:creationId xmlns:a16="http://schemas.microsoft.com/office/drawing/2014/main" id="{0C67E65B-B116-42F0-A310-A04E361F7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382" y="4061332"/>
            <a:ext cx="312961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0</a:t>
            </a:r>
            <a:endParaRPr lang="en-AU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Text Box 9">
            <a:extLst>
              <a:ext uri="{FF2B5EF4-FFF2-40B4-BE49-F238E27FC236}">
                <a16:creationId xmlns:a16="http://schemas.microsoft.com/office/drawing/2014/main" id="{B9DBC251-4284-428F-80BE-1B24A2C97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4732481"/>
            <a:ext cx="312961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0</a:t>
            </a:r>
            <a:endParaRPr lang="en-AU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Box 9">
            <a:extLst>
              <a:ext uri="{FF2B5EF4-FFF2-40B4-BE49-F238E27FC236}">
                <a16:creationId xmlns:a16="http://schemas.microsoft.com/office/drawing/2014/main" id="{27A24556-3AEB-4C5F-BC82-EB3988F08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3375" y="4055473"/>
            <a:ext cx="312961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0</a:t>
            </a:r>
            <a:endParaRPr lang="en-AU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Text Box 9">
            <a:extLst>
              <a:ext uri="{FF2B5EF4-FFF2-40B4-BE49-F238E27FC236}">
                <a16:creationId xmlns:a16="http://schemas.microsoft.com/office/drawing/2014/main" id="{47072A04-E27B-4021-AFAE-5725A4E3C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7654" y="4726618"/>
            <a:ext cx="312961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>
                    <a:lumMod val="75000"/>
                  </a:schemeClr>
                </a:solidFill>
              </a:rPr>
              <a:t>0</a:t>
            </a:r>
            <a:endParaRPr lang="en-AU" altLang="en-US" sz="1800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570587-92E5-40FE-B92F-228078AC9ADD}"/>
                  </a:ext>
                </a:extLst>
              </p:cNvPr>
              <p:cNvSpPr txBox="1"/>
              <p:nvPr/>
            </p:nvSpPr>
            <p:spPr>
              <a:xfrm>
                <a:off x="3995488" y="4014301"/>
                <a:ext cx="117728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smtClean="0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570587-92E5-40FE-B92F-228078AC9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488" y="4014301"/>
                <a:ext cx="1177280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Box 9">
            <a:extLst>
              <a:ext uri="{FF2B5EF4-FFF2-40B4-BE49-F238E27FC236}">
                <a16:creationId xmlns:a16="http://schemas.microsoft.com/office/drawing/2014/main" id="{8E798CEF-1CB8-4684-A52C-9FF98E450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407" y="2140862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  <a:endParaRPr lang="en-AU" altLang="en-US" sz="1800" dirty="0"/>
          </a:p>
        </p:txBody>
      </p:sp>
      <p:sp>
        <p:nvSpPr>
          <p:cNvPr id="42" name="Text Box 9">
            <a:extLst>
              <a:ext uri="{FF2B5EF4-FFF2-40B4-BE49-F238E27FC236}">
                <a16:creationId xmlns:a16="http://schemas.microsoft.com/office/drawing/2014/main" id="{199A107F-92C6-477A-A3A4-85E088252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338" y="2805878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  <a:endParaRPr lang="en-AU" altLang="en-US" sz="1800" dirty="0"/>
          </a:p>
        </p:txBody>
      </p:sp>
      <p:sp>
        <p:nvSpPr>
          <p:cNvPr id="45" name="Text Box 9">
            <a:extLst>
              <a:ext uri="{FF2B5EF4-FFF2-40B4-BE49-F238E27FC236}">
                <a16:creationId xmlns:a16="http://schemas.microsoft.com/office/drawing/2014/main" id="{95199B56-E2F7-4197-B630-547E2814A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124" y="2152586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  <a:endParaRPr lang="en-AU" altLang="en-US" sz="1800" dirty="0"/>
          </a:p>
        </p:txBody>
      </p:sp>
      <p:sp>
        <p:nvSpPr>
          <p:cNvPr id="46" name="Text Box 9">
            <a:extLst>
              <a:ext uri="{FF2B5EF4-FFF2-40B4-BE49-F238E27FC236}">
                <a16:creationId xmlns:a16="http://schemas.microsoft.com/office/drawing/2014/main" id="{4759B156-B00E-49DD-8BEF-14F7F1D4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4055" y="2817602"/>
            <a:ext cx="151177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  <a:endParaRPr lang="en-AU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4458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 animBg="1"/>
      <p:bldP spid="32" grpId="0"/>
      <p:bldP spid="35" grpId="0" animBg="1"/>
      <p:bldP spid="36" grpId="0" animBg="1"/>
      <p:bldP spid="7" grpId="0"/>
      <p:bldP spid="45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1920F023-A272-4E3A-8A7A-DE4327123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2C59C28B-EAAA-43E1-8254-BC344A428D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CC6A635-0434-47B7-9C26-FD07DD106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Multiplication</a:t>
            </a:r>
            <a:endParaRPr lang="en-AU" altLang="en-US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0B664A3-5C2C-45B0-BE47-CB0BABB68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66762"/>
          </a:xfrm>
        </p:spPr>
        <p:txBody>
          <a:bodyPr/>
          <a:lstStyle/>
          <a:p>
            <a:pPr eaLnBrk="1" hangingPunct="1"/>
            <a:r>
              <a:rPr lang="en-US" altLang="en-US"/>
              <a:t>Start with long-multiplication approach</a:t>
            </a:r>
            <a:endParaRPr lang="en-AU" altLang="en-US"/>
          </a:p>
        </p:txBody>
      </p:sp>
      <p:grpSp>
        <p:nvGrpSpPr>
          <p:cNvPr id="19461" name="Group 4">
            <a:extLst>
              <a:ext uri="{FF2B5EF4-FFF2-40B4-BE49-F238E27FC236}">
                <a16:creationId xmlns:a16="http://schemas.microsoft.com/office/drawing/2014/main" id="{42850C5E-19B4-4CBB-ABD4-D22E8C8AEB83}"/>
              </a:ext>
            </a:extLst>
          </p:cNvPr>
          <p:cNvGrpSpPr>
            <a:grpSpLocks/>
          </p:cNvGrpSpPr>
          <p:nvPr/>
        </p:nvGrpSpPr>
        <p:grpSpPr bwMode="auto">
          <a:xfrm>
            <a:off x="2241550" y="2373313"/>
            <a:ext cx="1724025" cy="2246312"/>
            <a:chOff x="703" y="1616"/>
            <a:chExt cx="1086" cy="1415"/>
          </a:xfrm>
        </p:grpSpPr>
        <p:sp>
          <p:nvSpPr>
            <p:cNvPr id="19471" name="Text Box 5">
              <a:extLst>
                <a:ext uri="{FF2B5EF4-FFF2-40B4-BE49-F238E27FC236}">
                  <a16:creationId xmlns:a16="http://schemas.microsoft.com/office/drawing/2014/main" id="{9A5873CB-10E0-4011-8E2F-6A7A8829D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616"/>
              <a:ext cx="1086" cy="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×  1111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 1000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 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 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1000</a:t>
              </a:r>
              <a:r>
                <a:rPr lang="en-US" altLang="en-US" sz="20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</a:rPr>
                <a:t>000</a:t>
              </a:r>
              <a:r>
                <a:rPr lang="en-US" altLang="en-US" sz="2000" dirty="0">
                  <a:latin typeface="Lucida Console" panose="020B0609040504020204" pitchFamily="49" charset="0"/>
                </a:rPr>
                <a:t>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latin typeface="Lucida Console" panose="020B0609040504020204" pitchFamily="49" charset="0"/>
                </a:rPr>
                <a:t>1111000</a:t>
              </a:r>
              <a:endParaRPr lang="en-AU" altLang="en-US" sz="2000" dirty="0">
                <a:latin typeface="Lucida Console" panose="020B0609040504020204" pitchFamily="49" charset="0"/>
              </a:endParaRPr>
            </a:p>
          </p:txBody>
        </p:sp>
        <p:sp>
          <p:nvSpPr>
            <p:cNvPr id="19472" name="Line 6">
              <a:extLst>
                <a:ext uri="{FF2B5EF4-FFF2-40B4-BE49-F238E27FC236}">
                  <a16:creationId xmlns:a16="http://schemas.microsoft.com/office/drawing/2014/main" id="{B2DEEB30-2510-4042-BC8A-15A79C79B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7" y="2026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7">
              <a:extLst>
                <a:ext uri="{FF2B5EF4-FFF2-40B4-BE49-F238E27FC236}">
                  <a16:creationId xmlns:a16="http://schemas.microsoft.com/office/drawing/2014/main" id="{60B4F7D1-FA91-4D23-BCC8-0306993EA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2" name="Text Box 9">
            <a:extLst>
              <a:ext uri="{FF2B5EF4-FFF2-40B4-BE49-F238E27FC236}">
                <a16:creationId xmlns:a16="http://schemas.microsoft.com/office/drawing/2014/main" id="{B1AB63E8-D78B-412C-ACC2-E378F149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827588"/>
            <a:ext cx="2305050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Length of product is the sum of operand lengths</a:t>
            </a:r>
            <a:endParaRPr lang="en-AU" altLang="en-US" sz="1800"/>
          </a:p>
        </p:txBody>
      </p:sp>
      <p:sp>
        <p:nvSpPr>
          <p:cNvPr id="19463" name="AutoShape 10">
            <a:extLst>
              <a:ext uri="{FF2B5EF4-FFF2-40B4-BE49-F238E27FC236}">
                <a16:creationId xmlns:a16="http://schemas.microsoft.com/office/drawing/2014/main" id="{E0C591E7-7869-4218-9E2C-AF9BDE4FD020}"/>
              </a:ext>
            </a:extLst>
          </p:cNvPr>
          <p:cNvSpPr>
            <a:spLocks/>
          </p:cNvSpPr>
          <p:nvPr/>
        </p:nvSpPr>
        <p:spPr bwMode="auto">
          <a:xfrm>
            <a:off x="612775" y="2114550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9464" name="AutoShape 11">
            <a:extLst>
              <a:ext uri="{FF2B5EF4-FFF2-40B4-BE49-F238E27FC236}">
                <a16:creationId xmlns:a16="http://schemas.microsoft.com/office/drawing/2014/main" id="{F1BCD6EA-5B17-4DA9-B072-EC315644837D}"/>
              </a:ext>
            </a:extLst>
          </p:cNvPr>
          <p:cNvSpPr>
            <a:spLocks/>
          </p:cNvSpPr>
          <p:nvPr/>
        </p:nvSpPr>
        <p:spPr bwMode="auto">
          <a:xfrm>
            <a:off x="612775" y="2589213"/>
            <a:ext cx="1439863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multiplier</a:t>
            </a:r>
            <a:endParaRPr lang="en-AU" altLang="en-US" sz="1600"/>
          </a:p>
        </p:txBody>
      </p:sp>
      <p:sp>
        <p:nvSpPr>
          <p:cNvPr id="19465" name="AutoShape 12">
            <a:extLst>
              <a:ext uri="{FF2B5EF4-FFF2-40B4-BE49-F238E27FC236}">
                <a16:creationId xmlns:a16="http://schemas.microsoft.com/office/drawing/2014/main" id="{A72AF8F3-31C9-44BC-A4DC-067DCE81643E}"/>
              </a:ext>
            </a:extLst>
          </p:cNvPr>
          <p:cNvSpPr>
            <a:spLocks/>
          </p:cNvSpPr>
          <p:nvPr/>
        </p:nvSpPr>
        <p:spPr bwMode="auto">
          <a:xfrm>
            <a:off x="612775" y="4173538"/>
            <a:ext cx="1150938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product</a:t>
            </a:r>
            <a:endParaRPr lang="en-AU" altLang="en-US" sz="1600"/>
          </a:p>
        </p:txBody>
      </p:sp>
      <p:sp>
        <p:nvSpPr>
          <p:cNvPr id="19466" name="Text Box 14">
            <a:extLst>
              <a:ext uri="{FF2B5EF4-FFF2-40B4-BE49-F238E27FC236}">
                <a16:creationId xmlns:a16="http://schemas.microsoft.com/office/drawing/2014/main" id="{4429A2EF-6C77-4A5B-B36D-D0991279CA3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§3.3 Multiplication</a:t>
            </a:r>
          </a:p>
        </p:txBody>
      </p:sp>
      <p:pic>
        <p:nvPicPr>
          <p:cNvPr id="19467" name="Picture 8" descr="f03-04-P374493">
            <a:extLst>
              <a:ext uri="{FF2B5EF4-FFF2-40B4-BE49-F238E27FC236}">
                <a16:creationId xmlns:a16="http://schemas.microsoft.com/office/drawing/2014/main" id="{1DF8D606-0710-4182-890B-A85358F1E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8" name="AutoShape 10">
            <a:extLst>
              <a:ext uri="{FF2B5EF4-FFF2-40B4-BE49-F238E27FC236}">
                <a16:creationId xmlns:a16="http://schemas.microsoft.com/office/drawing/2014/main" id="{2822ADDF-4D5D-4052-9076-7C1FAF7B26BA}"/>
              </a:ext>
            </a:extLst>
          </p:cNvPr>
          <p:cNvSpPr>
            <a:spLocks/>
          </p:cNvSpPr>
          <p:nvPr/>
        </p:nvSpPr>
        <p:spPr bwMode="auto">
          <a:xfrm>
            <a:off x="6732588" y="1744663"/>
            <a:ext cx="1439862" cy="330200"/>
          </a:xfrm>
          <a:prstGeom prst="borderCallout1">
            <a:avLst>
              <a:gd name="adj1" fmla="val 43847"/>
              <a:gd name="adj2" fmla="val 282"/>
              <a:gd name="adj3" fmla="val 229324"/>
              <a:gd name="adj4" fmla="val -42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multiplicand</a:t>
            </a:r>
            <a:endParaRPr lang="en-AU" altLang="en-US" sz="1600"/>
          </a:p>
        </p:txBody>
      </p:sp>
      <p:sp>
        <p:nvSpPr>
          <p:cNvPr id="19469" name="Rectangle 15">
            <a:extLst>
              <a:ext uri="{FF2B5EF4-FFF2-40B4-BE49-F238E27FC236}">
                <a16:creationId xmlns:a16="http://schemas.microsoft.com/office/drawing/2014/main" id="{FEFBE457-0D6D-483C-B715-72B402A3B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1970088"/>
            <a:ext cx="74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1000</a:t>
            </a:r>
            <a:endParaRPr lang="en-US" altLang="en-US" sz="1800"/>
          </a:p>
        </p:txBody>
      </p:sp>
      <p:sp>
        <p:nvSpPr>
          <p:cNvPr id="19470" name="Rectangle 16">
            <a:extLst>
              <a:ext uri="{FF2B5EF4-FFF2-40B4-BE49-F238E27FC236}">
                <a16:creationId xmlns:a16="http://schemas.microsoft.com/office/drawing/2014/main" id="{FAB0DB7E-B887-47CD-8399-8B07D9A5C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951163"/>
            <a:ext cx="741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1111</a:t>
            </a:r>
            <a:endParaRPr lang="en-US" alt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C3F52A-6170-4D5E-AB16-C891A537E447}"/>
              </a:ext>
            </a:extLst>
          </p:cNvPr>
          <p:cNvCxnSpPr>
            <a:cxnSpLocks/>
          </p:cNvCxnSpPr>
          <p:nvPr/>
        </p:nvCxnSpPr>
        <p:spPr bwMode="auto">
          <a:xfrm>
            <a:off x="4283968" y="3167344"/>
            <a:ext cx="51195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3196732-A9B9-41A7-B81B-BCAE818BF6CE}"/>
              </a:ext>
            </a:extLst>
          </p:cNvPr>
          <p:cNvSpPr/>
          <p:nvPr/>
        </p:nvSpPr>
        <p:spPr bwMode="auto">
          <a:xfrm>
            <a:off x="5551488" y="2285637"/>
            <a:ext cx="1126328" cy="504083"/>
          </a:xfrm>
          <a:prstGeom prst="rect">
            <a:avLst/>
          </a:prstGeom>
          <a:solidFill>
            <a:schemeClr val="bg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F65B8-5A87-4769-A05F-7903BBB8209C}"/>
              </a:ext>
            </a:extLst>
          </p:cNvPr>
          <p:cNvSpPr txBox="1"/>
          <p:nvPr/>
        </p:nvSpPr>
        <p:spPr>
          <a:xfrm>
            <a:off x="5694412" y="237036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</a:rPr>
              <a:t>Fixed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1939D-7615-4C51-9408-89E21D1DC5CC}"/>
              </a:ext>
            </a:extLst>
          </p:cNvPr>
          <p:cNvSpPr/>
          <p:nvPr/>
        </p:nvSpPr>
        <p:spPr bwMode="auto">
          <a:xfrm>
            <a:off x="4302354" y="2263366"/>
            <a:ext cx="1238962" cy="554491"/>
          </a:xfrm>
          <a:prstGeom prst="rect">
            <a:avLst/>
          </a:prstGeom>
          <a:solidFill>
            <a:schemeClr val="bg1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E03E11-E463-4194-8B26-F75C7ABD2DBC}"/>
              </a:ext>
            </a:extLst>
          </p:cNvPr>
          <p:cNvSpPr/>
          <p:nvPr/>
        </p:nvSpPr>
        <p:spPr bwMode="auto">
          <a:xfrm>
            <a:off x="5146674" y="2055812"/>
            <a:ext cx="643753" cy="171439"/>
          </a:xfrm>
          <a:prstGeom prst="rect">
            <a:avLst/>
          </a:prstGeom>
          <a:solidFill>
            <a:schemeClr val="bg1"/>
          </a:solidFill>
          <a:ln w="222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67FE6A-6107-4D7F-9FAA-E9C16E64744A}"/>
              </a:ext>
            </a:extLst>
          </p:cNvPr>
          <p:cNvSpPr txBox="1"/>
          <p:nvPr/>
        </p:nvSpPr>
        <p:spPr>
          <a:xfrm>
            <a:off x="5547856" y="2802748"/>
            <a:ext cx="10267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</a:rPr>
              <a:t>   32 bits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3D953-DAE2-4BB1-B9F9-E01277EB6DEE}"/>
              </a:ext>
            </a:extLst>
          </p:cNvPr>
          <p:cNvSpPr/>
          <p:nvPr/>
        </p:nvSpPr>
        <p:spPr bwMode="auto">
          <a:xfrm>
            <a:off x="5292080" y="2806806"/>
            <a:ext cx="402332" cy="50408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957FE0-F438-4B50-AA2C-4093E6D2D35E}"/>
              </a:ext>
            </a:extLst>
          </p:cNvPr>
          <p:cNvCxnSpPr>
            <a:cxnSpLocks/>
          </p:cNvCxnSpPr>
          <p:nvPr/>
        </p:nvCxnSpPr>
        <p:spPr bwMode="auto">
          <a:xfrm>
            <a:off x="5688672" y="2795029"/>
            <a:ext cx="5740" cy="52602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65237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68C8CF1D-322E-4016-89F9-1335B5353D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2A69BB1D-5F9B-4F7C-86A2-DB259B7F321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400"/>
          </a:p>
        </p:txBody>
      </p:sp>
      <p:pic>
        <p:nvPicPr>
          <p:cNvPr id="23555" name="Picture 9" descr="f03-06-P374493">
            <a:extLst>
              <a:ext uri="{FF2B5EF4-FFF2-40B4-BE49-F238E27FC236}">
                <a16:creationId xmlns:a16="http://schemas.microsoft.com/office/drawing/2014/main" id="{F8C6E35A-935E-4F64-9607-06D69A4F1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34035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5">
            <a:extLst>
              <a:ext uri="{FF2B5EF4-FFF2-40B4-BE49-F238E27FC236}">
                <a16:creationId xmlns:a16="http://schemas.microsoft.com/office/drawing/2014/main" id="{CAB39B9E-BF94-474C-A79B-C46437B54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Optimized Mult Hardware</a:t>
            </a:r>
            <a:endParaRPr lang="en-AU" altLang="en-US"/>
          </a:p>
        </p:txBody>
      </p:sp>
      <p:sp>
        <p:nvSpPr>
          <p:cNvPr id="23557" name="Rectangle 6">
            <a:extLst>
              <a:ext uri="{FF2B5EF4-FFF2-40B4-BE49-F238E27FC236}">
                <a16:creationId xmlns:a16="http://schemas.microsoft.com/office/drawing/2014/main" id="{ADA9E158-24EC-4DAD-87AF-C50A220A36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19137"/>
          </a:xfrm>
        </p:spPr>
        <p:txBody>
          <a:bodyPr/>
          <a:lstStyle/>
          <a:p>
            <a:pPr eaLnBrk="1" hangingPunct="1"/>
            <a:r>
              <a:rPr lang="en-US" altLang="en-US" dirty="0"/>
              <a:t>Perform steps </a:t>
            </a:r>
            <a:r>
              <a:rPr lang="en-US" altLang="en-US" i="1" dirty="0">
                <a:solidFill>
                  <a:srgbClr val="E60000"/>
                </a:solidFill>
              </a:rPr>
              <a:t>in parallel</a:t>
            </a:r>
            <a:r>
              <a:rPr lang="en-US" altLang="en-US" dirty="0"/>
              <a:t>: add/shift</a:t>
            </a:r>
          </a:p>
        </p:txBody>
      </p:sp>
      <p:sp>
        <p:nvSpPr>
          <p:cNvPr id="23558" name="Rectangle 7">
            <a:extLst>
              <a:ext uri="{FF2B5EF4-FFF2-40B4-BE49-F238E27FC236}">
                <a16:creationId xmlns:a16="http://schemas.microsoft.com/office/drawing/2014/main" id="{A708EADC-AB5D-4B32-93CC-7A91514EE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81525"/>
            <a:ext cx="82708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Multiplicand register: 32 bits</a:t>
            </a:r>
          </a:p>
          <a:p>
            <a:pPr eaLnBrk="1" hangingPunct="1"/>
            <a:r>
              <a:rPr lang="en-US" altLang="en-US" sz="2400"/>
              <a:t>ALU: 32 bits</a:t>
            </a:r>
          </a:p>
          <a:p>
            <a:pPr eaLnBrk="1" hangingPunct="1"/>
            <a:r>
              <a:rPr lang="en-US" altLang="en-US" sz="2400"/>
              <a:t>Multiplier register: Eliminated</a:t>
            </a:r>
          </a:p>
          <a:p>
            <a:pPr eaLnBrk="1" hangingPunct="1"/>
            <a:r>
              <a:rPr lang="en-US" altLang="en-US" sz="2400"/>
              <a:t>One cycle per partial-product addition</a:t>
            </a:r>
            <a:endParaRPr lang="en-AU" altLang="en-US" sz="2400"/>
          </a:p>
        </p:txBody>
      </p:sp>
      <p:sp>
        <p:nvSpPr>
          <p:cNvPr id="23559" name="AutoShape 5">
            <a:extLst>
              <a:ext uri="{FF2B5EF4-FFF2-40B4-BE49-F238E27FC236}">
                <a16:creationId xmlns:a16="http://schemas.microsoft.com/office/drawing/2014/main" id="{212A0E44-D4C5-4FF6-BAE4-47978F620568}"/>
              </a:ext>
            </a:extLst>
          </p:cNvPr>
          <p:cNvSpPr>
            <a:spLocks/>
          </p:cNvSpPr>
          <p:nvPr/>
        </p:nvSpPr>
        <p:spPr bwMode="auto">
          <a:xfrm>
            <a:off x="5433060" y="2430463"/>
            <a:ext cx="1295400" cy="330200"/>
          </a:xfrm>
          <a:prstGeom prst="borderCallout1">
            <a:avLst>
              <a:gd name="adj1" fmla="val 50001"/>
              <a:gd name="adj2" fmla="val 101"/>
              <a:gd name="adj3" fmla="val 403810"/>
              <a:gd name="adj4" fmla="val -8106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ahoma" panose="020B0604030504040204" pitchFamily="34" charset="0"/>
              </a:rPr>
              <a:t>Multiplier</a:t>
            </a:r>
            <a:endParaRPr lang="en-AU" altLang="en-US" sz="1600" dirty="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C47974-C812-49AD-B926-5E438664E498}"/>
              </a:ext>
            </a:extLst>
          </p:cNvPr>
          <p:cNvSpPr txBox="1"/>
          <p:nvPr/>
        </p:nvSpPr>
        <p:spPr>
          <a:xfrm>
            <a:off x="3043421" y="1648356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E60000"/>
                </a:solidFill>
              </a:rPr>
              <a:t>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6A7BC-AF10-4529-A74C-78EB26FC0948}"/>
              </a:ext>
            </a:extLst>
          </p:cNvPr>
          <p:cNvSpPr txBox="1"/>
          <p:nvPr/>
        </p:nvSpPr>
        <p:spPr>
          <a:xfrm>
            <a:off x="3904496" y="3575660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E60000"/>
                </a:solidFill>
              </a:rPr>
              <a:t>1111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D58F3-5F64-4BBB-A509-98690C64324B}"/>
              </a:ext>
            </a:extLst>
          </p:cNvPr>
          <p:cNvSpPr txBox="1"/>
          <p:nvPr/>
        </p:nvSpPr>
        <p:spPr>
          <a:xfrm>
            <a:off x="2236557" y="3575662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E60000"/>
                </a:solidFill>
              </a:rPr>
              <a:t>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1">
            <a:extLst>
              <a:ext uri="{FF2B5EF4-FFF2-40B4-BE49-F238E27FC236}">
                <a16:creationId xmlns:a16="http://schemas.microsoft.com/office/drawing/2014/main" id="{DBBE29E0-7CA4-4EA7-B303-8D4113E6F0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26A5E2A5-B06E-42D1-BDA1-6CFC4A07B2C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AU" altLang="en-US" sz="1400"/>
          </a:p>
        </p:txBody>
      </p:sp>
      <p:pic>
        <p:nvPicPr>
          <p:cNvPr id="25603" name="Picture 2">
            <a:extLst>
              <a:ext uri="{FF2B5EF4-FFF2-40B4-BE49-F238E27FC236}">
                <a16:creationId xmlns:a16="http://schemas.microsoft.com/office/drawing/2014/main" id="{7CF1BAEF-DB97-4EFD-AA1A-89B02E146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1065213"/>
            <a:ext cx="8243888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3D1D9FCB-AA8C-44C4-8495-387890EAAC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929FD4F9-BBC8-4C80-A686-6956838F2BC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AU" altLang="en-US" sz="1400"/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1C3D3B88-8E70-45CA-80FD-C23F7F6E9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Faster (Parallel) Multiplier</a:t>
            </a:r>
            <a:endParaRPr lang="en-AU" altLang="en-US"/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65B21FF4-D5F7-49C3-96A5-1C9C5087F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23962"/>
          </a:xfrm>
        </p:spPr>
        <p:txBody>
          <a:bodyPr/>
          <a:lstStyle/>
          <a:p>
            <a:pPr eaLnBrk="1" hangingPunct="1"/>
            <a:r>
              <a:rPr lang="en-US" altLang="en-US" dirty="0"/>
              <a:t>To speed up </a:t>
            </a:r>
            <a:r>
              <a:rPr lang="en-US" altLang="en-US" dirty="0" err="1"/>
              <a:t>mult</a:t>
            </a:r>
            <a:r>
              <a:rPr lang="en-US" altLang="en-US" dirty="0"/>
              <a:t> op, use more adders</a:t>
            </a:r>
          </a:p>
          <a:p>
            <a:pPr lvl="1" eaLnBrk="1" hangingPunct="1"/>
            <a:r>
              <a:rPr lang="en-US" altLang="en-US" dirty="0"/>
              <a:t>Cost/performance tradeoff</a:t>
            </a:r>
          </a:p>
        </p:txBody>
      </p:sp>
      <p:pic>
        <p:nvPicPr>
          <p:cNvPr id="26629" name="Picture 5" descr="f03-08-P374493">
            <a:extLst>
              <a:ext uri="{FF2B5EF4-FFF2-40B4-BE49-F238E27FC236}">
                <a16:creationId xmlns:a16="http://schemas.microsoft.com/office/drawing/2014/main" id="{9638D7DD-D530-403B-B79D-40BFCA0BC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2420938"/>
            <a:ext cx="6845300" cy="26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Rectangle 8">
            <a:extLst>
              <a:ext uri="{FF2B5EF4-FFF2-40B4-BE49-F238E27FC236}">
                <a16:creationId xmlns:a16="http://schemas.microsoft.com/office/drawing/2014/main" id="{88404C6B-9DAE-4A6F-8DB4-CF455F4B2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157788"/>
            <a:ext cx="827087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Can be pipelined</a:t>
            </a:r>
          </a:p>
          <a:p>
            <a:pPr lvl="1" eaLnBrk="1" hangingPunct="1"/>
            <a:r>
              <a:rPr lang="en-US" altLang="en-US" dirty="0"/>
              <a:t>Multiple multiplications performed in parallel</a:t>
            </a:r>
          </a:p>
        </p:txBody>
      </p:sp>
      <p:sp>
        <p:nvSpPr>
          <p:cNvPr id="26631" name="TextBox 1">
            <a:extLst>
              <a:ext uri="{FF2B5EF4-FFF2-40B4-BE49-F238E27FC236}">
                <a16:creationId xmlns:a16="http://schemas.microsoft.com/office/drawing/2014/main" id="{0AB863C0-9E91-40E4-B551-0751DDFAC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588" y="2852738"/>
            <a:ext cx="1233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16 adders</a:t>
            </a:r>
          </a:p>
        </p:txBody>
      </p:sp>
      <p:sp>
        <p:nvSpPr>
          <p:cNvPr id="26632" name="TextBox 7">
            <a:extLst>
              <a:ext uri="{FF2B5EF4-FFF2-40B4-BE49-F238E27FC236}">
                <a16:creationId xmlns:a16="http://schemas.microsoft.com/office/drawing/2014/main" id="{C8F838B3-5326-4C05-A72C-93210190D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925" y="3448050"/>
            <a:ext cx="1235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 adders</a:t>
            </a:r>
          </a:p>
        </p:txBody>
      </p:sp>
      <p:sp>
        <p:nvSpPr>
          <p:cNvPr id="26633" name="TextBox 8">
            <a:extLst>
              <a:ext uri="{FF2B5EF4-FFF2-40B4-BE49-F238E27FC236}">
                <a16:creationId xmlns:a16="http://schemas.microsoft.com/office/drawing/2014/main" id="{03E223B5-E353-467D-8579-C70797EF9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4306888"/>
            <a:ext cx="1233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adder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57D923CC-61C2-476D-BAE7-134953167D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DCDD3A20-4ADE-466D-A173-ED07F67326C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028A693-D77F-4FDA-8569-E1AED46D8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does MIPS Multiply</a:t>
            </a:r>
            <a:endParaRPr lang="en-AU" altLang="en-US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4FEE6AC-CCC8-4472-A596-B58B543BF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59805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Two 32-bit dedicated registers holding product</a:t>
            </a:r>
          </a:p>
          <a:p>
            <a:pPr lvl="1" eaLnBrk="1" hangingPunct="1"/>
            <a:r>
              <a:rPr lang="en-US" altLang="en-US" sz="2400" dirty="0"/>
              <a:t>HI: most-significant 32 bits</a:t>
            </a:r>
          </a:p>
          <a:p>
            <a:pPr lvl="1" eaLnBrk="1" hangingPunct="1"/>
            <a:r>
              <a:rPr lang="en-US" altLang="en-US" sz="2400" dirty="0"/>
              <a:t>LO: least-significant 32-bits (HI/LO not directly accessible by programmers)</a:t>
            </a:r>
          </a:p>
          <a:p>
            <a:pPr eaLnBrk="1" hangingPunct="1"/>
            <a:r>
              <a:rPr lang="en-US" altLang="en-US" sz="2800" dirty="0"/>
              <a:t>Instructions</a:t>
            </a:r>
          </a:p>
          <a:p>
            <a:pPr lvl="1"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mult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rs</a:t>
            </a:r>
            <a:r>
              <a:rPr lang="en-US" altLang="en-US" sz="2400" dirty="0">
                <a:latin typeface="Lucida Console" panose="020B0609040504020204" pitchFamily="49" charset="0"/>
              </a:rPr>
              <a:t>, rt  /  </a:t>
            </a:r>
            <a:r>
              <a:rPr lang="en-US" altLang="en-US" sz="2400" dirty="0" err="1">
                <a:latin typeface="Lucida Console" panose="020B0609040504020204" pitchFamily="49" charset="0"/>
              </a:rPr>
              <a:t>multu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rs</a:t>
            </a:r>
            <a:r>
              <a:rPr lang="en-US" altLang="en-US" sz="2400" dirty="0">
                <a:latin typeface="Lucida Console" panose="020B0609040504020204" pitchFamily="49" charset="0"/>
              </a:rPr>
              <a:t>, rt</a:t>
            </a:r>
          </a:p>
          <a:p>
            <a:pPr lvl="2" eaLnBrk="1" hangingPunct="1"/>
            <a:r>
              <a:rPr lang="en-US" altLang="en-US" sz="2000" dirty="0"/>
              <a:t>64-bit product in HI/LO; </a:t>
            </a:r>
          </a:p>
          <a:p>
            <a:pPr lvl="2" eaLnBrk="1" hangingPunct="1"/>
            <a:r>
              <a:rPr lang="en-US" altLang="en-US" sz="2000" dirty="0"/>
              <a:t>Very expensive operation! (32 rounds of add)</a:t>
            </a:r>
          </a:p>
          <a:p>
            <a:pPr lvl="1"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mfhi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rd</a:t>
            </a:r>
            <a:r>
              <a:rPr lang="en-US" altLang="en-US" sz="2400" dirty="0">
                <a:latin typeface="Lucida Console" panose="020B0609040504020204" pitchFamily="49" charset="0"/>
              </a:rPr>
              <a:t>  /  </a:t>
            </a:r>
            <a:r>
              <a:rPr lang="en-US" altLang="en-US" sz="2400" dirty="0" err="1">
                <a:latin typeface="Lucida Console" panose="020B0609040504020204" pitchFamily="49" charset="0"/>
              </a:rPr>
              <a:t>mflo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rd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2" eaLnBrk="1" hangingPunct="1"/>
            <a:r>
              <a:rPr lang="en-US" altLang="en-US" sz="2000" dirty="0"/>
              <a:t>Move from HI/LO to </a:t>
            </a:r>
            <a:r>
              <a:rPr lang="en-US" altLang="en-US" sz="2000" dirty="0" err="1"/>
              <a:t>rd</a:t>
            </a:r>
            <a:endParaRPr lang="en-US" altLang="en-US" sz="2000" dirty="0"/>
          </a:p>
          <a:p>
            <a:pPr lvl="2" eaLnBrk="1" hangingPunct="1"/>
            <a:r>
              <a:rPr lang="en-US" altLang="en-US" sz="2000" dirty="0"/>
              <a:t>Can test HI value to see if product overflows 32 bits</a:t>
            </a:r>
            <a:endParaRPr lang="en-AU" altLang="en-US" sz="2000" dirty="0"/>
          </a:p>
          <a:p>
            <a:pPr lvl="1" eaLnBrk="1" hangingPunct="1"/>
            <a:r>
              <a:rPr lang="en-US" altLang="en-US" sz="2400" dirty="0" err="1">
                <a:latin typeface="Lucida Console" panose="020B0609040504020204" pitchFamily="49" charset="0"/>
              </a:rPr>
              <a:t>mul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rd</a:t>
            </a:r>
            <a:r>
              <a:rPr lang="en-US" altLang="en-US" sz="2400" dirty="0">
                <a:latin typeface="Lucida Console" panose="020B0609040504020204" pitchFamily="49" charset="0"/>
              </a:rPr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rs</a:t>
            </a:r>
            <a:r>
              <a:rPr lang="en-US" altLang="en-US" sz="2400" dirty="0">
                <a:latin typeface="Lucida Console" panose="020B0609040504020204" pitchFamily="49" charset="0"/>
              </a:rPr>
              <a:t>, rt (“small” </a:t>
            </a:r>
            <a:r>
              <a:rPr lang="en-US" altLang="en-US" sz="2400" dirty="0" err="1">
                <a:latin typeface="Lucida Console" panose="020B0609040504020204" pitchFamily="49" charset="0"/>
              </a:rPr>
              <a:t>mult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2" eaLnBrk="1" hangingPunct="1"/>
            <a:r>
              <a:rPr lang="en-US" altLang="en-US" sz="2000" dirty="0"/>
              <a:t>Least-significant 32 bits of product → </a:t>
            </a:r>
            <a:r>
              <a:rPr lang="en-US" altLang="en-US" sz="2000" dirty="0" err="1"/>
              <a:t>rd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1145FA03-88AA-4836-88AF-FADAE983B2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AF4910A5-EEA5-41D0-A495-261826A07A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E6028DA-E9CF-4A77-AC90-F6CACC2F4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Division</a:t>
            </a:r>
            <a:endParaRPr lang="en-AU" altLang="en-US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4DB7032-2AA3-4FC2-82B4-623BBD7F3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54438" y="1125538"/>
            <a:ext cx="52006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Check for 0 divisor (can’t do)</a:t>
            </a:r>
            <a:endParaRPr lang="en-AU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divisor ≤ dividend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1 bit in quotient, subtract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Otherwise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0 bit in quotient, bring down next dividend bit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Restoring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Always do the subtract; if remainder goes &lt; 0, then add divisor 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Signed division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Divide using absolute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Adjust sign of quotient and remainder as required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5C296D24-6DBF-4B84-971C-2961B4946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2565400"/>
            <a:ext cx="201295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1001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1000 1001010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101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1010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          10</a:t>
            </a:r>
            <a:endParaRPr lang="en-AU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12B5D90E-92DB-4C23-BAB2-336A54EAF4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6">
            <a:extLst>
              <a:ext uri="{FF2B5EF4-FFF2-40B4-BE49-F238E27FC236}">
                <a16:creationId xmlns:a16="http://schemas.microsoft.com/office/drawing/2014/main" id="{F053FD3F-40D0-488A-BC41-D6A04B97C1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Text Box 7">
            <a:extLst>
              <a:ext uri="{FF2B5EF4-FFF2-40B4-BE49-F238E27FC236}">
                <a16:creationId xmlns:a16="http://schemas.microsoft.com/office/drawing/2014/main" id="{A7D00301-6E14-489F-8C98-5E912F0C2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6863"/>
            <a:ext cx="2838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2n</a:t>
            </a:r>
            <a:r>
              <a:rPr lang="en-US" altLang="en-US" sz="1800"/>
              <a:t>-bit operands yield </a:t>
            </a:r>
            <a:r>
              <a:rPr lang="en-US" altLang="en-US" sz="1800" i="1"/>
              <a:t>n</a:t>
            </a:r>
            <a:r>
              <a:rPr lang="en-US" altLang="en-US" sz="1800"/>
              <a:t>-bit</a:t>
            </a:r>
            <a:br>
              <a:rPr lang="en-US" altLang="en-US" sz="1800"/>
            </a:br>
            <a:r>
              <a:rPr lang="en-US" altLang="en-US" sz="1800"/>
              <a:t>quotient and remainder</a:t>
            </a:r>
            <a:endParaRPr lang="en-AU" altLang="en-US" sz="1800"/>
          </a:p>
        </p:txBody>
      </p:sp>
      <p:sp>
        <p:nvSpPr>
          <p:cNvPr id="30729" name="AutoShape 8">
            <a:extLst>
              <a:ext uri="{FF2B5EF4-FFF2-40B4-BE49-F238E27FC236}">
                <a16:creationId xmlns:a16="http://schemas.microsoft.com/office/drawing/2014/main" id="{226B40FB-E710-43E7-AFB1-07F3FE77EFCD}"/>
              </a:ext>
            </a:extLst>
          </p:cNvPr>
          <p:cNvSpPr>
            <a:spLocks/>
          </p:cNvSpPr>
          <p:nvPr/>
        </p:nvSpPr>
        <p:spPr bwMode="auto">
          <a:xfrm>
            <a:off x="68421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40569"/>
              <a:gd name="adj4" fmla="val 1721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quotient</a:t>
            </a:r>
            <a:endParaRPr lang="en-AU" altLang="en-US" sz="1600"/>
          </a:p>
        </p:txBody>
      </p:sp>
      <p:sp>
        <p:nvSpPr>
          <p:cNvPr id="30730" name="AutoShape 9">
            <a:extLst>
              <a:ext uri="{FF2B5EF4-FFF2-40B4-BE49-F238E27FC236}">
                <a16:creationId xmlns:a16="http://schemas.microsoft.com/office/drawing/2014/main" id="{44EA6B5D-22C4-46CA-B108-CDD3D87BD851}"/>
              </a:ext>
            </a:extLst>
          </p:cNvPr>
          <p:cNvSpPr>
            <a:spLocks/>
          </p:cNvSpPr>
          <p:nvPr/>
        </p:nvSpPr>
        <p:spPr bwMode="auto">
          <a:xfrm>
            <a:off x="68421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20972"/>
              <a:gd name="adj4" fmla="val 144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dividend</a:t>
            </a:r>
            <a:endParaRPr lang="en-AU" altLang="en-US" sz="1600"/>
          </a:p>
        </p:txBody>
      </p:sp>
      <p:sp>
        <p:nvSpPr>
          <p:cNvPr id="30731" name="AutoShape 10">
            <a:extLst>
              <a:ext uri="{FF2B5EF4-FFF2-40B4-BE49-F238E27FC236}">
                <a16:creationId xmlns:a16="http://schemas.microsoft.com/office/drawing/2014/main" id="{1788241C-3B85-4775-8790-F3E8E0C578D7}"/>
              </a:ext>
            </a:extLst>
          </p:cNvPr>
          <p:cNvSpPr>
            <a:spLocks/>
          </p:cNvSpPr>
          <p:nvPr/>
        </p:nvSpPr>
        <p:spPr bwMode="auto">
          <a:xfrm>
            <a:off x="104298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remainder</a:t>
            </a:r>
            <a:endParaRPr lang="en-AU" altLang="en-US" sz="1600"/>
          </a:p>
        </p:txBody>
      </p:sp>
      <p:sp>
        <p:nvSpPr>
          <p:cNvPr id="30732" name="Line 11">
            <a:extLst>
              <a:ext uri="{FF2B5EF4-FFF2-40B4-BE49-F238E27FC236}">
                <a16:creationId xmlns:a16="http://schemas.microsoft.com/office/drawing/2014/main" id="{9D3A1EC9-A4E9-498F-B761-7AA8FC83B5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Arc 12">
            <a:extLst>
              <a:ext uri="{FF2B5EF4-FFF2-40B4-BE49-F238E27FC236}">
                <a16:creationId xmlns:a16="http://schemas.microsoft.com/office/drawing/2014/main" id="{8AEE06C6-07D9-497A-A5C7-D588FE2474F2}"/>
              </a:ext>
            </a:extLst>
          </p:cNvPr>
          <p:cNvSpPr>
            <a:spLocks/>
          </p:cNvSpPr>
          <p:nvPr/>
        </p:nvSpPr>
        <p:spPr bwMode="auto">
          <a:xfrm>
            <a:off x="2339975" y="2924175"/>
            <a:ext cx="73025" cy="1444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Arc 13">
            <a:extLst>
              <a:ext uri="{FF2B5EF4-FFF2-40B4-BE49-F238E27FC236}">
                <a16:creationId xmlns:a16="http://schemas.microsoft.com/office/drawing/2014/main" id="{F4651B66-9985-41F7-B537-233101841AE1}"/>
              </a:ext>
            </a:extLst>
          </p:cNvPr>
          <p:cNvSpPr>
            <a:spLocks/>
          </p:cNvSpPr>
          <p:nvPr/>
        </p:nvSpPr>
        <p:spPr bwMode="auto">
          <a:xfrm flipV="1">
            <a:off x="2339975" y="3068638"/>
            <a:ext cx="73025" cy="1444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AutoShape 14">
            <a:extLst>
              <a:ext uri="{FF2B5EF4-FFF2-40B4-BE49-F238E27FC236}">
                <a16:creationId xmlns:a16="http://schemas.microsoft.com/office/drawing/2014/main" id="{13DF621D-CE9D-4D04-B926-9E22505FBD48}"/>
              </a:ext>
            </a:extLst>
          </p:cNvPr>
          <p:cNvSpPr>
            <a:spLocks/>
          </p:cNvSpPr>
          <p:nvPr/>
        </p:nvSpPr>
        <p:spPr bwMode="auto">
          <a:xfrm>
            <a:off x="25082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divisor</a:t>
            </a:r>
            <a:endParaRPr lang="en-AU" altLang="en-US" sz="1600"/>
          </a:p>
        </p:txBody>
      </p:sp>
      <p:sp>
        <p:nvSpPr>
          <p:cNvPr id="30736" name="Text Box 16">
            <a:extLst>
              <a:ext uri="{FF2B5EF4-FFF2-40B4-BE49-F238E27FC236}">
                <a16:creationId xmlns:a16="http://schemas.microsoft.com/office/drawing/2014/main" id="{A17EED60-5111-4FA3-AC0B-F0E612F3D54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214519" y="562769"/>
            <a:ext cx="1492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§3.4 Division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8024140A-EE8E-40E4-95B8-CF996D9C5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38914D8-DB28-47EC-9DEC-592F184AD6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91D39C8-50C0-4745-BAB0-113D6D216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Division</a:t>
            </a:r>
            <a:endParaRPr lang="en-AU" altLang="en-US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BD0278D-0D8D-4777-A0DE-7DE34FEEA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54438" y="1125538"/>
            <a:ext cx="52006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Check for 0 divisor (can’t do)</a:t>
            </a:r>
            <a:endParaRPr lang="en-AU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divisor ≤ dividend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1 bit in quotient, subtract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Otherwise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0 bit in quotient, bring down next dividend bit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Restoring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Always do the subtract; if remainder goes &lt; 0, then add divisor 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Signed division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Divide using absolute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Adjust sign of quotient and remainder as required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1D683771-2FA1-4593-824F-B3CE7D6FE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2565400"/>
            <a:ext cx="203132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 1001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1000 1001010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0010</a:t>
            </a:r>
            <a:endParaRPr lang="en-US" altLang="en-US" sz="2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0101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 1010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   10</a:t>
            </a:r>
            <a:endParaRPr lang="en-AU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32774" name="Line 5">
            <a:extLst>
              <a:ext uri="{FF2B5EF4-FFF2-40B4-BE49-F238E27FC236}">
                <a16:creationId xmlns:a16="http://schemas.microsoft.com/office/drawing/2014/main" id="{64EFFF16-42DC-408A-8D00-03ABF7DB1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>
            <a:extLst>
              <a:ext uri="{FF2B5EF4-FFF2-40B4-BE49-F238E27FC236}">
                <a16:creationId xmlns:a16="http://schemas.microsoft.com/office/drawing/2014/main" id="{F0409509-FC89-44E1-9673-F7B3F82178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Text Box 7">
            <a:extLst>
              <a:ext uri="{FF2B5EF4-FFF2-40B4-BE49-F238E27FC236}">
                <a16:creationId xmlns:a16="http://schemas.microsoft.com/office/drawing/2014/main" id="{5EAEC054-0C89-443C-B687-89D67142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6863"/>
            <a:ext cx="2838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2n</a:t>
            </a:r>
            <a:r>
              <a:rPr lang="en-US" altLang="en-US" sz="1800"/>
              <a:t>-bit operands yield </a:t>
            </a:r>
            <a:r>
              <a:rPr lang="en-US" altLang="en-US" sz="1800" i="1"/>
              <a:t>n</a:t>
            </a:r>
            <a:r>
              <a:rPr lang="en-US" altLang="en-US" sz="1800"/>
              <a:t>-bit</a:t>
            </a:r>
            <a:br>
              <a:rPr lang="en-US" altLang="en-US" sz="1800"/>
            </a:br>
            <a:r>
              <a:rPr lang="en-US" altLang="en-US" sz="1800"/>
              <a:t>quotient and remainder</a:t>
            </a:r>
            <a:endParaRPr lang="en-AU" altLang="en-US" sz="1800"/>
          </a:p>
        </p:txBody>
      </p:sp>
      <p:sp>
        <p:nvSpPr>
          <p:cNvPr id="32777" name="AutoShape 8">
            <a:extLst>
              <a:ext uri="{FF2B5EF4-FFF2-40B4-BE49-F238E27FC236}">
                <a16:creationId xmlns:a16="http://schemas.microsoft.com/office/drawing/2014/main" id="{F40C1487-1730-4539-B9C2-A8F3042B5A7A}"/>
              </a:ext>
            </a:extLst>
          </p:cNvPr>
          <p:cNvSpPr>
            <a:spLocks/>
          </p:cNvSpPr>
          <p:nvPr/>
        </p:nvSpPr>
        <p:spPr bwMode="auto">
          <a:xfrm>
            <a:off x="68421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40569"/>
              <a:gd name="adj4" fmla="val 1721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quotient</a:t>
            </a:r>
            <a:endParaRPr lang="en-AU" altLang="en-US" sz="1600"/>
          </a:p>
        </p:txBody>
      </p:sp>
      <p:sp>
        <p:nvSpPr>
          <p:cNvPr id="32778" name="AutoShape 9">
            <a:extLst>
              <a:ext uri="{FF2B5EF4-FFF2-40B4-BE49-F238E27FC236}">
                <a16:creationId xmlns:a16="http://schemas.microsoft.com/office/drawing/2014/main" id="{8770E3A5-E206-486D-80E0-9144C9D5ABEB}"/>
              </a:ext>
            </a:extLst>
          </p:cNvPr>
          <p:cNvSpPr>
            <a:spLocks/>
          </p:cNvSpPr>
          <p:nvPr/>
        </p:nvSpPr>
        <p:spPr bwMode="auto">
          <a:xfrm>
            <a:off x="68421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20972"/>
              <a:gd name="adj4" fmla="val 144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dividend</a:t>
            </a:r>
            <a:endParaRPr lang="en-AU" altLang="en-US" sz="1600"/>
          </a:p>
        </p:txBody>
      </p:sp>
      <p:sp>
        <p:nvSpPr>
          <p:cNvPr id="32779" name="AutoShape 10">
            <a:extLst>
              <a:ext uri="{FF2B5EF4-FFF2-40B4-BE49-F238E27FC236}">
                <a16:creationId xmlns:a16="http://schemas.microsoft.com/office/drawing/2014/main" id="{997D9260-68F6-4079-A248-57838A0EB42F}"/>
              </a:ext>
            </a:extLst>
          </p:cNvPr>
          <p:cNvSpPr>
            <a:spLocks/>
          </p:cNvSpPr>
          <p:nvPr/>
        </p:nvSpPr>
        <p:spPr bwMode="auto">
          <a:xfrm>
            <a:off x="104298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remainder</a:t>
            </a:r>
            <a:endParaRPr lang="en-AU" altLang="en-US" sz="1600"/>
          </a:p>
        </p:txBody>
      </p:sp>
      <p:sp>
        <p:nvSpPr>
          <p:cNvPr id="32780" name="Line 11">
            <a:extLst>
              <a:ext uri="{FF2B5EF4-FFF2-40B4-BE49-F238E27FC236}">
                <a16:creationId xmlns:a16="http://schemas.microsoft.com/office/drawing/2014/main" id="{3105C126-A629-40CD-BDB3-F3F1FC2F03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Arc 12">
            <a:extLst>
              <a:ext uri="{FF2B5EF4-FFF2-40B4-BE49-F238E27FC236}">
                <a16:creationId xmlns:a16="http://schemas.microsoft.com/office/drawing/2014/main" id="{74FF7186-DC73-4C4E-B1BC-F779742B16FE}"/>
              </a:ext>
            </a:extLst>
          </p:cNvPr>
          <p:cNvSpPr>
            <a:spLocks/>
          </p:cNvSpPr>
          <p:nvPr/>
        </p:nvSpPr>
        <p:spPr bwMode="auto">
          <a:xfrm>
            <a:off x="2339975" y="2924175"/>
            <a:ext cx="73025" cy="1444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rc 13">
            <a:extLst>
              <a:ext uri="{FF2B5EF4-FFF2-40B4-BE49-F238E27FC236}">
                <a16:creationId xmlns:a16="http://schemas.microsoft.com/office/drawing/2014/main" id="{A64BCA84-920E-4B15-802D-CF1F249FDEA3}"/>
              </a:ext>
            </a:extLst>
          </p:cNvPr>
          <p:cNvSpPr>
            <a:spLocks/>
          </p:cNvSpPr>
          <p:nvPr/>
        </p:nvSpPr>
        <p:spPr bwMode="auto">
          <a:xfrm flipV="1">
            <a:off x="2339975" y="3068638"/>
            <a:ext cx="73025" cy="1444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4">
            <a:extLst>
              <a:ext uri="{FF2B5EF4-FFF2-40B4-BE49-F238E27FC236}">
                <a16:creationId xmlns:a16="http://schemas.microsoft.com/office/drawing/2014/main" id="{F1F8134D-E0D7-4D2D-B7B0-B2D5699C3620}"/>
              </a:ext>
            </a:extLst>
          </p:cNvPr>
          <p:cNvSpPr>
            <a:spLocks/>
          </p:cNvSpPr>
          <p:nvPr/>
        </p:nvSpPr>
        <p:spPr bwMode="auto">
          <a:xfrm>
            <a:off x="25082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divisor</a:t>
            </a:r>
            <a:endParaRPr lang="en-AU" altLang="en-US" sz="1600"/>
          </a:p>
        </p:txBody>
      </p:sp>
      <p:sp>
        <p:nvSpPr>
          <p:cNvPr id="32784" name="Text Box 16">
            <a:extLst>
              <a:ext uri="{FF2B5EF4-FFF2-40B4-BE49-F238E27FC236}">
                <a16:creationId xmlns:a16="http://schemas.microsoft.com/office/drawing/2014/main" id="{6DB84597-35E8-490D-BD0C-DD56865E443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214519" y="562769"/>
            <a:ext cx="1492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§3.4 Division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8024140A-EE8E-40E4-95B8-CF996D9C5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38914D8-DB28-47EC-9DEC-592F184AD6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91D39C8-50C0-4745-BAB0-113D6D216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Division</a:t>
            </a:r>
            <a:endParaRPr lang="en-AU" altLang="en-US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BD0278D-0D8D-4777-A0DE-7DE34FEEA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54438" y="1125538"/>
            <a:ext cx="52006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Check for 0 divisor (can’t do)</a:t>
            </a:r>
            <a:endParaRPr lang="en-AU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divisor ≤ dividend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1 bit in quotient, subtract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Otherwise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0 bit in quotient, bring down next dividend bit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Restoring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Always do the subtract; if remainder goes &lt; 0, then add divisor 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Signed division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Divide using absolute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Adjust sign of quotient and remainder as required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1D683771-2FA1-4593-824F-B3CE7D6FE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2565400"/>
            <a:ext cx="20313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 1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0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1000 0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0010</a:t>
            </a:r>
            <a:r>
              <a:rPr lang="en-US" altLang="en-US" sz="2000" dirty="0">
                <a:latin typeface="Lucida Console" panose="020B0609040504020204" pitchFamily="49" charset="0"/>
              </a:rPr>
              <a:t>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</a:t>
            </a:r>
            <a:endParaRPr lang="en-US" altLang="en-US" sz="2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</a:t>
            </a:r>
            <a:endParaRPr lang="en-AU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32774" name="Line 5">
            <a:extLst>
              <a:ext uri="{FF2B5EF4-FFF2-40B4-BE49-F238E27FC236}">
                <a16:creationId xmlns:a16="http://schemas.microsoft.com/office/drawing/2014/main" id="{64EFFF16-42DC-408A-8D00-03ABF7DB1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>
            <a:extLst>
              <a:ext uri="{FF2B5EF4-FFF2-40B4-BE49-F238E27FC236}">
                <a16:creationId xmlns:a16="http://schemas.microsoft.com/office/drawing/2014/main" id="{F0409509-FC89-44E1-9673-F7B3F82178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Text Box 7">
            <a:extLst>
              <a:ext uri="{FF2B5EF4-FFF2-40B4-BE49-F238E27FC236}">
                <a16:creationId xmlns:a16="http://schemas.microsoft.com/office/drawing/2014/main" id="{5EAEC054-0C89-443C-B687-89D67142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6863"/>
            <a:ext cx="2838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2n</a:t>
            </a:r>
            <a:r>
              <a:rPr lang="en-US" altLang="en-US" sz="1800"/>
              <a:t>-bit operands yield </a:t>
            </a:r>
            <a:r>
              <a:rPr lang="en-US" altLang="en-US" sz="1800" i="1"/>
              <a:t>n</a:t>
            </a:r>
            <a:r>
              <a:rPr lang="en-US" altLang="en-US" sz="1800"/>
              <a:t>-bit</a:t>
            </a:r>
            <a:br>
              <a:rPr lang="en-US" altLang="en-US" sz="1800"/>
            </a:br>
            <a:r>
              <a:rPr lang="en-US" altLang="en-US" sz="1800"/>
              <a:t>quotient and remainder</a:t>
            </a:r>
            <a:endParaRPr lang="en-AU" altLang="en-US" sz="1800"/>
          </a:p>
        </p:txBody>
      </p:sp>
      <p:sp>
        <p:nvSpPr>
          <p:cNvPr id="32777" name="AutoShape 8">
            <a:extLst>
              <a:ext uri="{FF2B5EF4-FFF2-40B4-BE49-F238E27FC236}">
                <a16:creationId xmlns:a16="http://schemas.microsoft.com/office/drawing/2014/main" id="{F40C1487-1730-4539-B9C2-A8F3042B5A7A}"/>
              </a:ext>
            </a:extLst>
          </p:cNvPr>
          <p:cNvSpPr>
            <a:spLocks/>
          </p:cNvSpPr>
          <p:nvPr/>
        </p:nvSpPr>
        <p:spPr bwMode="auto">
          <a:xfrm>
            <a:off x="68421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40569"/>
              <a:gd name="adj4" fmla="val 1721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quotient</a:t>
            </a:r>
            <a:endParaRPr lang="en-AU" altLang="en-US" sz="1600"/>
          </a:p>
        </p:txBody>
      </p:sp>
      <p:sp>
        <p:nvSpPr>
          <p:cNvPr id="32778" name="AutoShape 9">
            <a:extLst>
              <a:ext uri="{FF2B5EF4-FFF2-40B4-BE49-F238E27FC236}">
                <a16:creationId xmlns:a16="http://schemas.microsoft.com/office/drawing/2014/main" id="{8770E3A5-E206-486D-80E0-9144C9D5ABEB}"/>
              </a:ext>
            </a:extLst>
          </p:cNvPr>
          <p:cNvSpPr>
            <a:spLocks/>
          </p:cNvSpPr>
          <p:nvPr/>
        </p:nvSpPr>
        <p:spPr bwMode="auto">
          <a:xfrm>
            <a:off x="68421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20972"/>
              <a:gd name="adj4" fmla="val 144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dividend</a:t>
            </a:r>
            <a:endParaRPr lang="en-AU" altLang="en-US" sz="1600"/>
          </a:p>
        </p:txBody>
      </p:sp>
      <p:sp>
        <p:nvSpPr>
          <p:cNvPr id="32779" name="AutoShape 10">
            <a:extLst>
              <a:ext uri="{FF2B5EF4-FFF2-40B4-BE49-F238E27FC236}">
                <a16:creationId xmlns:a16="http://schemas.microsoft.com/office/drawing/2014/main" id="{997D9260-68F6-4079-A248-57838A0EB42F}"/>
              </a:ext>
            </a:extLst>
          </p:cNvPr>
          <p:cNvSpPr>
            <a:spLocks/>
          </p:cNvSpPr>
          <p:nvPr/>
        </p:nvSpPr>
        <p:spPr bwMode="auto">
          <a:xfrm>
            <a:off x="104298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remainder</a:t>
            </a:r>
            <a:endParaRPr lang="en-AU" altLang="en-US" sz="1600"/>
          </a:p>
        </p:txBody>
      </p:sp>
      <p:sp>
        <p:nvSpPr>
          <p:cNvPr id="32780" name="Line 11">
            <a:extLst>
              <a:ext uri="{FF2B5EF4-FFF2-40B4-BE49-F238E27FC236}">
                <a16:creationId xmlns:a16="http://schemas.microsoft.com/office/drawing/2014/main" id="{3105C126-A629-40CD-BDB3-F3F1FC2F03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Arc 12">
            <a:extLst>
              <a:ext uri="{FF2B5EF4-FFF2-40B4-BE49-F238E27FC236}">
                <a16:creationId xmlns:a16="http://schemas.microsoft.com/office/drawing/2014/main" id="{74FF7186-DC73-4C4E-B1BC-F779742B16FE}"/>
              </a:ext>
            </a:extLst>
          </p:cNvPr>
          <p:cNvSpPr>
            <a:spLocks/>
          </p:cNvSpPr>
          <p:nvPr/>
        </p:nvSpPr>
        <p:spPr bwMode="auto">
          <a:xfrm>
            <a:off x="2339975" y="2924175"/>
            <a:ext cx="73025" cy="1444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rc 13">
            <a:extLst>
              <a:ext uri="{FF2B5EF4-FFF2-40B4-BE49-F238E27FC236}">
                <a16:creationId xmlns:a16="http://schemas.microsoft.com/office/drawing/2014/main" id="{A64BCA84-920E-4B15-802D-CF1F249FDEA3}"/>
              </a:ext>
            </a:extLst>
          </p:cNvPr>
          <p:cNvSpPr>
            <a:spLocks/>
          </p:cNvSpPr>
          <p:nvPr/>
        </p:nvSpPr>
        <p:spPr bwMode="auto">
          <a:xfrm flipV="1">
            <a:off x="2339975" y="3068638"/>
            <a:ext cx="73025" cy="1444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4">
            <a:extLst>
              <a:ext uri="{FF2B5EF4-FFF2-40B4-BE49-F238E27FC236}">
                <a16:creationId xmlns:a16="http://schemas.microsoft.com/office/drawing/2014/main" id="{F1F8134D-E0D7-4D2D-B7B0-B2D5699C3620}"/>
              </a:ext>
            </a:extLst>
          </p:cNvPr>
          <p:cNvSpPr>
            <a:spLocks/>
          </p:cNvSpPr>
          <p:nvPr/>
        </p:nvSpPr>
        <p:spPr bwMode="auto">
          <a:xfrm>
            <a:off x="25082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divisor</a:t>
            </a:r>
            <a:endParaRPr lang="en-AU" altLang="en-US" sz="1600"/>
          </a:p>
        </p:txBody>
      </p:sp>
      <p:sp>
        <p:nvSpPr>
          <p:cNvPr id="32784" name="Text Box 16">
            <a:extLst>
              <a:ext uri="{FF2B5EF4-FFF2-40B4-BE49-F238E27FC236}">
                <a16:creationId xmlns:a16="http://schemas.microsoft.com/office/drawing/2014/main" id="{6DB84597-35E8-490D-BD0C-DD56865E443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214519" y="562769"/>
            <a:ext cx="1492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§3.4 Division</a:t>
            </a:r>
          </a:p>
        </p:txBody>
      </p:sp>
    </p:spTree>
    <p:extLst>
      <p:ext uri="{BB962C8B-B14F-4D97-AF65-F5344CB8AC3E}">
        <p14:creationId xmlns:p14="http://schemas.microsoft.com/office/powerpoint/2010/main" val="1283413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8024140A-EE8E-40E4-95B8-CF996D9C5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38914D8-DB28-47EC-9DEC-592F184AD6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91D39C8-50C0-4745-BAB0-113D6D216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Division</a:t>
            </a:r>
            <a:endParaRPr lang="en-AU" altLang="en-US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BD0278D-0D8D-4777-A0DE-7DE34FEEA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54438" y="1125538"/>
            <a:ext cx="52006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Check for 0 divisor (can’t do)</a:t>
            </a:r>
            <a:endParaRPr lang="en-AU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divisor ≤ dividend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1 bit in quotient, subtract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Otherwise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0 bit in quotient, bring down next dividend bit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Restoring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Always do the subtract; if remainder goes &lt; 0, then add divisor 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Signed division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Divide using absolute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Adjust sign of quotient and remainder as required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1D683771-2FA1-4593-824F-B3CE7D6FE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2565400"/>
            <a:ext cx="20313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 1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00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1000 00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0101</a:t>
            </a:r>
            <a:r>
              <a:rPr lang="en-US" altLang="en-US" sz="2000" dirty="0">
                <a:latin typeface="Lucida Console" panose="020B0609040504020204" pitchFamily="49" charset="0"/>
              </a:rPr>
              <a:t>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</a:t>
            </a:r>
            <a:endParaRPr lang="en-US" altLang="en-US" sz="2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</a:t>
            </a:r>
            <a:endParaRPr lang="en-AU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32774" name="Line 5">
            <a:extLst>
              <a:ext uri="{FF2B5EF4-FFF2-40B4-BE49-F238E27FC236}">
                <a16:creationId xmlns:a16="http://schemas.microsoft.com/office/drawing/2014/main" id="{64EFFF16-42DC-408A-8D00-03ABF7DB1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>
            <a:extLst>
              <a:ext uri="{FF2B5EF4-FFF2-40B4-BE49-F238E27FC236}">
                <a16:creationId xmlns:a16="http://schemas.microsoft.com/office/drawing/2014/main" id="{F0409509-FC89-44E1-9673-F7B3F82178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Text Box 7">
            <a:extLst>
              <a:ext uri="{FF2B5EF4-FFF2-40B4-BE49-F238E27FC236}">
                <a16:creationId xmlns:a16="http://schemas.microsoft.com/office/drawing/2014/main" id="{5EAEC054-0C89-443C-B687-89D67142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6863"/>
            <a:ext cx="2838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2n</a:t>
            </a:r>
            <a:r>
              <a:rPr lang="en-US" altLang="en-US" sz="1800"/>
              <a:t>-bit operands yield </a:t>
            </a:r>
            <a:r>
              <a:rPr lang="en-US" altLang="en-US" sz="1800" i="1"/>
              <a:t>n</a:t>
            </a:r>
            <a:r>
              <a:rPr lang="en-US" altLang="en-US" sz="1800"/>
              <a:t>-bit</a:t>
            </a:r>
            <a:br>
              <a:rPr lang="en-US" altLang="en-US" sz="1800"/>
            </a:br>
            <a:r>
              <a:rPr lang="en-US" altLang="en-US" sz="1800"/>
              <a:t>quotient and remainder</a:t>
            </a:r>
            <a:endParaRPr lang="en-AU" altLang="en-US" sz="1800"/>
          </a:p>
        </p:txBody>
      </p:sp>
      <p:sp>
        <p:nvSpPr>
          <p:cNvPr id="32777" name="AutoShape 8">
            <a:extLst>
              <a:ext uri="{FF2B5EF4-FFF2-40B4-BE49-F238E27FC236}">
                <a16:creationId xmlns:a16="http://schemas.microsoft.com/office/drawing/2014/main" id="{F40C1487-1730-4539-B9C2-A8F3042B5A7A}"/>
              </a:ext>
            </a:extLst>
          </p:cNvPr>
          <p:cNvSpPr>
            <a:spLocks/>
          </p:cNvSpPr>
          <p:nvPr/>
        </p:nvSpPr>
        <p:spPr bwMode="auto">
          <a:xfrm>
            <a:off x="68421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40569"/>
              <a:gd name="adj4" fmla="val 1721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quotient</a:t>
            </a:r>
            <a:endParaRPr lang="en-AU" altLang="en-US" sz="1600"/>
          </a:p>
        </p:txBody>
      </p:sp>
      <p:sp>
        <p:nvSpPr>
          <p:cNvPr id="32778" name="AutoShape 9">
            <a:extLst>
              <a:ext uri="{FF2B5EF4-FFF2-40B4-BE49-F238E27FC236}">
                <a16:creationId xmlns:a16="http://schemas.microsoft.com/office/drawing/2014/main" id="{8770E3A5-E206-486D-80E0-9144C9D5ABEB}"/>
              </a:ext>
            </a:extLst>
          </p:cNvPr>
          <p:cNvSpPr>
            <a:spLocks/>
          </p:cNvSpPr>
          <p:nvPr/>
        </p:nvSpPr>
        <p:spPr bwMode="auto">
          <a:xfrm>
            <a:off x="68421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20972"/>
              <a:gd name="adj4" fmla="val 144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dividend</a:t>
            </a:r>
            <a:endParaRPr lang="en-AU" altLang="en-US" sz="1600"/>
          </a:p>
        </p:txBody>
      </p:sp>
      <p:sp>
        <p:nvSpPr>
          <p:cNvPr id="32779" name="AutoShape 10">
            <a:extLst>
              <a:ext uri="{FF2B5EF4-FFF2-40B4-BE49-F238E27FC236}">
                <a16:creationId xmlns:a16="http://schemas.microsoft.com/office/drawing/2014/main" id="{997D9260-68F6-4079-A248-57838A0EB42F}"/>
              </a:ext>
            </a:extLst>
          </p:cNvPr>
          <p:cNvSpPr>
            <a:spLocks/>
          </p:cNvSpPr>
          <p:nvPr/>
        </p:nvSpPr>
        <p:spPr bwMode="auto">
          <a:xfrm>
            <a:off x="104298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remainder</a:t>
            </a:r>
            <a:endParaRPr lang="en-AU" altLang="en-US" sz="1600"/>
          </a:p>
        </p:txBody>
      </p:sp>
      <p:sp>
        <p:nvSpPr>
          <p:cNvPr id="32780" name="Line 11">
            <a:extLst>
              <a:ext uri="{FF2B5EF4-FFF2-40B4-BE49-F238E27FC236}">
                <a16:creationId xmlns:a16="http://schemas.microsoft.com/office/drawing/2014/main" id="{3105C126-A629-40CD-BDB3-F3F1FC2F03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Arc 12">
            <a:extLst>
              <a:ext uri="{FF2B5EF4-FFF2-40B4-BE49-F238E27FC236}">
                <a16:creationId xmlns:a16="http://schemas.microsoft.com/office/drawing/2014/main" id="{74FF7186-DC73-4C4E-B1BC-F779742B16FE}"/>
              </a:ext>
            </a:extLst>
          </p:cNvPr>
          <p:cNvSpPr>
            <a:spLocks/>
          </p:cNvSpPr>
          <p:nvPr/>
        </p:nvSpPr>
        <p:spPr bwMode="auto">
          <a:xfrm>
            <a:off x="2339975" y="2924175"/>
            <a:ext cx="73025" cy="1444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rc 13">
            <a:extLst>
              <a:ext uri="{FF2B5EF4-FFF2-40B4-BE49-F238E27FC236}">
                <a16:creationId xmlns:a16="http://schemas.microsoft.com/office/drawing/2014/main" id="{A64BCA84-920E-4B15-802D-CF1F249FDEA3}"/>
              </a:ext>
            </a:extLst>
          </p:cNvPr>
          <p:cNvSpPr>
            <a:spLocks/>
          </p:cNvSpPr>
          <p:nvPr/>
        </p:nvSpPr>
        <p:spPr bwMode="auto">
          <a:xfrm flipV="1">
            <a:off x="2339975" y="3068638"/>
            <a:ext cx="73025" cy="1444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4">
            <a:extLst>
              <a:ext uri="{FF2B5EF4-FFF2-40B4-BE49-F238E27FC236}">
                <a16:creationId xmlns:a16="http://schemas.microsoft.com/office/drawing/2014/main" id="{F1F8134D-E0D7-4D2D-B7B0-B2D5699C3620}"/>
              </a:ext>
            </a:extLst>
          </p:cNvPr>
          <p:cNvSpPr>
            <a:spLocks/>
          </p:cNvSpPr>
          <p:nvPr/>
        </p:nvSpPr>
        <p:spPr bwMode="auto">
          <a:xfrm>
            <a:off x="25082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divisor</a:t>
            </a:r>
            <a:endParaRPr lang="en-AU" altLang="en-US" sz="1600"/>
          </a:p>
        </p:txBody>
      </p:sp>
      <p:sp>
        <p:nvSpPr>
          <p:cNvPr id="32784" name="Text Box 16">
            <a:extLst>
              <a:ext uri="{FF2B5EF4-FFF2-40B4-BE49-F238E27FC236}">
                <a16:creationId xmlns:a16="http://schemas.microsoft.com/office/drawing/2014/main" id="{6DB84597-35E8-490D-BD0C-DD56865E443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214519" y="562769"/>
            <a:ext cx="1492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§3.4 Division</a:t>
            </a:r>
          </a:p>
        </p:txBody>
      </p:sp>
    </p:spTree>
    <p:extLst>
      <p:ext uri="{BB962C8B-B14F-4D97-AF65-F5344CB8AC3E}">
        <p14:creationId xmlns:p14="http://schemas.microsoft.com/office/powerpoint/2010/main" val="4217465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8024140A-EE8E-40E4-95B8-CF996D9C5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38914D8-DB28-47EC-9DEC-592F184AD6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91D39C8-50C0-4745-BAB0-113D6D216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Division</a:t>
            </a:r>
            <a:endParaRPr lang="en-AU" altLang="en-US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BD0278D-0D8D-4777-A0DE-7DE34FEEA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54438" y="1125538"/>
            <a:ext cx="52006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Check for 0 divisor (can’t do)</a:t>
            </a:r>
            <a:endParaRPr lang="en-AU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divisor ≤ dividend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1 bit in quotient, subtract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Otherwise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0 bit in quotient, bring down next dividend bit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Restoring division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Always do the subtract; if remainder goes &lt; 0, then add divisor 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Signed division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Divide using absolute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Adjust sign of quotient and remainder as required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1D683771-2FA1-4593-824F-B3CE7D6FE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2565400"/>
            <a:ext cx="20313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 1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001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1000 000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1010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</a:t>
            </a:r>
            <a:r>
              <a:rPr lang="en-US" altLang="en-US" sz="2000" dirty="0">
                <a:solidFill>
                  <a:srgbClr val="C00000"/>
                </a:solidFill>
                <a:latin typeface="Lucida Console" panose="020B0609040504020204" pitchFamily="49" charset="0"/>
              </a:rPr>
              <a:t>-1000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</a:t>
            </a:r>
            <a:endParaRPr lang="en-US" altLang="en-US" sz="2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000" dirty="0">
                <a:latin typeface="Lucida Console" panose="020B0609040504020204" pitchFamily="49" charset="0"/>
              </a:rPr>
              <a:t>       </a:t>
            </a:r>
            <a:endParaRPr lang="en-AU" altLang="en-US" sz="2000" dirty="0">
              <a:latin typeface="Lucida Console" panose="020B0609040504020204" pitchFamily="49" charset="0"/>
            </a:endParaRPr>
          </a:p>
        </p:txBody>
      </p:sp>
      <p:sp>
        <p:nvSpPr>
          <p:cNvPr id="32774" name="Line 5">
            <a:extLst>
              <a:ext uri="{FF2B5EF4-FFF2-40B4-BE49-F238E27FC236}">
                <a16:creationId xmlns:a16="http://schemas.microsoft.com/office/drawing/2014/main" id="{64EFFF16-42DC-408A-8D00-03ABF7DB1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>
            <a:extLst>
              <a:ext uri="{FF2B5EF4-FFF2-40B4-BE49-F238E27FC236}">
                <a16:creationId xmlns:a16="http://schemas.microsoft.com/office/drawing/2014/main" id="{F0409509-FC89-44E1-9673-F7B3F82178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Text Box 7">
            <a:extLst>
              <a:ext uri="{FF2B5EF4-FFF2-40B4-BE49-F238E27FC236}">
                <a16:creationId xmlns:a16="http://schemas.microsoft.com/office/drawing/2014/main" id="{5EAEC054-0C89-443C-B687-89D67142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6863"/>
            <a:ext cx="2838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2n</a:t>
            </a:r>
            <a:r>
              <a:rPr lang="en-US" altLang="en-US" sz="1800"/>
              <a:t>-bit operands yield </a:t>
            </a:r>
            <a:r>
              <a:rPr lang="en-US" altLang="en-US" sz="1800" i="1"/>
              <a:t>n</a:t>
            </a:r>
            <a:r>
              <a:rPr lang="en-US" altLang="en-US" sz="1800"/>
              <a:t>-bit</a:t>
            </a:r>
            <a:br>
              <a:rPr lang="en-US" altLang="en-US" sz="1800"/>
            </a:br>
            <a:r>
              <a:rPr lang="en-US" altLang="en-US" sz="1800"/>
              <a:t>quotient and remainder</a:t>
            </a:r>
            <a:endParaRPr lang="en-AU" altLang="en-US" sz="1800"/>
          </a:p>
        </p:txBody>
      </p:sp>
      <p:sp>
        <p:nvSpPr>
          <p:cNvPr id="32777" name="AutoShape 8">
            <a:extLst>
              <a:ext uri="{FF2B5EF4-FFF2-40B4-BE49-F238E27FC236}">
                <a16:creationId xmlns:a16="http://schemas.microsoft.com/office/drawing/2014/main" id="{F40C1487-1730-4539-B9C2-A8F3042B5A7A}"/>
              </a:ext>
            </a:extLst>
          </p:cNvPr>
          <p:cNvSpPr>
            <a:spLocks/>
          </p:cNvSpPr>
          <p:nvPr/>
        </p:nvSpPr>
        <p:spPr bwMode="auto">
          <a:xfrm>
            <a:off x="68421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40569"/>
              <a:gd name="adj4" fmla="val 1721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quotient</a:t>
            </a:r>
            <a:endParaRPr lang="en-AU" altLang="en-US" sz="1600"/>
          </a:p>
        </p:txBody>
      </p:sp>
      <p:sp>
        <p:nvSpPr>
          <p:cNvPr id="32778" name="AutoShape 9">
            <a:extLst>
              <a:ext uri="{FF2B5EF4-FFF2-40B4-BE49-F238E27FC236}">
                <a16:creationId xmlns:a16="http://schemas.microsoft.com/office/drawing/2014/main" id="{8770E3A5-E206-486D-80E0-9144C9D5ABEB}"/>
              </a:ext>
            </a:extLst>
          </p:cNvPr>
          <p:cNvSpPr>
            <a:spLocks/>
          </p:cNvSpPr>
          <p:nvPr/>
        </p:nvSpPr>
        <p:spPr bwMode="auto">
          <a:xfrm>
            <a:off x="68421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20972"/>
              <a:gd name="adj4" fmla="val 144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dividend</a:t>
            </a:r>
            <a:endParaRPr lang="en-AU" altLang="en-US" sz="1600"/>
          </a:p>
        </p:txBody>
      </p:sp>
      <p:sp>
        <p:nvSpPr>
          <p:cNvPr id="32779" name="AutoShape 10">
            <a:extLst>
              <a:ext uri="{FF2B5EF4-FFF2-40B4-BE49-F238E27FC236}">
                <a16:creationId xmlns:a16="http://schemas.microsoft.com/office/drawing/2014/main" id="{997D9260-68F6-4079-A248-57838A0EB42F}"/>
              </a:ext>
            </a:extLst>
          </p:cNvPr>
          <p:cNvSpPr>
            <a:spLocks/>
          </p:cNvSpPr>
          <p:nvPr/>
        </p:nvSpPr>
        <p:spPr bwMode="auto">
          <a:xfrm>
            <a:off x="104298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remainder</a:t>
            </a:r>
            <a:endParaRPr lang="en-AU" altLang="en-US" sz="1600"/>
          </a:p>
        </p:txBody>
      </p:sp>
      <p:sp>
        <p:nvSpPr>
          <p:cNvPr id="32780" name="Line 11">
            <a:extLst>
              <a:ext uri="{FF2B5EF4-FFF2-40B4-BE49-F238E27FC236}">
                <a16:creationId xmlns:a16="http://schemas.microsoft.com/office/drawing/2014/main" id="{3105C126-A629-40CD-BDB3-F3F1FC2F03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Arc 12">
            <a:extLst>
              <a:ext uri="{FF2B5EF4-FFF2-40B4-BE49-F238E27FC236}">
                <a16:creationId xmlns:a16="http://schemas.microsoft.com/office/drawing/2014/main" id="{74FF7186-DC73-4C4E-B1BC-F779742B16FE}"/>
              </a:ext>
            </a:extLst>
          </p:cNvPr>
          <p:cNvSpPr>
            <a:spLocks/>
          </p:cNvSpPr>
          <p:nvPr/>
        </p:nvSpPr>
        <p:spPr bwMode="auto">
          <a:xfrm>
            <a:off x="2339975" y="2924175"/>
            <a:ext cx="73025" cy="1444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rc 13">
            <a:extLst>
              <a:ext uri="{FF2B5EF4-FFF2-40B4-BE49-F238E27FC236}">
                <a16:creationId xmlns:a16="http://schemas.microsoft.com/office/drawing/2014/main" id="{A64BCA84-920E-4B15-802D-CF1F249FDEA3}"/>
              </a:ext>
            </a:extLst>
          </p:cNvPr>
          <p:cNvSpPr>
            <a:spLocks/>
          </p:cNvSpPr>
          <p:nvPr/>
        </p:nvSpPr>
        <p:spPr bwMode="auto">
          <a:xfrm flipV="1">
            <a:off x="2339975" y="3068638"/>
            <a:ext cx="73025" cy="1444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4">
            <a:extLst>
              <a:ext uri="{FF2B5EF4-FFF2-40B4-BE49-F238E27FC236}">
                <a16:creationId xmlns:a16="http://schemas.microsoft.com/office/drawing/2014/main" id="{F1F8134D-E0D7-4D2D-B7B0-B2D5699C3620}"/>
              </a:ext>
            </a:extLst>
          </p:cNvPr>
          <p:cNvSpPr>
            <a:spLocks/>
          </p:cNvSpPr>
          <p:nvPr/>
        </p:nvSpPr>
        <p:spPr bwMode="auto">
          <a:xfrm>
            <a:off x="25082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divisor</a:t>
            </a:r>
            <a:endParaRPr lang="en-AU" altLang="en-US" sz="1600"/>
          </a:p>
        </p:txBody>
      </p:sp>
      <p:sp>
        <p:nvSpPr>
          <p:cNvPr id="32784" name="Text Box 16">
            <a:extLst>
              <a:ext uri="{FF2B5EF4-FFF2-40B4-BE49-F238E27FC236}">
                <a16:creationId xmlns:a16="http://schemas.microsoft.com/office/drawing/2014/main" id="{6DB84597-35E8-490D-BD0C-DD56865E443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214519" y="562769"/>
            <a:ext cx="1492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§3.4 Division</a:t>
            </a:r>
          </a:p>
        </p:txBody>
      </p:sp>
    </p:spTree>
    <p:extLst>
      <p:ext uri="{BB962C8B-B14F-4D97-AF65-F5344CB8AC3E}">
        <p14:creationId xmlns:p14="http://schemas.microsoft.com/office/powerpoint/2010/main" val="3834580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A00D8E27-35F1-4245-9787-B6BB996977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7C23B15E-80BC-410C-9E43-9064178455C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en-US" sz="1400"/>
          </a:p>
        </p:txBody>
      </p:sp>
      <p:pic>
        <p:nvPicPr>
          <p:cNvPr id="34819" name="Picture 9" descr="f03-10-P374493">
            <a:extLst>
              <a:ext uri="{FF2B5EF4-FFF2-40B4-BE49-F238E27FC236}">
                <a16:creationId xmlns:a16="http://schemas.microsoft.com/office/drawing/2014/main" id="{41F6190F-5913-41E3-947E-D287CD633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96975"/>
            <a:ext cx="4016375" cy="530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2">
            <a:extLst>
              <a:ext uri="{FF2B5EF4-FFF2-40B4-BE49-F238E27FC236}">
                <a16:creationId xmlns:a16="http://schemas.microsoft.com/office/drawing/2014/main" id="{3EAD3343-92DC-485E-A591-D61B9957A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Division Hardware</a:t>
            </a:r>
            <a:endParaRPr lang="en-AU" altLang="en-US"/>
          </a:p>
        </p:txBody>
      </p:sp>
      <p:pic>
        <p:nvPicPr>
          <p:cNvPr id="34821" name="Picture 7" descr="f03-09-P374493">
            <a:extLst>
              <a:ext uri="{FF2B5EF4-FFF2-40B4-BE49-F238E27FC236}">
                <a16:creationId xmlns:a16="http://schemas.microsoft.com/office/drawing/2014/main" id="{BDBDFA89-A8DB-4A93-A87F-DA4141E72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349500"/>
            <a:ext cx="442595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AutoShape 6">
            <a:extLst>
              <a:ext uri="{FF2B5EF4-FFF2-40B4-BE49-F238E27FC236}">
                <a16:creationId xmlns:a16="http://schemas.microsoft.com/office/drawing/2014/main" id="{86DC9309-4B64-44D0-9639-FCF04DB60BFE}"/>
              </a:ext>
            </a:extLst>
          </p:cNvPr>
          <p:cNvSpPr>
            <a:spLocks/>
          </p:cNvSpPr>
          <p:nvPr/>
        </p:nvSpPr>
        <p:spPr bwMode="auto">
          <a:xfrm>
            <a:off x="5724525" y="1196975"/>
            <a:ext cx="1584325" cy="576263"/>
          </a:xfrm>
          <a:prstGeom prst="borderCallout1">
            <a:avLst>
              <a:gd name="adj1" fmla="val 95648"/>
              <a:gd name="adj2" fmla="val 319"/>
              <a:gd name="adj3" fmla="val 218102"/>
              <a:gd name="adj4" fmla="val -1319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Initially divisor in left half</a:t>
            </a:r>
            <a:endParaRPr lang="en-AU" altLang="en-US" sz="1600"/>
          </a:p>
        </p:txBody>
      </p:sp>
      <p:sp>
        <p:nvSpPr>
          <p:cNvPr id="34823" name="Rectangle 1">
            <a:extLst>
              <a:ext uri="{FF2B5EF4-FFF2-40B4-BE49-F238E27FC236}">
                <a16:creationId xmlns:a16="http://schemas.microsoft.com/office/drawing/2014/main" id="{14139F21-42E8-4EE0-821C-90AA260CD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527300"/>
            <a:ext cx="919163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divisor</a:t>
            </a:r>
          </a:p>
        </p:txBody>
      </p:sp>
      <p:sp>
        <p:nvSpPr>
          <p:cNvPr id="34824" name="AutoShape 5">
            <a:extLst>
              <a:ext uri="{FF2B5EF4-FFF2-40B4-BE49-F238E27FC236}">
                <a16:creationId xmlns:a16="http://schemas.microsoft.com/office/drawing/2014/main" id="{46BA2373-5B6F-410B-994E-85E798DD4A50}"/>
              </a:ext>
            </a:extLst>
          </p:cNvPr>
          <p:cNvSpPr>
            <a:spLocks/>
          </p:cNvSpPr>
          <p:nvPr/>
        </p:nvSpPr>
        <p:spPr bwMode="auto">
          <a:xfrm>
            <a:off x="6588125" y="5516563"/>
            <a:ext cx="1728788" cy="330200"/>
          </a:xfrm>
          <a:prstGeom prst="borderCallout1">
            <a:avLst>
              <a:gd name="adj1" fmla="val 3847"/>
              <a:gd name="adj2" fmla="val -292"/>
              <a:gd name="adj3" fmla="val -335676"/>
              <a:gd name="adj4" fmla="val -556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Initially dividend</a:t>
            </a:r>
            <a:endParaRPr lang="en-AU" alt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B1AFE688-BCF7-4D86-A135-A0B868BD2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1B8227EC-DD45-41B0-9896-1DF9C944CB5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AU" altLang="en-US" sz="14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2BA92F7-A83E-4708-93A3-367135BF7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Optimized Divider</a:t>
            </a:r>
            <a:endParaRPr lang="en-AU" altLang="en-US"/>
          </a:p>
        </p:txBody>
      </p:sp>
      <p:sp>
        <p:nvSpPr>
          <p:cNvPr id="38916" name="AutoShape 6">
            <a:extLst>
              <a:ext uri="{FF2B5EF4-FFF2-40B4-BE49-F238E27FC236}">
                <a16:creationId xmlns:a16="http://schemas.microsoft.com/office/drawing/2014/main" id="{20BF7E00-DB36-4E27-9110-29B347CCB827}"/>
              </a:ext>
            </a:extLst>
          </p:cNvPr>
          <p:cNvSpPr>
            <a:spLocks/>
          </p:cNvSpPr>
          <p:nvPr/>
        </p:nvSpPr>
        <p:spPr bwMode="auto">
          <a:xfrm>
            <a:off x="2541588" y="4951032"/>
            <a:ext cx="3527425" cy="360362"/>
          </a:xfrm>
          <a:prstGeom prst="borderCallout1">
            <a:avLst>
              <a:gd name="adj1" fmla="val -20787"/>
              <a:gd name="adj2" fmla="val 38120"/>
              <a:gd name="adj3" fmla="val -304882"/>
              <a:gd name="adj4" fmla="val 121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At the end: Remainder        Quotient</a:t>
            </a:r>
          </a:p>
        </p:txBody>
      </p:sp>
      <p:cxnSp>
        <p:nvCxnSpPr>
          <p:cNvPr id="38917" name="Straight Arrow Connector 10">
            <a:extLst>
              <a:ext uri="{FF2B5EF4-FFF2-40B4-BE49-F238E27FC236}">
                <a16:creationId xmlns:a16="http://schemas.microsoft.com/office/drawing/2014/main" id="{18605279-9F2C-42B0-BD33-436D4E347B8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625721" y="3856541"/>
            <a:ext cx="666359" cy="1012619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8918" name="Picture 6" descr="f03-12-P374493">
            <a:extLst>
              <a:ext uri="{FF2B5EF4-FFF2-40B4-BE49-F238E27FC236}">
                <a16:creationId xmlns:a16="http://schemas.microsoft.com/office/drawing/2014/main" id="{3C05712A-3EAD-4F3A-8C11-8C0ACDB39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484313"/>
            <a:ext cx="534035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TextBox 6">
            <a:extLst>
              <a:ext uri="{FF2B5EF4-FFF2-40B4-BE49-F238E27FC236}">
                <a16:creationId xmlns:a16="http://schemas.microsoft.com/office/drawing/2014/main" id="{A5341FA3-75B4-400E-B1CC-1F2B551FE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425575"/>
            <a:ext cx="26273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Shift right: multiplication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Shift left: division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8C474-3460-47C7-BB9A-7F1B69C25898}"/>
              </a:ext>
            </a:extLst>
          </p:cNvPr>
          <p:cNvSpPr/>
          <p:nvPr/>
        </p:nvSpPr>
        <p:spPr>
          <a:xfrm>
            <a:off x="2847669" y="3290054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>
                <a:solidFill>
                  <a:srgbClr val="E60000"/>
                </a:solidFill>
              </a:rPr>
              <a:t>1001010</a:t>
            </a:r>
            <a:endParaRPr lang="en-US" sz="3200" dirty="0">
              <a:solidFill>
                <a:srgbClr val="E6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CB5428-C42B-49C0-B6F8-DB32F801B9C8}"/>
              </a:ext>
            </a:extLst>
          </p:cNvPr>
          <p:cNvSpPr/>
          <p:nvPr/>
        </p:nvSpPr>
        <p:spPr>
          <a:xfrm>
            <a:off x="3163840" y="1365912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>
                <a:solidFill>
                  <a:srgbClr val="E60000"/>
                </a:solidFill>
              </a:rPr>
              <a:t>1000</a:t>
            </a:r>
            <a:endParaRPr lang="en-US" sz="3200" dirty="0">
              <a:solidFill>
                <a:srgbClr val="E6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40696-FFD9-417B-8568-F2D4FF487E63}"/>
              </a:ext>
            </a:extLst>
          </p:cNvPr>
          <p:cNvSpPr/>
          <p:nvPr/>
        </p:nvSpPr>
        <p:spPr bwMode="auto">
          <a:xfrm>
            <a:off x="3326985" y="3056221"/>
            <a:ext cx="914400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82BC1A-22C8-4A2F-98AD-6B98656BC0C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474946" y="3212976"/>
            <a:ext cx="576064" cy="0"/>
          </a:xfrm>
          <a:prstGeom prst="straightConnector1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C8D22F24-CB13-4D37-8F69-31E90749E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399178"/>
            <a:ext cx="8270875" cy="69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sz="2800" kern="0" dirty="0"/>
              <a:t>One cycle per partial-remainder subtraction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52A36240-FACD-4882-A034-40ABDDF84C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EC700CE0-1AEA-4CA8-A141-883E2728A90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en-US" sz="1400"/>
          </a:p>
        </p:txBody>
      </p:sp>
      <p:pic>
        <p:nvPicPr>
          <p:cNvPr id="36867" name="Picture 6" descr="f03-12-P374493">
            <a:extLst>
              <a:ext uri="{FF2B5EF4-FFF2-40B4-BE49-F238E27FC236}">
                <a16:creationId xmlns:a16="http://schemas.microsoft.com/office/drawing/2014/main" id="{504CAF14-C323-47B4-AAB7-68BA6DFAB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412776"/>
            <a:ext cx="534035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2">
            <a:extLst>
              <a:ext uri="{FF2B5EF4-FFF2-40B4-BE49-F238E27FC236}">
                <a16:creationId xmlns:a16="http://schemas.microsoft.com/office/drawing/2014/main" id="{66D268A7-6186-4F09-91B4-C9E24FE13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Optimized Divider</a:t>
            </a:r>
            <a:endParaRPr lang="en-AU" altLang="en-US" dirty="0"/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DF6E514A-50A1-4D25-9AD7-4DEA43479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583113"/>
            <a:ext cx="8270875" cy="149383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Looks a lot like a multiplier!</a:t>
            </a:r>
          </a:p>
          <a:p>
            <a:pPr lvl="1" eaLnBrk="1" hangingPunct="1"/>
            <a:r>
              <a:rPr lang="en-US" altLang="en-US" sz="2400" dirty="0"/>
              <a:t>Same hardware can be used for both</a:t>
            </a:r>
            <a:endParaRPr lang="en-AU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0DB3A51B-507F-4668-AE4C-515205DF7C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E33BB27F-6673-4A44-9BE1-08B070C5CEB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AU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CED4CDF-FD56-4C11-8D9E-9F5A1AEC3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MIPS Division</a:t>
            </a:r>
            <a:endParaRPr lang="en-AU" altLang="en-US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90FC7B5-4AFE-45EE-A574-85F1477C5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Use HI/LO registers for result</a:t>
            </a:r>
          </a:p>
          <a:p>
            <a:pPr lvl="1" eaLnBrk="1" hangingPunct="1"/>
            <a:r>
              <a:rPr lang="en-US" altLang="en-US" dirty="0"/>
              <a:t>HI: 32-bit remainder</a:t>
            </a:r>
          </a:p>
          <a:p>
            <a:pPr lvl="1" eaLnBrk="1" hangingPunct="1"/>
            <a:r>
              <a:rPr lang="en-US" altLang="en-US" dirty="0"/>
              <a:t>LO: 32-bit quotient</a:t>
            </a:r>
          </a:p>
          <a:p>
            <a:pPr eaLnBrk="1" hangingPunct="1"/>
            <a:r>
              <a:rPr lang="en-US" altLang="en-US" dirty="0"/>
              <a:t>Instructions</a:t>
            </a:r>
          </a:p>
          <a:p>
            <a:pPr lvl="1" eaLnBrk="1" hangingPunct="1"/>
            <a:r>
              <a:rPr lang="en-US" altLang="en-US" dirty="0">
                <a:latin typeface="Lucida Console" panose="020B0609040504020204" pitchFamily="49" charset="0"/>
              </a:rPr>
              <a:t>div </a:t>
            </a:r>
            <a:r>
              <a:rPr lang="en-US" altLang="en-US" dirty="0" err="1">
                <a:latin typeface="Lucida Console" panose="020B0609040504020204" pitchFamily="49" charset="0"/>
              </a:rPr>
              <a:t>rs</a:t>
            </a:r>
            <a:r>
              <a:rPr lang="en-US" altLang="en-US" dirty="0">
                <a:latin typeface="Lucida Console" panose="020B0609040504020204" pitchFamily="49" charset="0"/>
              </a:rPr>
              <a:t>, rt  /  </a:t>
            </a:r>
            <a:r>
              <a:rPr lang="en-US" altLang="en-US" dirty="0" err="1">
                <a:latin typeface="Lucida Console" panose="020B0609040504020204" pitchFamily="49" charset="0"/>
              </a:rPr>
              <a:t>divu</a:t>
            </a:r>
            <a:r>
              <a:rPr lang="en-US" altLang="en-US" dirty="0"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latin typeface="Lucida Console" panose="020B0609040504020204" pitchFamily="49" charset="0"/>
              </a:rPr>
              <a:t>rs</a:t>
            </a:r>
            <a:r>
              <a:rPr lang="en-US" altLang="en-US" dirty="0">
                <a:latin typeface="Lucida Console" panose="020B0609040504020204" pitchFamily="49" charset="0"/>
              </a:rPr>
              <a:t>, rt</a:t>
            </a:r>
          </a:p>
          <a:p>
            <a:pPr lvl="1" eaLnBrk="1" hangingPunct="1"/>
            <a:r>
              <a:rPr lang="en-US" altLang="en-US" dirty="0"/>
              <a:t>No overflow or divide-by-0 checking</a:t>
            </a:r>
          </a:p>
          <a:p>
            <a:pPr lvl="2" eaLnBrk="1" hangingPunct="1"/>
            <a:r>
              <a:rPr lang="en-US" altLang="en-US" dirty="0"/>
              <a:t>Software must perform checks if required</a:t>
            </a:r>
          </a:p>
          <a:p>
            <a:pPr lvl="1" eaLnBrk="1" hangingPunct="1"/>
            <a:r>
              <a:rPr lang="en-US" altLang="en-US" dirty="0"/>
              <a:t>Use </a:t>
            </a:r>
            <a:r>
              <a:rPr lang="en-US" altLang="en-US" dirty="0" err="1">
                <a:latin typeface="Lucida Console" panose="020B0609040504020204" pitchFamily="49" charset="0"/>
              </a:rPr>
              <a:t>mfhi</a:t>
            </a:r>
            <a:r>
              <a:rPr lang="en-US" altLang="en-US" dirty="0"/>
              <a:t>, </a:t>
            </a:r>
            <a:r>
              <a:rPr lang="en-US" altLang="en-US" dirty="0" err="1">
                <a:latin typeface="Lucida Console" panose="020B0609040504020204" pitchFamily="49" charset="0"/>
              </a:rPr>
              <a:t>mflo</a:t>
            </a:r>
            <a:r>
              <a:rPr lang="en-US" altLang="en-US" dirty="0"/>
              <a:t> to access result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444168-5C0B-8626-06D9-E2FBD8A27315}"/>
                  </a:ext>
                </a:extLst>
              </p14:cNvPr>
              <p14:cNvContentPartPr/>
              <p14:nvPr/>
            </p14:nvContentPartPr>
            <p14:xfrm>
              <a:off x="2335680" y="4240440"/>
              <a:ext cx="5883840" cy="147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444168-5C0B-8626-06D9-E2FBD8A273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6320" y="4231080"/>
                <a:ext cx="5902560" cy="148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19B34-F488-4C06-935A-0279ACBA55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3 — Arithmetic for Computers — </a:t>
            </a:r>
            <a:fld id="{748D5A30-6AD1-4BF5-8D30-48B8199C2F67}" type="slidenum">
              <a:rPr lang="en-AU" altLang="en-US" smtClean="0"/>
              <a:pPr>
                <a:defRPr/>
              </a:pPr>
              <a:t>26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03921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087FD2CD-1978-4AE6-8532-B5A4586320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E7DF52D-D73F-4D68-99A2-C41E15B419A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AU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2A99D7A-5B5A-45C5-8100-238C6A912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 Point</a:t>
            </a:r>
            <a:endParaRPr lang="en-AU" altLang="en-US"/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B716E36-128A-4076-B77D-ADD1A389B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1135063"/>
            <a:ext cx="7993063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Representation for non-integer numbers</a:t>
            </a:r>
          </a:p>
          <a:p>
            <a:pPr lvl="1" eaLnBrk="1" hangingPunct="1"/>
            <a:r>
              <a:rPr lang="en-US" altLang="en-US" dirty="0"/>
              <a:t>Including very small and very large numbers</a:t>
            </a:r>
          </a:p>
          <a:p>
            <a:pPr eaLnBrk="1" hangingPunct="1"/>
            <a:r>
              <a:rPr lang="en-US" altLang="en-US" i="1" dirty="0">
                <a:solidFill>
                  <a:srgbClr val="FF0000"/>
                </a:solidFill>
              </a:rPr>
              <a:t>float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double</a:t>
            </a:r>
            <a:r>
              <a:rPr lang="en-US" altLang="en-US" i="1" dirty="0"/>
              <a:t> </a:t>
            </a:r>
            <a:r>
              <a:rPr lang="en-US" altLang="en-US" dirty="0"/>
              <a:t>in C/C++, Java</a:t>
            </a:r>
            <a:endParaRPr lang="en-AU" altLang="en-US" dirty="0"/>
          </a:p>
          <a:p>
            <a:pPr eaLnBrk="1" hangingPunct="1"/>
            <a:r>
              <a:rPr lang="en-US" altLang="en-US" dirty="0"/>
              <a:t>Like scientific notation</a:t>
            </a:r>
          </a:p>
          <a:p>
            <a:pPr lvl="1" eaLnBrk="1" hangingPunct="1"/>
            <a:r>
              <a:rPr lang="en-US" altLang="en-US" dirty="0"/>
              <a:t>+0.002 × 10</a:t>
            </a:r>
            <a:r>
              <a:rPr lang="en-US" altLang="en-US" baseline="30000" dirty="0"/>
              <a:t>–4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+987.02 × 10</a:t>
            </a:r>
            <a:r>
              <a:rPr lang="en-US" altLang="en-US" baseline="30000" dirty="0"/>
              <a:t>9</a:t>
            </a:r>
          </a:p>
          <a:p>
            <a:pPr lvl="1" eaLnBrk="1" hangingPunct="1"/>
            <a:r>
              <a:rPr lang="en-US" altLang="en-US" dirty="0"/>
              <a:t>–2.34 × 10</a:t>
            </a:r>
            <a:r>
              <a:rPr lang="en-US" altLang="en-US" baseline="30000" dirty="0"/>
              <a:t>56</a:t>
            </a:r>
            <a:endParaRPr lang="en-US" altLang="en-US" dirty="0"/>
          </a:p>
          <a:p>
            <a:pPr eaLnBrk="1" hangingPunct="1"/>
            <a:r>
              <a:rPr lang="en-US" altLang="en-US" dirty="0"/>
              <a:t>In binary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±1.</a:t>
            </a:r>
            <a:r>
              <a:rPr lang="en-US" altLang="en-US" i="1" dirty="0">
                <a:cs typeface="Arial" panose="020B0604020202020204" pitchFamily="34" charset="0"/>
              </a:rPr>
              <a:t>xxxxxxx</a:t>
            </a:r>
            <a:r>
              <a:rPr lang="en-US" altLang="en-US" baseline="-25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 × 2</a:t>
            </a:r>
            <a:r>
              <a:rPr lang="en-US" altLang="en-US" i="1" baseline="30000" dirty="0">
                <a:cs typeface="Arial" panose="020B0604020202020204" pitchFamily="34" charset="0"/>
              </a:rPr>
              <a:t>yyyy</a:t>
            </a:r>
          </a:p>
        </p:txBody>
      </p:sp>
      <p:sp>
        <p:nvSpPr>
          <p:cNvPr id="44037" name="AutoShape 4">
            <a:extLst>
              <a:ext uri="{FF2B5EF4-FFF2-40B4-BE49-F238E27FC236}">
                <a16:creationId xmlns:a16="http://schemas.microsoft.com/office/drawing/2014/main" id="{9B9C96F8-6F74-4F17-B341-283061DDACBA}"/>
              </a:ext>
            </a:extLst>
          </p:cNvPr>
          <p:cNvSpPr>
            <a:spLocks/>
          </p:cNvSpPr>
          <p:nvPr/>
        </p:nvSpPr>
        <p:spPr bwMode="auto">
          <a:xfrm>
            <a:off x="5397500" y="4626520"/>
            <a:ext cx="2755900" cy="674688"/>
          </a:xfrm>
          <a:prstGeom prst="borderCallout1">
            <a:avLst>
              <a:gd name="adj1" fmla="val 28458"/>
              <a:gd name="adj2" fmla="val -1125"/>
              <a:gd name="adj3" fmla="val 16111"/>
              <a:gd name="adj4" fmla="val -692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normalized: one non-zero digit before decimal</a:t>
            </a:r>
            <a:endParaRPr lang="en-AU" altLang="en-US" sz="1800"/>
          </a:p>
        </p:txBody>
      </p:sp>
      <p:sp>
        <p:nvSpPr>
          <p:cNvPr id="44038" name="AutoShape 5">
            <a:extLst>
              <a:ext uri="{FF2B5EF4-FFF2-40B4-BE49-F238E27FC236}">
                <a16:creationId xmlns:a16="http://schemas.microsoft.com/office/drawing/2014/main" id="{8906280B-7C6C-442E-9E0C-C14953A94445}"/>
              </a:ext>
            </a:extLst>
          </p:cNvPr>
          <p:cNvSpPr>
            <a:spLocks/>
          </p:cNvSpPr>
          <p:nvPr/>
        </p:nvSpPr>
        <p:spPr bwMode="auto">
          <a:xfrm>
            <a:off x="5379593" y="3667434"/>
            <a:ext cx="1944688" cy="401638"/>
          </a:xfrm>
          <a:prstGeom prst="borderCallout1">
            <a:avLst>
              <a:gd name="adj1" fmla="val 28458"/>
              <a:gd name="adj2" fmla="val -3917"/>
              <a:gd name="adj3" fmla="val -2370"/>
              <a:gd name="adj4" fmla="val -872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not normalized</a:t>
            </a:r>
            <a:endParaRPr lang="en-AU" altLang="en-US" sz="1800"/>
          </a:p>
        </p:txBody>
      </p:sp>
      <p:sp>
        <p:nvSpPr>
          <p:cNvPr id="44039" name="Line 6">
            <a:extLst>
              <a:ext uri="{FF2B5EF4-FFF2-40B4-BE49-F238E27FC236}">
                <a16:creationId xmlns:a16="http://schemas.microsoft.com/office/drawing/2014/main" id="{9FAC02D3-3538-417C-A5EF-8A69DD3209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2406" y="3791578"/>
            <a:ext cx="155575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D25E99EC-94E5-49C6-A15C-D2A66268B14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16069" y="861219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§3.5 Floating Point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574B0F-7E4A-B252-AB5B-EF7DEC469BD1}"/>
                  </a:ext>
                </a:extLst>
              </p14:cNvPr>
              <p14:cNvContentPartPr/>
              <p14:nvPr/>
            </p14:nvContentPartPr>
            <p14:xfrm>
              <a:off x="1445760" y="4381920"/>
              <a:ext cx="7575840" cy="229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574B0F-7E4A-B252-AB5B-EF7DEC469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6400" y="4372560"/>
                <a:ext cx="7594560" cy="231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2673405F-68D2-45C1-BF2E-2134FF8815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72077745-56AC-4FB4-9DD9-7D4C75DA80B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AU" altLang="en-US" sz="14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3F37A24-B821-4E85-89A9-30779F2B8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Floating Point Standard</a:t>
            </a:r>
            <a:endParaRPr lang="en-AU" altLang="en-US" dirty="0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03C2E21-2F3B-4DDC-9524-A884ADAC94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Universal floating point standard: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Two representations</a:t>
            </a:r>
          </a:p>
          <a:p>
            <a:pPr lvl="1" eaLnBrk="1" hangingPunct="1">
              <a:defRPr/>
            </a:pPr>
            <a:r>
              <a:rPr lang="en-US" altLang="en-US" dirty="0"/>
              <a:t>Single precision (32-bit), 	for </a:t>
            </a:r>
            <a:r>
              <a:rPr lang="en-US" altLang="en-US" i="1" dirty="0">
                <a:solidFill>
                  <a:srgbClr val="FF0000"/>
                </a:solidFill>
              </a:rPr>
              <a:t>float</a:t>
            </a:r>
          </a:p>
          <a:p>
            <a:pPr lvl="1" eaLnBrk="1" hangingPunct="1">
              <a:defRPr/>
            </a:pPr>
            <a:r>
              <a:rPr lang="en-US" altLang="en-US" dirty="0"/>
              <a:t>Double precision (64-bit), 	for </a:t>
            </a:r>
            <a:r>
              <a:rPr lang="en-US" altLang="en-US" i="1" dirty="0">
                <a:solidFill>
                  <a:srgbClr val="FF0000"/>
                </a:solidFill>
              </a:rPr>
              <a:t>double</a:t>
            </a:r>
            <a:endParaRPr lang="en-AU" alt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AF1567DD-1ACC-452F-A003-02B059EF2B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B66B38D-425B-46BD-8263-33F4AA84A97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en-US" sz="1400"/>
          </a:p>
        </p:txBody>
      </p:sp>
      <p:sp>
        <p:nvSpPr>
          <p:cNvPr id="48131" name="Rectangle 10">
            <a:extLst>
              <a:ext uri="{FF2B5EF4-FFF2-40B4-BE49-F238E27FC236}">
                <a16:creationId xmlns:a16="http://schemas.microsoft.com/office/drawing/2014/main" id="{B2919ED3-2D9C-4FC0-8927-27F0FDB99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 Precision</a:t>
            </a:r>
          </a:p>
        </p:txBody>
      </p:sp>
      <p:sp>
        <p:nvSpPr>
          <p:cNvPr id="48132" name="Rectangle 11">
            <a:extLst>
              <a:ext uri="{FF2B5EF4-FFF2-40B4-BE49-F238E27FC236}">
                <a16:creationId xmlns:a16="http://schemas.microsoft.com/office/drawing/2014/main" id="{E825EC3F-E059-4530-9720-E754210F9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251325"/>
            <a:ext cx="8270875" cy="17414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S: sign bit (0 </a:t>
            </a:r>
            <a:r>
              <a:rPr lang="en-US" altLang="en-US" sz="2400" dirty="0">
                <a:sym typeface="Symbol" panose="05050102010706020507" pitchFamily="18" charset="2"/>
              </a:rPr>
              <a:t> non-negative, 1  negative)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Normalize significand: 1.0 ≤ |significand| &lt; 2.0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Always has a leading pre-binary-point 1 bit, so no need to represent it explicitly (hidden bit)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Significand is Fraction with the “1.” restored</a:t>
            </a:r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5331D117-DFC7-4816-BD1A-01C0B6A16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2595563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48134" name="Text Box 5">
            <a:extLst>
              <a:ext uri="{FF2B5EF4-FFF2-40B4-BE49-F238E27FC236}">
                <a16:creationId xmlns:a16="http://schemas.microsoft.com/office/drawing/2014/main" id="{D237AFFC-340D-451F-809D-13EB9FC2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595563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Exponent</a:t>
            </a:r>
          </a:p>
        </p:txBody>
      </p:sp>
      <p:sp>
        <p:nvSpPr>
          <p:cNvPr id="48135" name="Text Box 6">
            <a:extLst>
              <a:ext uri="{FF2B5EF4-FFF2-40B4-BE49-F238E27FC236}">
                <a16:creationId xmlns:a16="http://schemas.microsoft.com/office/drawing/2014/main" id="{3C10F519-E297-4030-9F7C-F0933CAF8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2595563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Fraction</a:t>
            </a:r>
          </a:p>
        </p:txBody>
      </p:sp>
      <p:sp>
        <p:nvSpPr>
          <p:cNvPr id="48136" name="Text Box 7">
            <a:extLst>
              <a:ext uri="{FF2B5EF4-FFF2-40B4-BE49-F238E27FC236}">
                <a16:creationId xmlns:a16="http://schemas.microsoft.com/office/drawing/2014/main" id="{A1C4B20B-8F41-4AA2-935B-1B52DB35C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2322513"/>
            <a:ext cx="1835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single: 8 bits (signed)</a:t>
            </a:r>
          </a:p>
        </p:txBody>
      </p:sp>
      <p:sp>
        <p:nvSpPr>
          <p:cNvPr id="48137" name="Text Box 8">
            <a:extLst>
              <a:ext uri="{FF2B5EF4-FFF2-40B4-BE49-F238E27FC236}">
                <a16:creationId xmlns:a16="http://schemas.microsoft.com/office/drawing/2014/main" id="{D1D3630C-E5B0-491F-82AA-A4D91A127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2317750"/>
            <a:ext cx="24479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single: 23 bits</a:t>
            </a:r>
          </a:p>
        </p:txBody>
      </p:sp>
      <p:sp>
        <p:nvSpPr>
          <p:cNvPr id="48138" name="Text Box 4">
            <a:extLst>
              <a:ext uri="{FF2B5EF4-FFF2-40B4-BE49-F238E27FC236}">
                <a16:creationId xmlns:a16="http://schemas.microsoft.com/office/drawing/2014/main" id="{9A54DF8A-7FCB-4A6B-B710-9F56E9037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1598613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/>
              <a:t>S</a:t>
            </a:r>
          </a:p>
        </p:txBody>
      </p:sp>
      <p:sp>
        <p:nvSpPr>
          <p:cNvPr id="48139" name="Text Box 5">
            <a:extLst>
              <a:ext uri="{FF2B5EF4-FFF2-40B4-BE49-F238E27FC236}">
                <a16:creationId xmlns:a16="http://schemas.microsoft.com/office/drawing/2014/main" id="{9CB2C684-82B5-402E-8674-6897874BB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938" y="1598613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yyyyyyyy</a:t>
            </a:r>
          </a:p>
        </p:txBody>
      </p:sp>
      <p:sp>
        <p:nvSpPr>
          <p:cNvPr id="48140" name="Text Box 6">
            <a:extLst>
              <a:ext uri="{FF2B5EF4-FFF2-40B4-BE49-F238E27FC236}">
                <a16:creationId xmlns:a16="http://schemas.microsoft.com/office/drawing/2014/main" id="{D0515BDB-0E7E-4AC9-9948-F03A136A0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850" y="1598613"/>
            <a:ext cx="3671888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xxxxxxxxxxxxxxxxxxxxxx</a:t>
            </a:r>
          </a:p>
        </p:txBody>
      </p:sp>
      <p:sp>
        <p:nvSpPr>
          <p:cNvPr id="48141" name="Text Box 7">
            <a:extLst>
              <a:ext uri="{FF2B5EF4-FFF2-40B4-BE49-F238E27FC236}">
                <a16:creationId xmlns:a16="http://schemas.microsoft.com/office/drawing/2014/main" id="{B1DB21C1-F1B5-4DB3-980C-1E4E236D6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1325563"/>
            <a:ext cx="1835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single: 8 bits (signed)</a:t>
            </a:r>
          </a:p>
        </p:txBody>
      </p:sp>
      <p:sp>
        <p:nvSpPr>
          <p:cNvPr id="48142" name="Text Box 8">
            <a:extLst>
              <a:ext uri="{FF2B5EF4-FFF2-40B4-BE49-F238E27FC236}">
                <a16:creationId xmlns:a16="http://schemas.microsoft.com/office/drawing/2014/main" id="{00467B85-5539-418D-9B43-B0198DD4D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1320800"/>
            <a:ext cx="24479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single: 23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43" name="Object 9">
                <a:extLst>
                  <a:ext uri="{FF2B5EF4-FFF2-40B4-BE49-F238E27FC236}">
                    <a16:creationId xmlns:a16="http://schemas.microsoft.com/office/drawing/2014/main" id="{AB4489B3-8F27-495A-A988-F7A5CD0CEF97}"/>
                  </a:ext>
                </a:extLst>
              </p:cNvPr>
              <p:cNvSpPr txBox="1"/>
              <p:nvPr/>
            </p:nvSpPr>
            <p:spPr bwMode="auto">
              <a:xfrm>
                <a:off x="1126126" y="3365500"/>
                <a:ext cx="6927736" cy="5461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×(1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Fraction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Bias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143" name="Object 9">
                <a:extLst>
                  <a:ext uri="{FF2B5EF4-FFF2-40B4-BE49-F238E27FC236}">
                    <a16:creationId xmlns:a16="http://schemas.microsoft.com/office/drawing/2014/main" id="{AB4489B3-8F27-495A-A988-F7A5CD0CE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6126" y="3365500"/>
                <a:ext cx="6927736" cy="546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596920-B7D8-955F-86B9-668D378D3D2C}"/>
                  </a:ext>
                </a:extLst>
              </p14:cNvPr>
              <p14:cNvContentPartPr/>
              <p14:nvPr/>
            </p14:nvContentPartPr>
            <p14:xfrm>
              <a:off x="576720" y="688320"/>
              <a:ext cx="8439840" cy="4386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596920-B7D8-955F-86B9-668D378D3D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360" y="678960"/>
                <a:ext cx="8458560" cy="440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29D3BEBC-04D6-49F6-AB63-F137DB1AAC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57F1E2D-0350-4D8E-924C-F162B90932C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en-US" sz="1400"/>
          </a:p>
        </p:txBody>
      </p:sp>
      <p:sp>
        <p:nvSpPr>
          <p:cNvPr id="59395" name="Text Box 4">
            <a:extLst>
              <a:ext uri="{FF2B5EF4-FFF2-40B4-BE49-F238E27FC236}">
                <a16:creationId xmlns:a16="http://schemas.microsoft.com/office/drawing/2014/main" id="{FE070ECE-33D3-459D-84F0-7A4F6DF56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2595563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59396" name="Text Box 5">
            <a:extLst>
              <a:ext uri="{FF2B5EF4-FFF2-40B4-BE49-F238E27FC236}">
                <a16:creationId xmlns:a16="http://schemas.microsoft.com/office/drawing/2014/main" id="{00F12D9A-33B5-4C75-B990-2EC0270A5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595563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Exponent</a:t>
            </a:r>
          </a:p>
        </p:txBody>
      </p:sp>
      <p:sp>
        <p:nvSpPr>
          <p:cNvPr id="59397" name="Text Box 6">
            <a:extLst>
              <a:ext uri="{FF2B5EF4-FFF2-40B4-BE49-F238E27FC236}">
                <a16:creationId xmlns:a16="http://schemas.microsoft.com/office/drawing/2014/main" id="{7B3B038B-495F-4616-9D11-D218BF9F5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2595563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Fraction</a:t>
            </a:r>
          </a:p>
        </p:txBody>
      </p:sp>
      <p:sp>
        <p:nvSpPr>
          <p:cNvPr id="59398" name="Text Box 4">
            <a:extLst>
              <a:ext uri="{FF2B5EF4-FFF2-40B4-BE49-F238E27FC236}">
                <a16:creationId xmlns:a16="http://schemas.microsoft.com/office/drawing/2014/main" id="{3C039C81-20D7-476B-BE9C-E3C0AFEFF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1598613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59399" name="Text Box 5">
            <a:extLst>
              <a:ext uri="{FF2B5EF4-FFF2-40B4-BE49-F238E27FC236}">
                <a16:creationId xmlns:a16="http://schemas.microsoft.com/office/drawing/2014/main" id="{90680A73-07A1-4372-8402-473011944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938" y="1598613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yyyyyyyy</a:t>
            </a:r>
          </a:p>
        </p:txBody>
      </p:sp>
      <p:sp>
        <p:nvSpPr>
          <p:cNvPr id="59400" name="Text Box 6">
            <a:extLst>
              <a:ext uri="{FF2B5EF4-FFF2-40B4-BE49-F238E27FC236}">
                <a16:creationId xmlns:a16="http://schemas.microsoft.com/office/drawing/2014/main" id="{B1AD4C00-6A4F-42C5-8326-4B0570458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850" y="1598613"/>
            <a:ext cx="3671888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xxxxxxxxxxxxxxxxxxxxxx</a:t>
            </a:r>
          </a:p>
        </p:txBody>
      </p:sp>
      <p:sp>
        <p:nvSpPr>
          <p:cNvPr id="59401" name="Text Box 7">
            <a:extLst>
              <a:ext uri="{FF2B5EF4-FFF2-40B4-BE49-F238E27FC236}">
                <a16:creationId xmlns:a16="http://schemas.microsoft.com/office/drawing/2014/main" id="{0EF1BD6F-22E2-41AA-8515-C3E777FB2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723" y="1325563"/>
            <a:ext cx="24180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8/11 bits (signed)</a:t>
            </a:r>
          </a:p>
        </p:txBody>
      </p:sp>
      <p:sp>
        <p:nvSpPr>
          <p:cNvPr id="59402" name="Text Box 8">
            <a:extLst>
              <a:ext uri="{FF2B5EF4-FFF2-40B4-BE49-F238E27FC236}">
                <a16:creationId xmlns:a16="http://schemas.microsoft.com/office/drawing/2014/main" id="{0F44BE35-2A69-4B5A-A92F-0D543C5E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4" y="1320800"/>
            <a:ext cx="1945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23/52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03" name="Object 9">
                <a:extLst>
                  <a:ext uri="{FF2B5EF4-FFF2-40B4-BE49-F238E27FC236}">
                    <a16:creationId xmlns:a16="http://schemas.microsoft.com/office/drawing/2014/main" id="{83B0C022-7842-42ED-86D3-149E6EDD41A6}"/>
                  </a:ext>
                </a:extLst>
              </p:cNvPr>
              <p:cNvSpPr txBox="1"/>
              <p:nvPr/>
            </p:nvSpPr>
            <p:spPr bwMode="auto">
              <a:xfrm>
                <a:off x="1194539" y="3365500"/>
                <a:ext cx="6774576" cy="5461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×(1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Fraction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Bias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403" name="Object 9">
                <a:extLst>
                  <a:ext uri="{FF2B5EF4-FFF2-40B4-BE49-F238E27FC236}">
                    <a16:creationId xmlns:a16="http://schemas.microsoft.com/office/drawing/2014/main" id="{83B0C022-7842-42ED-86D3-149E6EDD4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4539" y="3365500"/>
                <a:ext cx="6774576" cy="546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1">
            <a:extLst>
              <a:ext uri="{FF2B5EF4-FFF2-40B4-BE49-F238E27FC236}">
                <a16:creationId xmlns:a16="http://schemas.microsoft.com/office/drawing/2014/main" id="{B05C5D12-13A0-404C-81CB-712776E83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4395788"/>
            <a:ext cx="5761038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en-US" kern="0" dirty="0">
                <a:sym typeface="Symbol" panose="05050102010706020507" pitchFamily="18" charset="2"/>
              </a:rPr>
              <a:t>To make exponent </a:t>
            </a:r>
            <a:r>
              <a:rPr lang="en-US" altLang="en-US" i="1" kern="0" dirty="0">
                <a:sym typeface="Symbol" panose="05050102010706020507" pitchFamily="18" charset="2"/>
              </a:rPr>
              <a:t>unsigned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kern="0" dirty="0">
                <a:sym typeface="Symbol" panose="05050102010706020507" pitchFamily="18" charset="2"/>
              </a:rPr>
              <a:t>Single: Bias = 127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kern="0" dirty="0">
                <a:sym typeface="Symbol" panose="05050102010706020507" pitchFamily="18" charset="2"/>
              </a:rPr>
              <a:t>Double: Bias = 1023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E29B1870-F97A-4A80-8926-F31D5C0C0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095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Floating-Point Numbers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BC60D3B4-18B6-4680-833B-C776DA56E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675" y="2319211"/>
            <a:ext cx="24180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8/11 bits (signed)</a:t>
            </a: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F9D09BDD-CD8D-4248-AAA8-778A76950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826" y="2314448"/>
            <a:ext cx="1945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23/52 bits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DDEC32-6AA4-8D20-A6F3-D866CE1A6D06}"/>
                  </a:ext>
                </a:extLst>
              </p14:cNvPr>
              <p14:cNvContentPartPr/>
              <p14:nvPr/>
            </p14:nvContentPartPr>
            <p14:xfrm>
              <a:off x="4330800" y="690480"/>
              <a:ext cx="4487400" cy="4995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DDEC32-6AA4-8D20-A6F3-D866CE1A6D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1440" y="681120"/>
                <a:ext cx="4506120" cy="501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771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6887B5AB-9AAE-46A3-9A4F-4B5A4E62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7402D70F-008A-4EF5-ADF3-C561AAC7C9E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AU" altLang="en-US" sz="1400"/>
          </a:p>
        </p:txBody>
      </p:sp>
      <p:sp>
        <p:nvSpPr>
          <p:cNvPr id="52227" name="Rectangle 10">
            <a:extLst>
              <a:ext uri="{FF2B5EF4-FFF2-40B4-BE49-F238E27FC236}">
                <a16:creationId xmlns:a16="http://schemas.microsoft.com/office/drawing/2014/main" id="{51CD044F-ED1F-4EB5-B591-DB002898B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Biased exponents</a:t>
            </a:r>
            <a:endParaRPr lang="en-US" altLang="en-US"/>
          </a:p>
        </p:txBody>
      </p:sp>
      <p:sp>
        <p:nvSpPr>
          <p:cNvPr id="52228" name="Rectangle 11">
            <a:extLst>
              <a:ext uri="{FF2B5EF4-FFF2-40B4-BE49-F238E27FC236}">
                <a16:creationId xmlns:a16="http://schemas.microsoft.com/office/drawing/2014/main" id="{C475C789-C9A0-46BD-8F28-FD1A579BD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5900"/>
            <a:ext cx="8270875" cy="45354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In processing floating numbers, we need to compare exponents quickly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But in 2’s complement, a negative number “looks like” bigger than positive one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In hardware, it is quicker to compare two unsigned numbers than signed ones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Hence the idea of bias: turn all exponents into positive (i.e. unsigned) for comparison purpose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6A2227-CEB7-E817-3816-7495BF07AFFF}"/>
                  </a:ext>
                </a:extLst>
              </p14:cNvPr>
              <p14:cNvContentPartPr/>
              <p14:nvPr/>
            </p14:nvContentPartPr>
            <p14:xfrm>
              <a:off x="1044720" y="5032440"/>
              <a:ext cx="7306920" cy="918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6A2227-CEB7-E817-3816-7495BF07AF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5360" y="5023080"/>
                <a:ext cx="7325640" cy="93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EC1F2756-8883-43B1-81DD-9D3CB2886D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D8DC208-7D07-48F8-90EC-6A652268FE6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en-US" sz="1400"/>
          </a:p>
        </p:txBody>
      </p:sp>
      <p:sp>
        <p:nvSpPr>
          <p:cNvPr id="54275" name="Rectangle 10">
            <a:extLst>
              <a:ext uri="{FF2B5EF4-FFF2-40B4-BE49-F238E27FC236}">
                <a16:creationId xmlns:a16="http://schemas.microsoft.com/office/drawing/2014/main" id="{C40DA246-9AE7-4D1E-8C63-8457785BD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Biased exponents</a:t>
            </a:r>
            <a:endParaRPr lang="en-US" altLang="en-US"/>
          </a:p>
        </p:txBody>
      </p:sp>
      <p:sp>
        <p:nvSpPr>
          <p:cNvPr id="44036" name="Rectangle 11">
            <a:extLst>
              <a:ext uri="{FF2B5EF4-FFF2-40B4-BE49-F238E27FC236}">
                <a16:creationId xmlns:a16="http://schemas.microsoft.com/office/drawing/2014/main" id="{7D0073A7-8958-4621-BF81-C5C74D09C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109663"/>
            <a:ext cx="8270875" cy="5343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>
                <a:sym typeface="Symbol" panose="05050102010706020507" pitchFamily="18" charset="2"/>
              </a:rPr>
              <a:t>Example: 4-bit signed numbers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>
                <a:sym typeface="Symbol" panose="05050102010706020507" pitchFamily="18" charset="2"/>
              </a:rPr>
              <a:t>Let bias = 7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-7</a:t>
            </a:r>
            <a:r>
              <a:rPr lang="en-US" altLang="en-US" sz="1800" dirty="0">
                <a:sym typeface="Symbol" panose="05050102010706020507" pitchFamily="18" charset="2"/>
              </a:rPr>
              <a:t> + 7 = 0000  biased exponent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-6</a:t>
            </a:r>
            <a:r>
              <a:rPr lang="en-US" altLang="en-US" sz="1800" dirty="0">
                <a:sym typeface="Symbol" panose="05050102010706020507" pitchFamily="18" charset="2"/>
              </a:rPr>
              <a:t> + 7 = 0001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-5</a:t>
            </a:r>
            <a:r>
              <a:rPr lang="en-US" altLang="en-US" sz="1800" dirty="0">
                <a:sym typeface="Symbol" panose="05050102010706020507" pitchFamily="18" charset="2"/>
              </a:rPr>
              <a:t> + 7 = 0010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-4</a:t>
            </a:r>
            <a:r>
              <a:rPr lang="en-US" altLang="en-US" sz="1800" dirty="0">
                <a:sym typeface="Symbol" panose="05050102010706020507" pitchFamily="18" charset="2"/>
              </a:rPr>
              <a:t> + 7 = 0011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-3</a:t>
            </a:r>
            <a:r>
              <a:rPr lang="en-US" altLang="en-US" sz="1800" dirty="0">
                <a:sym typeface="Symbol" panose="05050102010706020507" pitchFamily="18" charset="2"/>
              </a:rPr>
              <a:t> + 7 = 0100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-2</a:t>
            </a:r>
            <a:r>
              <a:rPr lang="en-US" altLang="en-US" sz="1800" dirty="0">
                <a:sym typeface="Symbol" panose="05050102010706020507" pitchFamily="18" charset="2"/>
              </a:rPr>
              <a:t> + 7 = 0101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-1 </a:t>
            </a:r>
            <a:r>
              <a:rPr lang="en-US" altLang="en-US" sz="1800" dirty="0">
                <a:sym typeface="Symbol" panose="05050102010706020507" pitchFamily="18" charset="2"/>
              </a:rPr>
              <a:t>+ 7 = 0110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-0 </a:t>
            </a:r>
            <a:r>
              <a:rPr lang="en-US" altLang="en-US" sz="1800" dirty="0">
                <a:sym typeface="Symbol" panose="05050102010706020507" pitchFamily="18" charset="2"/>
              </a:rPr>
              <a:t>+ 7 = 0111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 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 + 7 = 1000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 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 + 7 = 1001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 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sym typeface="Symbol" panose="05050102010706020507" pitchFamily="18" charset="2"/>
              </a:rPr>
              <a:t> + 7 = 1010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  <a:r>
              <a:rPr lang="en-US" altLang="en-US" sz="1800" dirty="0">
                <a:sym typeface="Symbol" panose="05050102010706020507" pitchFamily="18" charset="2"/>
              </a:rPr>
              <a:t> + 7 = 1011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5</a:t>
            </a:r>
            <a:r>
              <a:rPr lang="en-US" altLang="en-US" sz="1800" dirty="0">
                <a:sym typeface="Symbol" panose="05050102010706020507" pitchFamily="18" charset="2"/>
              </a:rPr>
              <a:t> + 7 = 1100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6</a:t>
            </a:r>
            <a:r>
              <a:rPr lang="en-US" altLang="en-US" sz="1800" dirty="0">
                <a:sym typeface="Symbol" panose="05050102010706020507" pitchFamily="18" charset="2"/>
              </a:rPr>
              <a:t> + 7 = 1101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7</a:t>
            </a:r>
            <a:r>
              <a:rPr lang="en-US" altLang="en-US" sz="1800" dirty="0">
                <a:sym typeface="Symbol" panose="05050102010706020507" pitchFamily="18" charset="2"/>
              </a:rPr>
              <a:t> + 7 = 1110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ym typeface="Symbol" panose="05050102010706020507" pitchFamily="18" charset="2"/>
              </a:rPr>
              <a:t>			 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8</a:t>
            </a:r>
            <a:r>
              <a:rPr lang="en-US" altLang="en-US" sz="1800" dirty="0">
                <a:sym typeface="Symbol" panose="05050102010706020507" pitchFamily="18" charset="2"/>
              </a:rPr>
              <a:t> + 7 = 1111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C0C42-321B-41A3-9034-620B50C603A7}"/>
              </a:ext>
            </a:extLst>
          </p:cNvPr>
          <p:cNvSpPr txBox="1"/>
          <p:nvPr/>
        </p:nvSpPr>
        <p:spPr>
          <a:xfrm>
            <a:off x="1836232" y="198663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real exponent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00A65-364D-4347-A1C2-484DCAA5FF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3 — Arithmetic for Computers — </a:t>
            </a:r>
            <a:fld id="{748D5A30-6AD1-4BF5-8D30-48B8199C2F67}" type="slidenum">
              <a:rPr lang="en-AU" altLang="en-US" smtClean="0"/>
              <a:pPr>
                <a:defRPr/>
              </a:pPr>
              <a:t>33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08782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29D3BEBC-04D6-49F6-AB63-F137DB1AAC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57F1E2D-0350-4D8E-924C-F162B90932C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AU" altLang="en-US" sz="1400"/>
          </a:p>
        </p:txBody>
      </p:sp>
      <p:sp>
        <p:nvSpPr>
          <p:cNvPr id="59395" name="Text Box 4">
            <a:extLst>
              <a:ext uri="{FF2B5EF4-FFF2-40B4-BE49-F238E27FC236}">
                <a16:creationId xmlns:a16="http://schemas.microsoft.com/office/drawing/2014/main" id="{FE070ECE-33D3-459D-84F0-7A4F6DF56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2595563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59396" name="Text Box 5">
            <a:extLst>
              <a:ext uri="{FF2B5EF4-FFF2-40B4-BE49-F238E27FC236}">
                <a16:creationId xmlns:a16="http://schemas.microsoft.com/office/drawing/2014/main" id="{00F12D9A-33B5-4C75-B990-2EC0270A5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595563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Exponent</a:t>
            </a:r>
          </a:p>
        </p:txBody>
      </p:sp>
      <p:sp>
        <p:nvSpPr>
          <p:cNvPr id="59397" name="Text Box 6">
            <a:extLst>
              <a:ext uri="{FF2B5EF4-FFF2-40B4-BE49-F238E27FC236}">
                <a16:creationId xmlns:a16="http://schemas.microsoft.com/office/drawing/2014/main" id="{7B3B038B-495F-4616-9D11-D218BF9F5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2595563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Fraction</a:t>
            </a:r>
          </a:p>
        </p:txBody>
      </p:sp>
      <p:sp>
        <p:nvSpPr>
          <p:cNvPr id="59398" name="Text Box 4">
            <a:extLst>
              <a:ext uri="{FF2B5EF4-FFF2-40B4-BE49-F238E27FC236}">
                <a16:creationId xmlns:a16="http://schemas.microsoft.com/office/drawing/2014/main" id="{3C039C81-20D7-476B-BE9C-E3C0AFEFF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1598613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59399" name="Text Box 5">
            <a:extLst>
              <a:ext uri="{FF2B5EF4-FFF2-40B4-BE49-F238E27FC236}">
                <a16:creationId xmlns:a16="http://schemas.microsoft.com/office/drawing/2014/main" id="{90680A73-07A1-4372-8402-473011944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938" y="1598613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yyyyyyyy</a:t>
            </a:r>
          </a:p>
        </p:txBody>
      </p:sp>
      <p:sp>
        <p:nvSpPr>
          <p:cNvPr id="59400" name="Text Box 6">
            <a:extLst>
              <a:ext uri="{FF2B5EF4-FFF2-40B4-BE49-F238E27FC236}">
                <a16:creationId xmlns:a16="http://schemas.microsoft.com/office/drawing/2014/main" id="{B1AD4C00-6A4F-42C5-8326-4B0570458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850" y="1598613"/>
            <a:ext cx="3671888" cy="4619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xxxxxxxxxxxxxxxxxxxxxx</a:t>
            </a:r>
          </a:p>
        </p:txBody>
      </p:sp>
      <p:sp>
        <p:nvSpPr>
          <p:cNvPr id="59401" name="Text Box 7">
            <a:extLst>
              <a:ext uri="{FF2B5EF4-FFF2-40B4-BE49-F238E27FC236}">
                <a16:creationId xmlns:a16="http://schemas.microsoft.com/office/drawing/2014/main" id="{0EF1BD6F-22E2-41AA-8515-C3E777FB2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723" y="1325563"/>
            <a:ext cx="24180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8/11 bits (signed)</a:t>
            </a:r>
          </a:p>
        </p:txBody>
      </p:sp>
      <p:sp>
        <p:nvSpPr>
          <p:cNvPr id="59402" name="Text Box 8">
            <a:extLst>
              <a:ext uri="{FF2B5EF4-FFF2-40B4-BE49-F238E27FC236}">
                <a16:creationId xmlns:a16="http://schemas.microsoft.com/office/drawing/2014/main" id="{0F44BE35-2A69-4B5A-A92F-0D543C5E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4" y="1320800"/>
            <a:ext cx="1945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23/52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03" name="Object 9">
                <a:extLst>
                  <a:ext uri="{FF2B5EF4-FFF2-40B4-BE49-F238E27FC236}">
                    <a16:creationId xmlns:a16="http://schemas.microsoft.com/office/drawing/2014/main" id="{83B0C022-7842-42ED-86D3-149E6EDD41A6}"/>
                  </a:ext>
                </a:extLst>
              </p:cNvPr>
              <p:cNvSpPr txBox="1"/>
              <p:nvPr/>
            </p:nvSpPr>
            <p:spPr bwMode="auto">
              <a:xfrm>
                <a:off x="1194539" y="3365500"/>
                <a:ext cx="6774576" cy="5461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×(1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𝑥𝑥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𝑥𝑥𝑥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𝑦𝑦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𝑦𝑦𝑦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Bias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403" name="Object 9">
                <a:extLst>
                  <a:ext uri="{FF2B5EF4-FFF2-40B4-BE49-F238E27FC236}">
                    <a16:creationId xmlns:a16="http://schemas.microsoft.com/office/drawing/2014/main" id="{83B0C022-7842-42ED-86D3-149E6EDD4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4539" y="3365500"/>
                <a:ext cx="6774576" cy="546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1">
            <a:extLst>
              <a:ext uri="{FF2B5EF4-FFF2-40B4-BE49-F238E27FC236}">
                <a16:creationId xmlns:a16="http://schemas.microsoft.com/office/drawing/2014/main" id="{B05C5D12-13A0-404C-81CB-712776E83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932" y="5076270"/>
            <a:ext cx="5761038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altLang="en-US" kern="0" dirty="0">
                <a:sym typeface="Symbol" panose="05050102010706020507" pitchFamily="18" charset="2"/>
              </a:rPr>
              <a:t>To make exponent </a:t>
            </a:r>
            <a:r>
              <a:rPr lang="en-US" altLang="en-US" i="1" kern="0" dirty="0">
                <a:sym typeface="Symbol" panose="05050102010706020507" pitchFamily="18" charset="2"/>
              </a:rPr>
              <a:t>unsigned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kern="0" dirty="0">
                <a:sym typeface="Symbol" panose="05050102010706020507" pitchFamily="18" charset="2"/>
              </a:rPr>
              <a:t>Single: Bias = 127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kern="0" dirty="0">
                <a:sym typeface="Symbol" panose="05050102010706020507" pitchFamily="18" charset="2"/>
              </a:rPr>
              <a:t>Double: Bias = 1023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E29B1870-F97A-4A80-8926-F31D5C0C0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095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Floating-Point Numbers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BC60D3B4-18B6-4680-833B-C776DA56E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675" y="2319211"/>
            <a:ext cx="24180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8/11 bits (signed)</a:t>
            </a: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F9D09BDD-CD8D-4248-AAA8-778A76950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826" y="2314448"/>
            <a:ext cx="1945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Single/double: 23/52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80A2F6BA-3E0C-4ADB-9E53-9D181C47E031}"/>
                  </a:ext>
                </a:extLst>
              </p:cNvPr>
              <p:cNvSpPr txBox="1"/>
              <p:nvPr/>
            </p:nvSpPr>
            <p:spPr bwMode="auto">
              <a:xfrm>
                <a:off x="1198080" y="4209027"/>
                <a:ext cx="6774576" cy="5461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×(1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Fraction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Bias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80A2F6BA-3E0C-4ADB-9E53-9D181C47E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8080" y="4209027"/>
                <a:ext cx="6774576" cy="546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03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B86B65CC-5443-4F36-9592-D1326ED3B8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DB38DCC1-51C6-4081-B583-7271841A2F0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AU" altLang="en-US" sz="1400"/>
          </a:p>
        </p:txBody>
      </p:sp>
      <p:sp>
        <p:nvSpPr>
          <p:cNvPr id="56323" name="Rectangle 11">
            <a:extLst>
              <a:ext uri="{FF2B5EF4-FFF2-40B4-BE49-F238E27FC236}">
                <a16:creationId xmlns:a16="http://schemas.microsoft.com/office/drawing/2014/main" id="{BEC60326-080B-43D0-95C2-43845B323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5900"/>
            <a:ext cx="8270875" cy="2663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In exponent field: actual exponent + Bias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To make exponent unsigned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Single precision: 	Bias = 127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Double precision: 	Bias = 1023</a:t>
            </a:r>
          </a:p>
        </p:txBody>
      </p:sp>
      <p:sp>
        <p:nvSpPr>
          <p:cNvPr id="56324" name="Title 1">
            <a:extLst>
              <a:ext uri="{FF2B5EF4-FFF2-40B4-BE49-F238E27FC236}">
                <a16:creationId xmlns:a16="http://schemas.microsoft.com/office/drawing/2014/main" id="{E86730B9-37D0-4535-93D8-EE7E2F87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Biased exponents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9BB50160-ABCB-4E62-AE51-476B94ECAF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37A1A04E-68F4-464C-9041-C62A4CD2964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AU" altLang="en-US" sz="14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4FF8F989-7167-4905-B480-340DDD40E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Example</a:t>
            </a:r>
            <a:endParaRPr lang="en-AU" altLang="en-US"/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3B4CE02D-C556-4226-8EDC-32FD1A353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848600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Represent –0.75</a:t>
            </a:r>
            <a:r>
              <a:rPr lang="en-US" altLang="en-US" baseline="-25000" dirty="0"/>
              <a:t>10</a:t>
            </a:r>
          </a:p>
          <a:p>
            <a:pPr lvl="1" eaLnBrk="1" hangingPunct="1"/>
            <a:r>
              <a:rPr lang="en-US" altLang="en-US" dirty="0"/>
              <a:t>–0.75</a:t>
            </a:r>
            <a:r>
              <a:rPr lang="en-US" altLang="en-US" baseline="-25000" dirty="0"/>
              <a:t>10</a:t>
            </a:r>
            <a:r>
              <a:rPr lang="en-US" altLang="en-US" dirty="0"/>
              <a:t> = –0.11</a:t>
            </a:r>
            <a:r>
              <a:rPr lang="en-US" altLang="en-US" baseline="-25000" dirty="0"/>
              <a:t>2</a:t>
            </a:r>
            <a:r>
              <a:rPr lang="en-US" altLang="en-US" dirty="0"/>
              <a:t> = –1.</a:t>
            </a:r>
            <a:r>
              <a:rPr lang="en-US" altLang="en-US" dirty="0">
                <a:solidFill>
                  <a:schemeClr val="tx2"/>
                </a:solidFill>
              </a:rPr>
              <a:t>1</a:t>
            </a:r>
            <a:r>
              <a:rPr lang="en-US" altLang="en-US" baseline="-25000" dirty="0"/>
              <a:t>2</a:t>
            </a:r>
            <a:r>
              <a:rPr lang="en-US" altLang="en-US" dirty="0"/>
              <a:t> × 2</a:t>
            </a:r>
            <a:r>
              <a:rPr lang="en-US" altLang="en-US" baseline="30000" dirty="0">
                <a:solidFill>
                  <a:srgbClr val="FF0000"/>
                </a:solidFill>
              </a:rPr>
              <a:t>–1</a:t>
            </a:r>
          </a:p>
          <a:p>
            <a:pPr lvl="1" eaLnBrk="1" hangingPunct="1"/>
            <a:r>
              <a:rPr lang="en-US" altLang="en-US" dirty="0"/>
              <a:t>S = </a:t>
            </a:r>
            <a:r>
              <a:rPr lang="en-US" altLang="en-US" dirty="0">
                <a:solidFill>
                  <a:srgbClr val="008000"/>
                </a:solidFill>
              </a:rPr>
              <a:t>1</a:t>
            </a:r>
          </a:p>
          <a:p>
            <a:pPr lvl="1" eaLnBrk="1" hangingPunct="1"/>
            <a:r>
              <a:rPr lang="en-US" altLang="en-US" dirty="0"/>
              <a:t>Fraction = </a:t>
            </a:r>
            <a:r>
              <a:rPr lang="en-US" altLang="en-US" dirty="0">
                <a:solidFill>
                  <a:schemeClr val="tx2"/>
                </a:solidFill>
              </a:rPr>
              <a:t>1000…00</a:t>
            </a:r>
            <a:r>
              <a:rPr lang="en-US" altLang="en-US" baseline="-25000" dirty="0"/>
              <a:t>2</a:t>
            </a:r>
            <a:endParaRPr lang="en-US" altLang="en-US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en-US" altLang="en-US" dirty="0"/>
              <a:t>Exponent = </a:t>
            </a:r>
            <a:r>
              <a:rPr lang="en-US" altLang="en-US" dirty="0">
                <a:solidFill>
                  <a:srgbClr val="FF0000"/>
                </a:solidFill>
              </a:rPr>
              <a:t>–1</a:t>
            </a:r>
            <a:r>
              <a:rPr lang="en-US" altLang="en-US" dirty="0"/>
              <a:t> + Bias</a:t>
            </a:r>
          </a:p>
          <a:p>
            <a:pPr lvl="2" eaLnBrk="1" hangingPunct="1"/>
            <a:r>
              <a:rPr lang="en-US" altLang="en-US" dirty="0"/>
              <a:t>Single: </a:t>
            </a:r>
            <a:r>
              <a:rPr lang="en-US" altLang="en-US" dirty="0">
                <a:solidFill>
                  <a:srgbClr val="FF0000"/>
                </a:solidFill>
              </a:rPr>
              <a:t>–1</a:t>
            </a:r>
            <a:r>
              <a:rPr lang="en-US" altLang="en-US" dirty="0"/>
              <a:t> + 127 = 126 = </a:t>
            </a:r>
            <a:r>
              <a:rPr lang="en-US" altLang="en-US" dirty="0">
                <a:solidFill>
                  <a:srgbClr val="FF0000"/>
                </a:solidFill>
              </a:rPr>
              <a:t>01111110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pPr lvl="2" eaLnBrk="1" hangingPunct="1"/>
            <a:r>
              <a:rPr lang="en-US" altLang="en-US" dirty="0"/>
              <a:t>Double: </a:t>
            </a:r>
            <a:r>
              <a:rPr lang="en-US" altLang="en-US" dirty="0">
                <a:solidFill>
                  <a:srgbClr val="FF0000"/>
                </a:solidFill>
              </a:rPr>
              <a:t>–1</a:t>
            </a:r>
            <a:r>
              <a:rPr lang="en-US" altLang="en-US" dirty="0"/>
              <a:t> + 1023 = 1022 = </a:t>
            </a:r>
            <a:r>
              <a:rPr lang="en-US" altLang="en-US" dirty="0">
                <a:solidFill>
                  <a:srgbClr val="FF0000"/>
                </a:solidFill>
              </a:rPr>
              <a:t>01111111110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pPr eaLnBrk="1" hangingPunct="1"/>
            <a:r>
              <a:rPr lang="en-US" altLang="en-US" dirty="0"/>
              <a:t>Single: </a:t>
            </a:r>
            <a:r>
              <a:rPr lang="en-US" altLang="en-US" dirty="0">
                <a:solidFill>
                  <a:srgbClr val="008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01111110</a:t>
            </a:r>
            <a:r>
              <a:rPr lang="en-US" altLang="en-US" dirty="0">
                <a:solidFill>
                  <a:schemeClr val="tx2"/>
                </a:solidFill>
              </a:rPr>
              <a:t>1000…00</a:t>
            </a:r>
          </a:p>
          <a:p>
            <a:pPr eaLnBrk="1" hangingPunct="1"/>
            <a:r>
              <a:rPr lang="en-US" altLang="en-US" dirty="0"/>
              <a:t>Double: </a:t>
            </a:r>
            <a:r>
              <a:rPr lang="en-US" altLang="en-US" dirty="0">
                <a:solidFill>
                  <a:srgbClr val="008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01111111110</a:t>
            </a:r>
            <a:r>
              <a:rPr lang="en-US" altLang="en-US" dirty="0">
                <a:solidFill>
                  <a:schemeClr val="tx2"/>
                </a:solidFill>
              </a:rPr>
              <a:t>1000…00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FBA02C-79A0-05AA-644A-90705928475E}"/>
                  </a:ext>
                </a:extLst>
              </p14:cNvPr>
              <p14:cNvContentPartPr/>
              <p14:nvPr/>
            </p14:nvContentPartPr>
            <p14:xfrm>
              <a:off x="4614480" y="993240"/>
              <a:ext cx="4388040" cy="4668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FBA02C-79A0-05AA-644A-9070592847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5120" y="983880"/>
                <a:ext cx="4406760" cy="468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2095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C594E69-2BAB-4D8F-8A6F-5C94F37158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457C8F42-59A9-4AE2-8D4E-21C4FC6C87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en-US" sz="14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7F7F5F7-FCAD-4FD4-AB0A-35C2638C8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Example</a:t>
            </a:r>
            <a:endParaRPr lang="en-AU" altLang="en-US"/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50EF1CC1-8E4B-4A4E-8BAC-AD1191A5E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59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What number is represented by the single-precision float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chemeClr val="hlink"/>
                </a:solidFill>
              </a:rPr>
              <a:t>	</a:t>
            </a:r>
            <a:r>
              <a:rPr lang="en-US" altLang="en-US" dirty="0">
                <a:solidFill>
                  <a:srgbClr val="008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10000001</a:t>
            </a:r>
            <a:r>
              <a:rPr lang="en-US" altLang="en-US" dirty="0">
                <a:solidFill>
                  <a:schemeClr val="tx2"/>
                </a:solidFill>
              </a:rPr>
              <a:t>01000…00   </a:t>
            </a:r>
            <a:r>
              <a:rPr lang="en-US" altLang="en-US" dirty="0"/>
              <a:t>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S = </a:t>
            </a:r>
            <a:r>
              <a:rPr lang="en-US" altLang="en-US" dirty="0">
                <a:solidFill>
                  <a:srgbClr val="008000"/>
                </a:solidFill>
              </a:rPr>
              <a:t>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Fraction = </a:t>
            </a:r>
            <a:r>
              <a:rPr lang="en-US" altLang="en-US" dirty="0">
                <a:solidFill>
                  <a:schemeClr val="tx2"/>
                </a:solidFill>
              </a:rPr>
              <a:t>01000…00</a:t>
            </a:r>
            <a:r>
              <a:rPr lang="en-US" altLang="en-US" baseline="-25000" dirty="0"/>
              <a:t>2</a:t>
            </a:r>
            <a:endParaRPr lang="en-US" altLang="en-US" dirty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Exponent = </a:t>
            </a:r>
            <a:r>
              <a:rPr lang="en-US" altLang="en-US" dirty="0">
                <a:solidFill>
                  <a:srgbClr val="FF0000"/>
                </a:solidFill>
              </a:rPr>
              <a:t>10000001</a:t>
            </a:r>
            <a:r>
              <a:rPr lang="en-US" altLang="en-US" baseline="-25000" dirty="0"/>
              <a:t>2</a:t>
            </a:r>
            <a:r>
              <a:rPr lang="en-US" altLang="en-US" dirty="0"/>
              <a:t> = 129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    – (1.</a:t>
            </a:r>
            <a:r>
              <a:rPr lang="en-US" altLang="en-US" dirty="0">
                <a:solidFill>
                  <a:schemeClr val="tx2"/>
                </a:solidFill>
              </a:rPr>
              <a:t>01</a:t>
            </a:r>
            <a:r>
              <a:rPr lang="en-US" altLang="en-US" baseline="-25000" dirty="0"/>
              <a:t>2</a:t>
            </a:r>
            <a:r>
              <a:rPr lang="en-US" altLang="en-US" dirty="0"/>
              <a:t>) × 2</a:t>
            </a:r>
            <a:r>
              <a:rPr lang="en-US" altLang="en-US" baseline="30000" dirty="0"/>
              <a:t>(</a:t>
            </a:r>
            <a:r>
              <a:rPr lang="en-US" altLang="en-US" baseline="30000" dirty="0">
                <a:solidFill>
                  <a:srgbClr val="FF0000"/>
                </a:solidFill>
              </a:rPr>
              <a:t>129 – 127</a:t>
            </a:r>
            <a:r>
              <a:rPr lang="en-US" altLang="en-US" baseline="30000" dirty="0"/>
              <a:t>)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200" dirty="0"/>
              <a:t>= – 1.25 × 2</a:t>
            </a:r>
            <a:r>
              <a:rPr lang="en-US" altLang="en-US" sz="3200" baseline="30000" dirty="0"/>
              <a:t>2</a:t>
            </a:r>
            <a:endParaRPr lang="en-US" altLang="en-US" sz="32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200" dirty="0"/>
              <a:t>= – 5.0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4E1612-1AE6-4404-3443-D91798CB74CF}"/>
                  </a:ext>
                </a:extLst>
              </p14:cNvPr>
              <p14:cNvContentPartPr/>
              <p14:nvPr/>
            </p14:nvContentPartPr>
            <p14:xfrm>
              <a:off x="870120" y="2203920"/>
              <a:ext cx="8094600" cy="408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4E1612-1AE6-4404-3443-D91798CB74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760" y="2194560"/>
                <a:ext cx="8113320" cy="410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4055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09088D11-61DF-4652-82FA-4A7A58BD58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E8F69518-CF58-4586-914E-665E013EC2B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en-US" sz="1400"/>
          </a:p>
        </p:txBody>
      </p:sp>
      <p:sp>
        <p:nvSpPr>
          <p:cNvPr id="61443" name="Rectangle 6">
            <a:extLst>
              <a:ext uri="{FF2B5EF4-FFF2-40B4-BE49-F238E27FC236}">
                <a16:creationId xmlns:a16="http://schemas.microsoft.com/office/drawing/2014/main" id="{62053ADC-2E20-456D-9DA5-AD53A31E1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Single-Precision Range</a:t>
            </a:r>
          </a:p>
        </p:txBody>
      </p:sp>
      <p:sp>
        <p:nvSpPr>
          <p:cNvPr id="61444" name="Rectangle 7">
            <a:extLst>
              <a:ext uri="{FF2B5EF4-FFF2-40B4-BE49-F238E27FC236}">
                <a16:creationId xmlns:a16="http://schemas.microsoft.com/office/drawing/2014/main" id="{C96110C3-C65D-460E-8AF2-4AA93227A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4838" y="1057275"/>
            <a:ext cx="8015287" cy="53244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Exponents </a:t>
            </a:r>
            <a:r>
              <a:rPr lang="en-US" altLang="en-US" sz="2800" dirty="0">
                <a:solidFill>
                  <a:srgbClr val="CC0000"/>
                </a:solidFill>
              </a:rPr>
              <a:t>00000000</a:t>
            </a:r>
            <a:r>
              <a:rPr lang="en-US" altLang="en-US" sz="2800" dirty="0"/>
              <a:t> and </a:t>
            </a:r>
            <a:r>
              <a:rPr lang="en-US" altLang="en-US" sz="2800" dirty="0">
                <a:solidFill>
                  <a:srgbClr val="CC0000"/>
                </a:solidFill>
              </a:rPr>
              <a:t>11111111</a:t>
            </a:r>
            <a:r>
              <a:rPr lang="en-US" altLang="en-US" sz="2800" dirty="0"/>
              <a:t> reserved for special purposes, not for “ordinary” values</a:t>
            </a:r>
          </a:p>
          <a:p>
            <a:pPr eaLnBrk="1" hangingPunct="1"/>
            <a:r>
              <a:rPr lang="en-US" altLang="en-US" sz="2800" dirty="0"/>
              <a:t>Smallest value</a:t>
            </a:r>
          </a:p>
          <a:p>
            <a:pPr lvl="1" eaLnBrk="1" hangingPunct="1"/>
            <a:r>
              <a:rPr lang="en-US" altLang="en-US" sz="2400" dirty="0"/>
              <a:t>Exponent: 00000001</a:t>
            </a:r>
            <a:br>
              <a:rPr lang="en-US" altLang="en-US" sz="2400" dirty="0"/>
            </a:br>
            <a:r>
              <a:rPr lang="en-US" altLang="en-US" sz="2400" dirty="0">
                <a:sym typeface="Symbol" panose="05050102010706020507" pitchFamily="18" charset="2"/>
              </a:rPr>
              <a:t> actual exponent = 1 – 127 = –126</a:t>
            </a:r>
          </a:p>
          <a:p>
            <a:pPr lvl="1" eaLnBrk="1" hangingPunct="1"/>
            <a:r>
              <a:rPr lang="en-US" altLang="en-US" sz="2400" dirty="0">
                <a:sym typeface="Symbol" panose="05050102010706020507" pitchFamily="18" charset="2"/>
              </a:rPr>
              <a:t>Smallest fraction: 000…00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 significand = 1.0</a:t>
            </a:r>
          </a:p>
          <a:p>
            <a:pPr lvl="1" eaLnBrk="1" hangingPunct="1"/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±1.0 × 2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–126</a:t>
            </a:r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 ≈ ±1.2 × 10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–38</a:t>
            </a:r>
          </a:p>
          <a:p>
            <a:pPr eaLnBrk="1" hangingPunct="1"/>
            <a:r>
              <a:rPr lang="en-US" altLang="en-US" sz="2800" dirty="0">
                <a:sym typeface="Symbol" panose="05050102010706020507" pitchFamily="18" charset="2"/>
              </a:rPr>
              <a:t>Largest value</a:t>
            </a:r>
          </a:p>
          <a:p>
            <a:pPr lvl="1" eaLnBrk="1" hangingPunct="1"/>
            <a:r>
              <a:rPr lang="en-US" altLang="en-US" sz="2400" dirty="0">
                <a:sym typeface="Symbol" panose="05050102010706020507" pitchFamily="18" charset="2"/>
              </a:rPr>
              <a:t>Exponent: 11111110 (= 254</a:t>
            </a:r>
            <a:r>
              <a:rPr lang="en-US" altLang="en-US" sz="2400" baseline="-25000" dirty="0">
                <a:sym typeface="Symbol" panose="05050102010706020507" pitchFamily="18" charset="2"/>
              </a:rPr>
              <a:t>10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 actual exponent = 254 – 127 = +127</a:t>
            </a:r>
          </a:p>
          <a:p>
            <a:pPr lvl="1" eaLnBrk="1" hangingPunct="1"/>
            <a:r>
              <a:rPr lang="en-US" altLang="en-US" sz="2400" dirty="0">
                <a:sym typeface="Symbol" panose="05050102010706020507" pitchFamily="18" charset="2"/>
              </a:rPr>
              <a:t>Largest fraction: 111…11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 significand ≈ 2.0</a:t>
            </a:r>
          </a:p>
          <a:p>
            <a:pPr lvl="1" eaLnBrk="1" hangingPunct="1"/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±2.0 × 2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+127</a:t>
            </a:r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 ≈ ±3.4 × 10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+38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DD576E-42DD-BD04-37C0-7422F22FFE67}"/>
                  </a:ext>
                </a:extLst>
              </p14:cNvPr>
              <p14:cNvContentPartPr/>
              <p14:nvPr/>
            </p14:nvContentPartPr>
            <p14:xfrm>
              <a:off x="19440" y="1451880"/>
              <a:ext cx="8661600" cy="505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DD576E-42DD-BD04-37C0-7422F22FFE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0" y="1442520"/>
                <a:ext cx="8680320" cy="507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24188D2D-E303-4F70-9A12-0AA6B6B2F3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D5613162-84C7-4473-AB18-E57D4A95655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en-US" sz="1400"/>
          </a:p>
        </p:txBody>
      </p:sp>
      <p:sp>
        <p:nvSpPr>
          <p:cNvPr id="63491" name="Rectangle 6">
            <a:extLst>
              <a:ext uri="{FF2B5EF4-FFF2-40B4-BE49-F238E27FC236}">
                <a16:creationId xmlns:a16="http://schemas.microsoft.com/office/drawing/2014/main" id="{7E945755-977F-461B-9C6C-3BA0E9D9E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Double-Precision Range</a:t>
            </a:r>
          </a:p>
        </p:txBody>
      </p:sp>
      <p:sp>
        <p:nvSpPr>
          <p:cNvPr id="63492" name="Rectangle 7">
            <a:extLst>
              <a:ext uri="{FF2B5EF4-FFF2-40B4-BE49-F238E27FC236}">
                <a16:creationId xmlns:a16="http://schemas.microsoft.com/office/drawing/2014/main" id="{C2BD11DC-1A57-43F9-8B7A-61FD18B0A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CC0000"/>
                </a:solidFill>
              </a:rPr>
              <a:t>0000…00</a:t>
            </a:r>
            <a:r>
              <a:rPr lang="en-US" altLang="en-US" sz="2800" dirty="0"/>
              <a:t> and </a:t>
            </a:r>
            <a:r>
              <a:rPr lang="en-US" altLang="en-US" sz="2800" dirty="0">
                <a:solidFill>
                  <a:srgbClr val="CC0000"/>
                </a:solidFill>
              </a:rPr>
              <a:t>1111…11</a:t>
            </a:r>
            <a:r>
              <a:rPr lang="en-US" altLang="en-US" sz="2800" dirty="0"/>
              <a:t> not used for exponents</a:t>
            </a:r>
          </a:p>
          <a:p>
            <a:pPr lvl="1" eaLnBrk="1" hangingPunct="1"/>
            <a:r>
              <a:rPr lang="en-US" altLang="en-US" sz="2400" dirty="0"/>
              <a:t>Reserved for special purposes</a:t>
            </a:r>
          </a:p>
          <a:p>
            <a:pPr eaLnBrk="1" hangingPunct="1"/>
            <a:r>
              <a:rPr lang="en-US" altLang="en-US" sz="2800" dirty="0"/>
              <a:t>Smallest value</a:t>
            </a:r>
          </a:p>
          <a:p>
            <a:pPr lvl="1" eaLnBrk="1" hangingPunct="1"/>
            <a:r>
              <a:rPr lang="en-US" altLang="en-US" sz="2400" dirty="0"/>
              <a:t>Exponent: 00000000001</a:t>
            </a:r>
            <a:br>
              <a:rPr lang="en-US" altLang="en-US" sz="2400" dirty="0"/>
            </a:br>
            <a:r>
              <a:rPr lang="en-US" altLang="en-US" sz="2400" dirty="0">
                <a:sym typeface="Symbol" panose="05050102010706020507" pitchFamily="18" charset="2"/>
              </a:rPr>
              <a:t> actual exponent = 1 – 1023 = –1022</a:t>
            </a:r>
          </a:p>
          <a:p>
            <a:pPr lvl="1" eaLnBrk="1" hangingPunct="1"/>
            <a:r>
              <a:rPr lang="en-US" altLang="en-US" sz="2400" dirty="0">
                <a:sym typeface="Symbol" panose="05050102010706020507" pitchFamily="18" charset="2"/>
              </a:rPr>
              <a:t>Smallest fraction: 000…00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 significand = 1.0</a:t>
            </a:r>
          </a:p>
          <a:p>
            <a:pPr lvl="1" eaLnBrk="1" hangingPunct="1"/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±1.0 × 2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–1022</a:t>
            </a:r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 ≈ ±2.2 × 10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–308</a:t>
            </a:r>
          </a:p>
          <a:p>
            <a:pPr eaLnBrk="1" hangingPunct="1"/>
            <a:r>
              <a:rPr lang="en-US" altLang="en-US" sz="2800" dirty="0">
                <a:sym typeface="Symbol" panose="05050102010706020507" pitchFamily="18" charset="2"/>
              </a:rPr>
              <a:t>Largest value</a:t>
            </a:r>
          </a:p>
          <a:p>
            <a:pPr lvl="1" eaLnBrk="1" hangingPunct="1"/>
            <a:r>
              <a:rPr lang="en-US" altLang="en-US" sz="2400" dirty="0">
                <a:sym typeface="Symbol" panose="05050102010706020507" pitchFamily="18" charset="2"/>
              </a:rPr>
              <a:t>Exponent: 11111111110 (= 2046</a:t>
            </a:r>
            <a:r>
              <a:rPr lang="en-US" altLang="en-US" sz="2400" baseline="-25000" dirty="0">
                <a:sym typeface="Symbol" panose="05050102010706020507" pitchFamily="18" charset="2"/>
              </a:rPr>
              <a:t>10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 actual exponent = 2046 – 1023 = +1023</a:t>
            </a:r>
          </a:p>
          <a:p>
            <a:pPr lvl="1" eaLnBrk="1" hangingPunct="1"/>
            <a:r>
              <a:rPr lang="en-US" altLang="en-US" sz="2400" dirty="0">
                <a:sym typeface="Symbol" panose="05050102010706020507" pitchFamily="18" charset="2"/>
              </a:rPr>
              <a:t>Largest fraction: 111…11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 significand ≈ 2.0</a:t>
            </a:r>
          </a:p>
          <a:p>
            <a:pPr lvl="1" eaLnBrk="1" hangingPunct="1"/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±2.0 × 2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+1023</a:t>
            </a:r>
            <a:r>
              <a:rPr lang="en-US" alt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 ≈ ±1.8 × 10</a:t>
            </a:r>
            <a:r>
              <a:rPr lang="en-US" altLang="en-US" sz="2400" baseline="30000" dirty="0">
                <a:solidFill>
                  <a:srgbClr val="C00000"/>
                </a:solidFill>
                <a:sym typeface="Symbol" panose="05050102010706020507" pitchFamily="18" charset="2"/>
              </a:rPr>
              <a:t>+308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1D812DD8-CD17-4B3D-BDC7-51C18388E8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C0F3D06-1434-4423-AB62-27E3489C0BC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AU" altLang="en-US" sz="1400"/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3F2C977D-AB5C-4E4D-9274-31A2F8DC0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Precision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9E4B69D8-A2C4-4D85-BF90-77AD865D2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1055688"/>
            <a:ext cx="8270875" cy="53260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Relative precision</a:t>
            </a:r>
          </a:p>
          <a:p>
            <a:pPr lvl="1" eaLnBrk="1" hangingPunct="1">
              <a:defRPr/>
            </a:pPr>
            <a:r>
              <a:rPr lang="en-US" altLang="en-US" dirty="0"/>
              <a:t>interval between numbers</a:t>
            </a:r>
          </a:p>
          <a:p>
            <a:pPr lvl="1" eaLnBrk="1" hangingPunct="1">
              <a:defRPr/>
            </a:pPr>
            <a:r>
              <a:rPr lang="en-US" altLang="en-US" dirty="0"/>
              <a:t>smallest interval between numbers</a:t>
            </a:r>
          </a:p>
          <a:p>
            <a:pPr lvl="1" eaLnBrk="1" hangingPunct="1">
              <a:defRPr/>
            </a:pPr>
            <a:r>
              <a:rPr lang="en-US" altLang="en-US" dirty="0"/>
              <a:t>Single: approximately 2</a:t>
            </a:r>
            <a:r>
              <a:rPr lang="en-US" altLang="en-US" baseline="30000" dirty="0"/>
              <a:t>–23</a:t>
            </a:r>
          </a:p>
          <a:p>
            <a:pPr lvl="2" eaLnBrk="1" hangingPunct="1">
              <a:defRPr/>
            </a:pPr>
            <a:r>
              <a:rPr lang="en-US" altLang="en-US" dirty="0"/>
              <a:t>2</a:t>
            </a:r>
            <a:r>
              <a:rPr lang="en-US" altLang="en-US" baseline="30000" dirty="0"/>
              <a:t>–23</a:t>
            </a:r>
            <a:r>
              <a:rPr lang="en-US" altLang="en-US" dirty="0"/>
              <a:t> = 10</a:t>
            </a:r>
            <a:r>
              <a:rPr lang="en-US" altLang="en-US" baseline="30000" dirty="0"/>
              <a:t>–?</a:t>
            </a:r>
            <a:endParaRPr lang="en-US" altLang="en-US" dirty="0"/>
          </a:p>
          <a:p>
            <a:pPr lvl="2" eaLnBrk="1" hangingPunct="1">
              <a:defRPr/>
            </a:pPr>
            <a:r>
              <a:rPr lang="en-US" altLang="en-US" dirty="0"/>
              <a:t>Equivalent to 23 × log</a:t>
            </a:r>
            <a:r>
              <a:rPr lang="en-US" altLang="en-US" baseline="-25000" dirty="0"/>
              <a:t>10</a:t>
            </a:r>
            <a:r>
              <a:rPr lang="en-US" altLang="en-US" dirty="0"/>
              <a:t>2 ≈ 23 × 0.3 </a:t>
            </a:r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≈ </a:t>
            </a:r>
            <a:r>
              <a:rPr lang="en-US" altLang="en-US" dirty="0">
                <a:solidFill>
                  <a:srgbClr val="CC0000"/>
                </a:solidFill>
              </a:rPr>
              <a:t>6 decimal digits of precision</a:t>
            </a:r>
          </a:p>
          <a:p>
            <a:pPr lvl="1" eaLnBrk="1" hangingPunct="1">
              <a:defRPr/>
            </a:pPr>
            <a:r>
              <a:rPr lang="en-US" altLang="en-US" dirty="0"/>
              <a:t>Double: approximately 2</a:t>
            </a:r>
            <a:r>
              <a:rPr lang="en-US" altLang="en-US" baseline="30000" dirty="0"/>
              <a:t>–52</a:t>
            </a:r>
          </a:p>
          <a:p>
            <a:pPr lvl="2" eaLnBrk="1" hangingPunct="1">
              <a:defRPr/>
            </a:pPr>
            <a:r>
              <a:rPr lang="en-US" altLang="en-US" dirty="0"/>
              <a:t>2</a:t>
            </a:r>
            <a:r>
              <a:rPr lang="en-US" altLang="en-US" baseline="30000" dirty="0"/>
              <a:t>–52</a:t>
            </a:r>
            <a:r>
              <a:rPr lang="en-US" altLang="en-US" dirty="0"/>
              <a:t> = 10</a:t>
            </a:r>
            <a:r>
              <a:rPr lang="en-US" altLang="en-US" baseline="30000" dirty="0"/>
              <a:t>–?</a:t>
            </a:r>
            <a:endParaRPr lang="en-US" altLang="en-US" dirty="0"/>
          </a:p>
          <a:p>
            <a:pPr lvl="2" eaLnBrk="1" hangingPunct="1">
              <a:defRPr/>
            </a:pPr>
            <a:r>
              <a:rPr lang="en-US" altLang="en-US" dirty="0"/>
              <a:t>Equivalent to 52 × log</a:t>
            </a:r>
            <a:r>
              <a:rPr lang="en-US" altLang="en-US" baseline="-25000" dirty="0"/>
              <a:t>10</a:t>
            </a:r>
            <a:r>
              <a:rPr lang="en-US" altLang="en-US" dirty="0"/>
              <a:t>2 ≈ 52 × 0.3 </a:t>
            </a:r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≈ </a:t>
            </a:r>
            <a:r>
              <a:rPr lang="en-US" altLang="en-US" dirty="0">
                <a:solidFill>
                  <a:srgbClr val="CC0000"/>
                </a:solidFill>
              </a:rPr>
              <a:t>16 decimal digits of precision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ABFFCC-C376-FB76-2AF1-6E51CE2089D3}"/>
                  </a:ext>
                </a:extLst>
              </p14:cNvPr>
              <p14:cNvContentPartPr/>
              <p14:nvPr/>
            </p14:nvContentPartPr>
            <p14:xfrm>
              <a:off x="2056680" y="1050120"/>
              <a:ext cx="7040520" cy="507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ABFFCC-C376-FB76-2AF1-6E51CE2089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7320" y="1040760"/>
                <a:ext cx="7059240" cy="508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0CF54354-3997-4FAA-BBFD-809A1386EC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3BDA6E9-4F7E-49D0-936E-8418F2789CD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AU" altLang="en-US" sz="1400"/>
          </a:p>
        </p:txBody>
      </p:sp>
      <p:sp>
        <p:nvSpPr>
          <p:cNvPr id="67587" name="Rectangle 10">
            <a:extLst>
              <a:ext uri="{FF2B5EF4-FFF2-40B4-BE49-F238E27FC236}">
                <a16:creationId xmlns:a16="http://schemas.microsoft.com/office/drawing/2014/main" id="{0B32ACEA-B6DE-4F29-8EEE-D62B9F637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69863"/>
            <a:ext cx="8259762" cy="738187"/>
          </a:xfrm>
        </p:spPr>
        <p:txBody>
          <a:bodyPr/>
          <a:lstStyle/>
          <a:p>
            <a:pPr eaLnBrk="1" hangingPunct="1"/>
            <a:r>
              <a:rPr lang="en-US" altLang="en-US" sz="4200"/>
              <a:t>Floating-Point Range/Precision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8CC4A965-B5AA-45B6-9225-10F86A81F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1328619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67589" name="Text Box 5">
            <a:extLst>
              <a:ext uri="{FF2B5EF4-FFF2-40B4-BE49-F238E27FC236}">
                <a16:creationId xmlns:a16="http://schemas.microsoft.com/office/drawing/2014/main" id="{55EC5272-DB68-4609-A7D5-1D3C20A41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328619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Exponent</a:t>
            </a:r>
          </a:p>
        </p:txBody>
      </p:sp>
      <p:sp>
        <p:nvSpPr>
          <p:cNvPr id="67590" name="Text Box 6">
            <a:extLst>
              <a:ext uri="{FF2B5EF4-FFF2-40B4-BE49-F238E27FC236}">
                <a16:creationId xmlns:a16="http://schemas.microsoft.com/office/drawing/2014/main" id="{51C84D95-F58C-4DCB-89FA-66842C221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1328619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Fraction</a:t>
            </a:r>
          </a:p>
        </p:txBody>
      </p:sp>
      <p:sp>
        <p:nvSpPr>
          <p:cNvPr id="67591" name="Text Box 7">
            <a:extLst>
              <a:ext uri="{FF2B5EF4-FFF2-40B4-BE49-F238E27FC236}">
                <a16:creationId xmlns:a16="http://schemas.microsoft.com/office/drawing/2014/main" id="{7AE7EB4F-EE28-4314-9EDD-7EBBCED9C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055569"/>
            <a:ext cx="1835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single: 8 bits (signed)</a:t>
            </a:r>
          </a:p>
        </p:txBody>
      </p:sp>
      <p:sp>
        <p:nvSpPr>
          <p:cNvPr id="67592" name="Text Box 8">
            <a:extLst>
              <a:ext uri="{FF2B5EF4-FFF2-40B4-BE49-F238E27FC236}">
                <a16:creationId xmlns:a16="http://schemas.microsoft.com/office/drawing/2014/main" id="{FA7D99B7-36C2-46BE-B7E7-59C0D8BA6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275" y="1050807"/>
            <a:ext cx="2447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single: 23 bits</a:t>
            </a:r>
          </a:p>
        </p:txBody>
      </p:sp>
      <p:sp>
        <p:nvSpPr>
          <p:cNvPr id="67593" name="Text Box 4">
            <a:extLst>
              <a:ext uri="{FF2B5EF4-FFF2-40B4-BE49-F238E27FC236}">
                <a16:creationId xmlns:a16="http://schemas.microsoft.com/office/drawing/2014/main" id="{4AFA81DA-F6ED-4FC4-9F26-D98FEC11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3478094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</a:t>
            </a:r>
          </a:p>
        </p:txBody>
      </p:sp>
      <p:sp>
        <p:nvSpPr>
          <p:cNvPr id="67594" name="Text Box 5">
            <a:extLst>
              <a:ext uri="{FF2B5EF4-FFF2-40B4-BE49-F238E27FC236}">
                <a16:creationId xmlns:a16="http://schemas.microsoft.com/office/drawing/2014/main" id="{5C68E8BD-D1A1-46CF-9502-766DC1C9B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478094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Exponent</a:t>
            </a:r>
          </a:p>
        </p:txBody>
      </p:sp>
      <p:sp>
        <p:nvSpPr>
          <p:cNvPr id="67595" name="Text Box 6">
            <a:extLst>
              <a:ext uri="{FF2B5EF4-FFF2-40B4-BE49-F238E27FC236}">
                <a16:creationId xmlns:a16="http://schemas.microsoft.com/office/drawing/2014/main" id="{4508A0E7-C02B-4F25-BF8E-7F6FD9F8B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3478094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Fraction</a:t>
            </a:r>
          </a:p>
        </p:txBody>
      </p:sp>
      <p:sp>
        <p:nvSpPr>
          <p:cNvPr id="67596" name="Text Box 7">
            <a:extLst>
              <a:ext uri="{FF2B5EF4-FFF2-40B4-BE49-F238E27FC236}">
                <a16:creationId xmlns:a16="http://schemas.microsoft.com/office/drawing/2014/main" id="{650F8047-E057-48EB-B83C-7B23855CF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3200282"/>
            <a:ext cx="1835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double: 11 bits (signed)</a:t>
            </a:r>
          </a:p>
        </p:txBody>
      </p:sp>
      <p:sp>
        <p:nvSpPr>
          <p:cNvPr id="67597" name="Text Box 8">
            <a:extLst>
              <a:ext uri="{FF2B5EF4-FFF2-40B4-BE49-F238E27FC236}">
                <a16:creationId xmlns:a16="http://schemas.microsoft.com/office/drawing/2014/main" id="{731D2121-0543-4C04-8F02-5F0B50720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200282"/>
            <a:ext cx="2447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double: 52 bits</a:t>
            </a:r>
          </a:p>
        </p:txBody>
      </p:sp>
      <p:sp>
        <p:nvSpPr>
          <p:cNvPr id="67598" name="TextBox 1">
            <a:extLst>
              <a:ext uri="{FF2B5EF4-FFF2-40B4-BE49-F238E27FC236}">
                <a16:creationId xmlns:a16="http://schemas.microsoft.com/office/drawing/2014/main" id="{1D5310F0-08C3-4AAE-9888-0C9C5FADD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047757"/>
            <a:ext cx="4794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Range: 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±1.2 × 10</a:t>
            </a:r>
            <a:r>
              <a:rPr lang="en-US" altLang="en-US" sz="2400" baseline="30000">
                <a:solidFill>
                  <a:srgbClr val="C00000"/>
                </a:solidFill>
                <a:sym typeface="Symbol" panose="05050102010706020507" pitchFamily="18" charset="2"/>
              </a:rPr>
              <a:t>–38 </a:t>
            </a:r>
            <a:r>
              <a:rPr lang="en-US" altLang="en-US" sz="2400">
                <a:solidFill>
                  <a:srgbClr val="CC0000"/>
                </a:solidFill>
              </a:rPr>
              <a:t>–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 3.4 × 10</a:t>
            </a:r>
            <a:r>
              <a:rPr lang="en-US" altLang="en-US" sz="2400" baseline="30000">
                <a:solidFill>
                  <a:srgbClr val="C00000"/>
                </a:solidFill>
                <a:sym typeface="Symbol" panose="05050102010706020507" pitchFamily="18" charset="2"/>
              </a:rPr>
              <a:t>+38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endParaRPr lang="en-US" altLang="en-US" sz="2400"/>
          </a:p>
        </p:txBody>
      </p:sp>
      <p:sp>
        <p:nvSpPr>
          <p:cNvPr id="67599" name="TextBox 15">
            <a:extLst>
              <a:ext uri="{FF2B5EF4-FFF2-40B4-BE49-F238E27FC236}">
                <a16:creationId xmlns:a16="http://schemas.microsoft.com/office/drawing/2014/main" id="{1A1F6358-9569-4A67-ADB9-B90307BC7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93857"/>
            <a:ext cx="2992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Precision: 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0.000001 </a:t>
            </a:r>
            <a:endParaRPr lang="en-US" altLang="en-US" sz="2400"/>
          </a:p>
        </p:txBody>
      </p:sp>
      <p:sp>
        <p:nvSpPr>
          <p:cNvPr id="67600" name="TextBox 16">
            <a:extLst>
              <a:ext uri="{FF2B5EF4-FFF2-40B4-BE49-F238E27FC236}">
                <a16:creationId xmlns:a16="http://schemas.microsoft.com/office/drawing/2014/main" id="{5550CF6C-CF8D-499F-9924-75FBEEAE8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194057"/>
            <a:ext cx="5022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Range: 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±2.2 × 10</a:t>
            </a:r>
            <a:r>
              <a:rPr lang="en-US" altLang="en-US" sz="2400" baseline="30000">
                <a:solidFill>
                  <a:srgbClr val="C00000"/>
                </a:solidFill>
                <a:sym typeface="Symbol" panose="05050102010706020507" pitchFamily="18" charset="2"/>
              </a:rPr>
              <a:t>–308 </a:t>
            </a:r>
            <a:r>
              <a:rPr lang="en-US" altLang="en-US" sz="2400">
                <a:solidFill>
                  <a:srgbClr val="CC0000"/>
                </a:solidFill>
              </a:rPr>
              <a:t>–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 1.8 × 10</a:t>
            </a:r>
            <a:r>
              <a:rPr lang="en-US" altLang="en-US" sz="2400" baseline="30000">
                <a:solidFill>
                  <a:srgbClr val="C00000"/>
                </a:solidFill>
                <a:sym typeface="Symbol" panose="05050102010706020507" pitchFamily="18" charset="2"/>
              </a:rPr>
              <a:t>+308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endParaRPr lang="en-US" altLang="en-US" sz="2400"/>
          </a:p>
        </p:txBody>
      </p:sp>
      <p:sp>
        <p:nvSpPr>
          <p:cNvPr id="67601" name="TextBox 17">
            <a:extLst>
              <a:ext uri="{FF2B5EF4-FFF2-40B4-BE49-F238E27FC236}">
                <a16:creationId xmlns:a16="http://schemas.microsoft.com/office/drawing/2014/main" id="{63037969-5BA4-4330-8D85-E14594FD3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825" y="4738569"/>
            <a:ext cx="4708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Precision: 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0.0000000000000001 </a:t>
            </a:r>
            <a:endParaRPr lang="en-US" alt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29E274-3DED-4C9A-9942-8555BE116742}"/>
              </a:ext>
            </a:extLst>
          </p:cNvPr>
          <p:cNvSpPr/>
          <p:nvPr/>
        </p:nvSpPr>
        <p:spPr>
          <a:xfrm>
            <a:off x="763786" y="5385990"/>
            <a:ext cx="7776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To put in perspective, according to estimates, the whole Milky Way Galaxy contains approximately 10</a:t>
            </a:r>
            <a:r>
              <a:rPr lang="en-US" sz="2400" baseline="30000" dirty="0"/>
              <a:t>67</a:t>
            </a:r>
            <a:r>
              <a:rPr lang="en-US" sz="2400" dirty="0"/>
              <a:t> atoms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E86BFB75-4AAC-4FE0-92B5-0C60E1A9F3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 dirty="0"/>
              <a:t>Chapter 3 — Arithmetic for Computers — </a:t>
            </a:r>
            <a:fld id="{B5A01191-073C-4D9B-9F99-A9838342C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en-US" sz="1400" dirty="0"/>
          </a:p>
        </p:txBody>
      </p:sp>
      <p:sp>
        <p:nvSpPr>
          <p:cNvPr id="73731" name="Rectangle 9">
            <a:extLst>
              <a:ext uri="{FF2B5EF4-FFF2-40B4-BE49-F238E27FC236}">
                <a16:creationId xmlns:a16="http://schemas.microsoft.com/office/drawing/2014/main" id="{1CDF7AED-80D9-45FF-92FB-0F1D552A0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Denormal Numbers</a:t>
            </a:r>
          </a:p>
        </p:txBody>
      </p:sp>
      <p:sp>
        <p:nvSpPr>
          <p:cNvPr id="73732" name="Rectangle 10">
            <a:extLst>
              <a:ext uri="{FF2B5EF4-FFF2-40B4-BE49-F238E27FC236}">
                <a16:creationId xmlns:a16="http://schemas.microsoft.com/office/drawing/2014/main" id="{AC5DA1BC-76FE-4905-AD84-754B517A5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Exponent = 000...0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>
                <a:solidFill>
                  <a:srgbClr val="C00000"/>
                </a:solidFill>
              </a:rPr>
              <a:t>hidden bit is 0</a:t>
            </a:r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B258ABC9-B6B8-41E6-B9CD-AFA510B51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565400"/>
            <a:ext cx="77724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Smaller than normal numbers (smaller than the smallest number that can be represented in this computer)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Denormal with fraction = 000...0</a:t>
            </a:r>
          </a:p>
        </p:txBody>
      </p:sp>
      <p:sp>
        <p:nvSpPr>
          <p:cNvPr id="73734" name="AutoShape 7">
            <a:extLst>
              <a:ext uri="{FF2B5EF4-FFF2-40B4-BE49-F238E27FC236}">
                <a16:creationId xmlns:a16="http://schemas.microsoft.com/office/drawing/2014/main" id="{C0D07D85-7051-4604-AB1A-F22F4BCCB7A3}"/>
              </a:ext>
            </a:extLst>
          </p:cNvPr>
          <p:cNvSpPr>
            <a:spLocks/>
          </p:cNvSpPr>
          <p:nvPr/>
        </p:nvSpPr>
        <p:spPr bwMode="auto">
          <a:xfrm>
            <a:off x="5508104" y="5732462"/>
            <a:ext cx="2287587" cy="647700"/>
          </a:xfrm>
          <a:prstGeom prst="borderCallout1">
            <a:avLst>
              <a:gd name="adj1" fmla="val 44315"/>
              <a:gd name="adj2" fmla="val -1039"/>
              <a:gd name="adj3" fmla="val -46864"/>
              <a:gd name="adj4" fmla="val -295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Two representations of 0.0!</a:t>
            </a:r>
            <a:endParaRPr lang="en-AU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5" name="Object 8">
                <a:extLst>
                  <a:ext uri="{FF2B5EF4-FFF2-40B4-BE49-F238E27FC236}">
                    <a16:creationId xmlns:a16="http://schemas.microsoft.com/office/drawing/2014/main" id="{7C771D33-9637-4D71-805E-202E07DCB20A}"/>
                  </a:ext>
                </a:extLst>
              </p:cNvPr>
              <p:cNvSpPr txBox="1"/>
              <p:nvPr/>
            </p:nvSpPr>
            <p:spPr bwMode="auto">
              <a:xfrm>
                <a:off x="1619126" y="1916113"/>
                <a:ext cx="5761186" cy="5461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×(0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Fraction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Bias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3735" name="Object 8">
                <a:extLst>
                  <a:ext uri="{FF2B5EF4-FFF2-40B4-BE49-F238E27FC236}">
                    <a16:creationId xmlns:a16="http://schemas.microsoft.com/office/drawing/2014/main" id="{7C771D33-9637-4D71-805E-202E07DCB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126" y="1916113"/>
                <a:ext cx="5761186" cy="546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6" name="Object 11">
                <a:extLst>
                  <a:ext uri="{FF2B5EF4-FFF2-40B4-BE49-F238E27FC236}">
                    <a16:creationId xmlns:a16="http://schemas.microsoft.com/office/drawing/2014/main" id="{5E89B5EA-BC1A-4258-A42E-BC1FD08DA434}"/>
                  </a:ext>
                </a:extLst>
              </p:cNvPr>
              <p:cNvSpPr txBox="1"/>
              <p:nvPr/>
            </p:nvSpPr>
            <p:spPr bwMode="auto">
              <a:xfrm>
                <a:off x="1619126" y="4899124"/>
                <a:ext cx="5761186" cy="5461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>
                <a:defPPr>
                  <a:defRPr lang="en-AU"/>
                </a:defPPr>
                <a:lvl1pPr>
                  <a:defRPr sz="2800" i="1">
                    <a:solidFill>
                      <a:srgbClr val="00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×(0+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0)×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Bias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=±0.0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736" name="Object 11">
                <a:extLst>
                  <a:ext uri="{FF2B5EF4-FFF2-40B4-BE49-F238E27FC236}">
                    <a16:creationId xmlns:a16="http://schemas.microsoft.com/office/drawing/2014/main" id="{5E89B5EA-BC1A-4258-A42E-BC1FD08DA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126" y="4899124"/>
                <a:ext cx="5761186" cy="546100"/>
              </a:xfrm>
              <a:prstGeom prst="rect">
                <a:avLst/>
              </a:prstGeom>
              <a:blipFill>
                <a:blip r:embed="rId4"/>
                <a:stretch>
                  <a:fillRect b="-595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E3036F-5084-16E8-8895-386180C5A6A0}"/>
                  </a:ext>
                </a:extLst>
              </p14:cNvPr>
              <p14:cNvContentPartPr/>
              <p14:nvPr/>
            </p14:nvContentPartPr>
            <p14:xfrm>
              <a:off x="2122920" y="1132920"/>
              <a:ext cx="6874920" cy="524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E3036F-5084-16E8-8895-386180C5A6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3560" y="1123560"/>
                <a:ext cx="6893640" cy="526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1A924ADE-7866-4A97-93BA-D9D1DC33FB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 dirty="0"/>
              <a:t>Chapter 3 — Arithmetic for Computers — </a:t>
            </a:r>
            <a:fld id="{AA758AF3-132B-4885-B870-512C245748F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AU" altLang="en-US" sz="1400" dirty="0"/>
          </a:p>
        </p:txBody>
      </p:sp>
      <p:sp>
        <p:nvSpPr>
          <p:cNvPr id="75779" name="Rectangle 4">
            <a:extLst>
              <a:ext uri="{FF2B5EF4-FFF2-40B4-BE49-F238E27FC236}">
                <a16:creationId xmlns:a16="http://schemas.microsoft.com/office/drawing/2014/main" id="{5483861B-DC54-476E-A18C-CB724AC30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Infinities and NaN</a:t>
            </a:r>
          </a:p>
        </p:txBody>
      </p:sp>
      <p:sp>
        <p:nvSpPr>
          <p:cNvPr id="75780" name="Rectangle 5">
            <a:extLst>
              <a:ext uri="{FF2B5EF4-FFF2-40B4-BE49-F238E27FC236}">
                <a16:creationId xmlns:a16="http://schemas.microsoft.com/office/drawing/2014/main" id="{9425059E-2C30-40B4-8D4F-0096C242B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Exponent = 111...1, Fraction = 000...0</a:t>
            </a:r>
          </a:p>
          <a:p>
            <a:pPr lvl="1" eaLnBrk="1" hangingPunct="1"/>
            <a:r>
              <a:rPr lang="en-US" altLang="en-US" dirty="0"/>
              <a:t>±Infinity (</a:t>
            </a:r>
            <a:r>
              <a:rPr lang="en-US" altLang="en-US" dirty="0">
                <a:solidFill>
                  <a:srgbClr val="008000"/>
                </a:solidFill>
              </a:rPr>
              <a:t>0</a:t>
            </a:r>
            <a:r>
              <a:rPr lang="en-US" altLang="en-US" dirty="0">
                <a:solidFill>
                  <a:srgbClr val="FF0000"/>
                </a:solidFill>
              </a:rPr>
              <a:t>11111111</a:t>
            </a:r>
            <a:r>
              <a:rPr lang="en-US" altLang="en-US" dirty="0">
                <a:solidFill>
                  <a:schemeClr val="tx2"/>
                </a:solidFill>
              </a:rPr>
              <a:t>0000…00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Exponent = 111...1, Fraction ≠ 000...0</a:t>
            </a:r>
          </a:p>
          <a:p>
            <a:pPr lvl="1" eaLnBrk="1" hangingPunct="1"/>
            <a:r>
              <a:rPr lang="en-US" altLang="en-US" dirty="0"/>
              <a:t>Not-a-Number (</a:t>
            </a:r>
            <a:r>
              <a:rPr lang="en-US" altLang="en-US" dirty="0" err="1"/>
              <a:t>NaN</a:t>
            </a:r>
            <a:r>
              <a:rPr lang="en-US" altLang="en-US" dirty="0"/>
              <a:t>)</a:t>
            </a:r>
          </a:p>
          <a:p>
            <a:pPr lvl="1" eaLnBrk="1" hangingPunct="1"/>
            <a:r>
              <a:rPr lang="en-US" altLang="en-US" dirty="0"/>
              <a:t>Indicates illegal or undefined result</a:t>
            </a:r>
          </a:p>
          <a:p>
            <a:pPr lvl="2" eaLnBrk="1" hangingPunct="1"/>
            <a:r>
              <a:rPr lang="en-US" altLang="en-US" dirty="0"/>
              <a:t>e.g., x / 0.0</a:t>
            </a:r>
          </a:p>
          <a:p>
            <a:pPr lvl="1" eaLnBrk="1" hangingPunct="1"/>
            <a:r>
              <a:rPr lang="en-US" altLang="en-US" dirty="0"/>
              <a:t>Can be used in subsequent calculations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078077-E3E0-44B4-6C16-20D8D3D8A282}"/>
                  </a:ext>
                </a:extLst>
              </p14:cNvPr>
              <p14:cNvContentPartPr/>
              <p14:nvPr/>
            </p14:nvContentPartPr>
            <p14:xfrm>
              <a:off x="2028240" y="4736880"/>
              <a:ext cx="6052320" cy="1951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078077-E3E0-44B4-6C16-20D8D3D8A2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8880" y="4727520"/>
                <a:ext cx="6071040" cy="196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DD7C10-91E5-459B-885A-301D2A5A9E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3 — Arithmetic for Computers — </a:t>
            </a:r>
            <a:fld id="{7905D981-0324-4C37-A545-4ADC50943F29}" type="slidenum">
              <a:rPr lang="en-AU" altLang="en-US" smtClean="0"/>
              <a:pPr>
                <a:defRPr/>
              </a:pPr>
              <a:t>44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93041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1DF09AFB-BBCF-42B0-AF1F-F133FD4109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CC519220-3DB0-48DB-B262-9C369AEA3E3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en-US" sz="1400"/>
          </a:p>
        </p:txBody>
      </p:sp>
      <p:sp>
        <p:nvSpPr>
          <p:cNvPr id="77827" name="Rectangle 4">
            <a:extLst>
              <a:ext uri="{FF2B5EF4-FFF2-40B4-BE49-F238E27FC236}">
                <a16:creationId xmlns:a16="http://schemas.microsoft.com/office/drawing/2014/main" id="{1C4623E6-DFA1-487C-80E0-2B4227887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Addition</a:t>
            </a:r>
            <a:endParaRPr lang="en-AU" altLang="en-US"/>
          </a:p>
        </p:txBody>
      </p:sp>
      <p:sp>
        <p:nvSpPr>
          <p:cNvPr id="77828" name="Rectangle 5">
            <a:extLst>
              <a:ext uri="{FF2B5EF4-FFF2-40B4-BE49-F238E27FC236}">
                <a16:creationId xmlns:a16="http://schemas.microsoft.com/office/drawing/2014/main" id="{E78DCC3F-94D2-44ED-A647-10182C672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Consider a 4-digit decimal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9.999 × 10</a:t>
            </a:r>
            <a:r>
              <a:rPr lang="en-US" altLang="en-US" sz="2400" baseline="30000"/>
              <a:t>1</a:t>
            </a:r>
            <a:r>
              <a:rPr lang="en-US" altLang="en-US" sz="2400"/>
              <a:t> + 1.612 × 10</a:t>
            </a:r>
            <a:r>
              <a:rPr lang="en-US" altLang="en-US" sz="2400" baseline="30000"/>
              <a:t>–1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1. Align decimal points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Right-shift number with smaller exponent </a:t>
            </a:r>
            <a:r>
              <a:rPr lang="en-US" altLang="en-US" sz="2400">
                <a:solidFill>
                  <a:srgbClr val="C00000"/>
                </a:solidFill>
              </a:rPr>
              <a:t>(why?)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9.999 × 10</a:t>
            </a:r>
            <a:r>
              <a:rPr lang="en-US" altLang="en-US" sz="2400" baseline="30000"/>
              <a:t>1</a:t>
            </a:r>
            <a:r>
              <a:rPr lang="en-US" altLang="en-US" sz="2400"/>
              <a:t> + 0.016 × 10</a:t>
            </a:r>
            <a:r>
              <a:rPr lang="en-US" altLang="en-US" sz="2400" baseline="30000"/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2. Add significands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9.999 × 10</a:t>
            </a:r>
            <a:r>
              <a:rPr lang="en-US" altLang="en-US" sz="2400" baseline="30000"/>
              <a:t>1</a:t>
            </a:r>
            <a:r>
              <a:rPr lang="en-US" altLang="en-US" sz="2400"/>
              <a:t> + 0.016 × 10</a:t>
            </a:r>
            <a:r>
              <a:rPr lang="en-US" altLang="en-US" sz="2400" baseline="30000"/>
              <a:t>1</a:t>
            </a:r>
            <a:r>
              <a:rPr lang="en-US" altLang="en-US" sz="2400"/>
              <a:t> = 10.015 × 10</a:t>
            </a:r>
            <a:r>
              <a:rPr lang="en-US" altLang="en-US" sz="2400" baseline="30000"/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3. Normalize result &amp; check for over/underflow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1.0015 × 10</a:t>
            </a:r>
            <a:r>
              <a:rPr lang="en-US" altLang="en-US" sz="2400" baseline="30000"/>
              <a:t>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4. Round and renormalize if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1.002 × 10</a:t>
            </a:r>
            <a:r>
              <a:rPr lang="en-US" altLang="en-US" sz="2400" baseline="30000"/>
              <a:t>2</a:t>
            </a:r>
          </a:p>
        </p:txBody>
      </p:sp>
      <p:sp>
        <p:nvSpPr>
          <p:cNvPr id="77829" name="Rectangle 1">
            <a:extLst>
              <a:ext uri="{FF2B5EF4-FFF2-40B4-BE49-F238E27FC236}">
                <a16:creationId xmlns:a16="http://schemas.microsoft.com/office/drawing/2014/main" id="{49D1D840-29DF-4EF4-9275-69485A316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1579563"/>
            <a:ext cx="647700" cy="360362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49D26CC4-F7AC-4297-837B-5B4188A0B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1579563"/>
            <a:ext cx="647700" cy="360362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7831" name="Rectangle 6">
            <a:extLst>
              <a:ext uri="{FF2B5EF4-FFF2-40B4-BE49-F238E27FC236}">
                <a16:creationId xmlns:a16="http://schemas.microsoft.com/office/drawing/2014/main" id="{B17673CD-AE57-4D11-8115-83E06065A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413" y="2865438"/>
            <a:ext cx="649287" cy="358775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7832" name="Rectangle 7">
            <a:extLst>
              <a:ext uri="{FF2B5EF4-FFF2-40B4-BE49-F238E27FC236}">
                <a16:creationId xmlns:a16="http://schemas.microsoft.com/office/drawing/2014/main" id="{FD840D98-48BC-48BF-81E0-8ACC306D3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2865438"/>
            <a:ext cx="647700" cy="358775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7833" name="TextBox 1">
            <a:extLst>
              <a:ext uri="{FF2B5EF4-FFF2-40B4-BE49-F238E27FC236}">
                <a16:creationId xmlns:a16="http://schemas.microsoft.com/office/drawing/2014/main" id="{10246721-B0A6-4410-A331-A07E1B72B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39925"/>
            <a:ext cx="1512888" cy="409575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Right-shifted</a:t>
            </a:r>
          </a:p>
        </p:txBody>
      </p:sp>
      <p:cxnSp>
        <p:nvCxnSpPr>
          <p:cNvPr id="77834" name="Straight Arrow Connector 3">
            <a:extLst>
              <a:ext uri="{FF2B5EF4-FFF2-40B4-BE49-F238E27FC236}">
                <a16:creationId xmlns:a16="http://schemas.microsoft.com/office/drawing/2014/main" id="{B4E8F1DD-3F8F-4AD1-AAD8-BFE79707C727}"/>
              </a:ext>
            </a:extLst>
          </p:cNvPr>
          <p:cNvCxnSpPr>
            <a:cxnSpLocks noChangeShapeType="1"/>
            <a:stCxn id="77833" idx="1"/>
          </p:cNvCxnSpPr>
          <p:nvPr/>
        </p:nvCxnSpPr>
        <p:spPr bwMode="auto">
          <a:xfrm flipH="1">
            <a:off x="4140200" y="2144713"/>
            <a:ext cx="1727200" cy="7794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ADB12B-A755-9F86-19EA-6CBFA1F5189B}"/>
                  </a:ext>
                </a:extLst>
              </p14:cNvPr>
              <p14:cNvContentPartPr/>
              <p14:nvPr/>
            </p14:nvContentPartPr>
            <p14:xfrm>
              <a:off x="6985800" y="248400"/>
              <a:ext cx="2035800" cy="281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ADB12B-A755-9F86-19EA-6CBFA1F518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6440" y="239040"/>
                <a:ext cx="2054520" cy="283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C94CFC23-201B-425A-9C2B-117D5AB5C6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52B0321-2C5A-4822-AB0A-EBE40039E9B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en-US" sz="1400"/>
          </a:p>
        </p:txBody>
      </p:sp>
      <p:sp>
        <p:nvSpPr>
          <p:cNvPr id="79875" name="Rectangle 4">
            <a:extLst>
              <a:ext uri="{FF2B5EF4-FFF2-40B4-BE49-F238E27FC236}">
                <a16:creationId xmlns:a16="http://schemas.microsoft.com/office/drawing/2014/main" id="{4FE2925F-4ED8-416D-B8A2-85A7A2721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Addition</a:t>
            </a:r>
            <a:endParaRPr lang="en-AU" altLang="en-US"/>
          </a:p>
        </p:txBody>
      </p:sp>
      <p:sp>
        <p:nvSpPr>
          <p:cNvPr id="79876" name="Rectangle 5">
            <a:extLst>
              <a:ext uri="{FF2B5EF4-FFF2-40B4-BE49-F238E27FC236}">
                <a16:creationId xmlns:a16="http://schemas.microsoft.com/office/drawing/2014/main" id="{F4C88090-459E-46F5-BED2-C0D4C3903C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Now consider a 4-digit binary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1.000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–1</a:t>
            </a:r>
            <a:r>
              <a:rPr lang="en-US" altLang="en-US" sz="2400" dirty="0"/>
              <a:t> + –1.110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–2</a:t>
            </a:r>
            <a:r>
              <a:rPr lang="en-US" altLang="en-US" sz="2400" dirty="0"/>
              <a:t>    (0.5 + –0.4375)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1. Align binary points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Right-shift number with smaller exponent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1.000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–1</a:t>
            </a:r>
            <a:r>
              <a:rPr lang="en-US" altLang="en-US" sz="2400" dirty="0"/>
              <a:t> + –0.111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2. Add significands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1.000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–1</a:t>
            </a:r>
            <a:r>
              <a:rPr lang="en-US" altLang="en-US" sz="2400" dirty="0"/>
              <a:t> + –0.111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–1</a:t>
            </a:r>
            <a:r>
              <a:rPr lang="en-US" altLang="en-US" sz="2400" dirty="0"/>
              <a:t> = 0.001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3. Normalize result &amp; check for over/underflow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1.000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–4</a:t>
            </a:r>
            <a:r>
              <a:rPr lang="en-US" altLang="en-US" sz="2400" dirty="0"/>
              <a:t>, with no over/underflow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4. Round and renormalize if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1.000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× 2</a:t>
            </a:r>
            <a:r>
              <a:rPr lang="en-US" altLang="en-US" sz="2400" baseline="30000" dirty="0"/>
              <a:t>–4</a:t>
            </a:r>
            <a:r>
              <a:rPr lang="en-US" altLang="en-US" sz="2400" dirty="0"/>
              <a:t> (no change)  = 0.0625</a:t>
            </a:r>
            <a:r>
              <a:rPr lang="en-US" altLang="en-US" sz="2400" baseline="-25000" dirty="0"/>
              <a:t>10</a:t>
            </a:r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60F7B82E-8BB7-4695-9C58-BAEB03362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075" y="2876550"/>
            <a:ext cx="523875" cy="360363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9878" name="Rectangle 8">
            <a:extLst>
              <a:ext uri="{FF2B5EF4-FFF2-40B4-BE49-F238E27FC236}">
                <a16:creationId xmlns:a16="http://schemas.microsoft.com/office/drawing/2014/main" id="{F387F1D2-2C76-40D0-A2B4-BB9A3F5FC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876550"/>
            <a:ext cx="523875" cy="360363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9879" name="Rectangle 9">
            <a:extLst>
              <a:ext uri="{FF2B5EF4-FFF2-40B4-BE49-F238E27FC236}">
                <a16:creationId xmlns:a16="http://schemas.microsoft.com/office/drawing/2014/main" id="{1C5F5DE1-302B-408B-9C03-301A51B0A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3" y="1593850"/>
            <a:ext cx="523875" cy="360363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9880" name="Rectangle 10">
            <a:extLst>
              <a:ext uri="{FF2B5EF4-FFF2-40B4-BE49-F238E27FC236}">
                <a16:creationId xmlns:a16="http://schemas.microsoft.com/office/drawing/2014/main" id="{697103C1-8A82-4184-9DEF-DB3AF7F59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775" y="1593850"/>
            <a:ext cx="523875" cy="360363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9881" name="TextBox 8">
            <a:extLst>
              <a:ext uri="{FF2B5EF4-FFF2-40B4-BE49-F238E27FC236}">
                <a16:creationId xmlns:a16="http://schemas.microsoft.com/office/drawing/2014/main" id="{B1957B8F-FF0C-4BC6-8C7B-0999DBD6B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990725"/>
            <a:ext cx="1512888" cy="409575"/>
          </a:xfrm>
          <a:prstGeom prst="rect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Right-shifted</a:t>
            </a:r>
          </a:p>
        </p:txBody>
      </p:sp>
      <p:cxnSp>
        <p:nvCxnSpPr>
          <p:cNvPr id="79882" name="Straight Arrow Connector 9">
            <a:extLst>
              <a:ext uri="{FF2B5EF4-FFF2-40B4-BE49-F238E27FC236}">
                <a16:creationId xmlns:a16="http://schemas.microsoft.com/office/drawing/2014/main" id="{D53DCE9E-D317-4CAD-A13C-4C2BE9B82089}"/>
              </a:ext>
            </a:extLst>
          </p:cNvPr>
          <p:cNvCxnSpPr>
            <a:cxnSpLocks noChangeShapeType="1"/>
            <a:stCxn id="79881" idx="1"/>
          </p:cNvCxnSpPr>
          <p:nvPr/>
        </p:nvCxnSpPr>
        <p:spPr bwMode="auto">
          <a:xfrm flipH="1">
            <a:off x="4356100" y="2195513"/>
            <a:ext cx="1511300" cy="6810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7B3096-1A47-0900-D7B2-05BEDB4F45D4}"/>
                  </a:ext>
                </a:extLst>
              </p14:cNvPr>
              <p14:cNvContentPartPr/>
              <p14:nvPr/>
            </p14:nvContentPartPr>
            <p14:xfrm>
              <a:off x="1801440" y="2804760"/>
              <a:ext cx="4898160" cy="80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7B3096-1A47-0900-D7B2-05BEDB4F45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080" y="2795400"/>
                <a:ext cx="4916880" cy="9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3AB1119B-48D1-498D-A1DF-DAD1E2A0D9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B0FE04F4-8A5E-4CC0-8C4C-FBFE4F6BB9F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8E4A51F-8B5F-41B4-8F83-2D1AF9B68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Adder Hardware</a:t>
            </a:r>
            <a:endParaRPr lang="en-AU" altLang="en-US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6113554-7AF5-4256-B708-814C31F59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084263"/>
            <a:ext cx="8343900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Much more complex than an </a:t>
            </a:r>
            <a:r>
              <a:rPr lang="en-US" altLang="en-US" i="1" dirty="0"/>
              <a:t>integer adder</a:t>
            </a:r>
          </a:p>
          <a:p>
            <a:pPr eaLnBrk="1" hangingPunct="1">
              <a:defRPr/>
            </a:pPr>
            <a:r>
              <a:rPr lang="en-US" altLang="en-US" dirty="0"/>
              <a:t>Doing it in one clock cycle would take too long</a:t>
            </a:r>
          </a:p>
          <a:p>
            <a:pPr lvl="1" eaLnBrk="1" hangingPunct="1">
              <a:defRPr/>
            </a:pPr>
            <a:r>
              <a:rPr lang="en-US" altLang="en-US" dirty="0"/>
              <a:t>Much longer than integer operations</a:t>
            </a:r>
          </a:p>
          <a:p>
            <a:pPr lvl="1" eaLnBrk="1" hangingPunct="1">
              <a:defRPr/>
            </a:pPr>
            <a:r>
              <a:rPr lang="en-US" altLang="en-US" dirty="0"/>
              <a:t>Slower clock would penalize all instructions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So FP adder usually takes multiple cycles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34006B8C-29F6-4425-B1E9-03508990D1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01C8CC90-F95D-45A7-B18C-282490323D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AU" altLang="en-US" sz="1400"/>
          </a:p>
        </p:txBody>
      </p:sp>
      <p:pic>
        <p:nvPicPr>
          <p:cNvPr id="83971" name="Picture 14" descr="f03-16-P374493">
            <a:extLst>
              <a:ext uri="{FF2B5EF4-FFF2-40B4-BE49-F238E27FC236}">
                <a16:creationId xmlns:a16="http://schemas.microsoft.com/office/drawing/2014/main" id="{84000E7E-C813-4561-B40D-1C52B8C92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268413"/>
            <a:ext cx="5214937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Rectangle 2">
            <a:extLst>
              <a:ext uri="{FF2B5EF4-FFF2-40B4-BE49-F238E27FC236}">
                <a16:creationId xmlns:a16="http://schemas.microsoft.com/office/drawing/2014/main" id="{B0670A4B-A25D-4C34-9D54-9D145B48F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Adder Hardware</a:t>
            </a:r>
            <a:endParaRPr lang="en-AU" altLang="en-US"/>
          </a:p>
        </p:txBody>
      </p:sp>
      <p:sp>
        <p:nvSpPr>
          <p:cNvPr id="83973" name="AutoShape 4">
            <a:extLst>
              <a:ext uri="{FF2B5EF4-FFF2-40B4-BE49-F238E27FC236}">
                <a16:creationId xmlns:a16="http://schemas.microsoft.com/office/drawing/2014/main" id="{984F90DC-BCC0-45C3-B300-5BB9C9EC6D39}"/>
              </a:ext>
            </a:extLst>
          </p:cNvPr>
          <p:cNvSpPr>
            <a:spLocks/>
          </p:cNvSpPr>
          <p:nvPr/>
        </p:nvSpPr>
        <p:spPr bwMode="auto">
          <a:xfrm>
            <a:off x="6588125" y="1844675"/>
            <a:ext cx="144463" cy="1800225"/>
          </a:xfrm>
          <a:prstGeom prst="rightBrace">
            <a:avLst>
              <a:gd name="adj1" fmla="val 10384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3974" name="AutoShape 5">
            <a:extLst>
              <a:ext uri="{FF2B5EF4-FFF2-40B4-BE49-F238E27FC236}">
                <a16:creationId xmlns:a16="http://schemas.microsoft.com/office/drawing/2014/main" id="{43E07976-A1BF-4AFE-8D97-856FF6EA3AF5}"/>
              </a:ext>
            </a:extLst>
          </p:cNvPr>
          <p:cNvSpPr>
            <a:spLocks/>
          </p:cNvSpPr>
          <p:nvPr/>
        </p:nvSpPr>
        <p:spPr bwMode="auto">
          <a:xfrm>
            <a:off x="6588125" y="3716338"/>
            <a:ext cx="144463" cy="792162"/>
          </a:xfrm>
          <a:prstGeom prst="rightBrace">
            <a:avLst>
              <a:gd name="adj1" fmla="val 4569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3975" name="AutoShape 6">
            <a:extLst>
              <a:ext uri="{FF2B5EF4-FFF2-40B4-BE49-F238E27FC236}">
                <a16:creationId xmlns:a16="http://schemas.microsoft.com/office/drawing/2014/main" id="{3EA5199A-EF5C-4330-8578-DFE69E3BA4E4}"/>
              </a:ext>
            </a:extLst>
          </p:cNvPr>
          <p:cNvSpPr>
            <a:spLocks/>
          </p:cNvSpPr>
          <p:nvPr/>
        </p:nvSpPr>
        <p:spPr bwMode="auto">
          <a:xfrm>
            <a:off x="6588125" y="4795838"/>
            <a:ext cx="144463" cy="576262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3976" name="AutoShape 7">
            <a:extLst>
              <a:ext uri="{FF2B5EF4-FFF2-40B4-BE49-F238E27FC236}">
                <a16:creationId xmlns:a16="http://schemas.microsoft.com/office/drawing/2014/main" id="{F5B20C00-21B8-48D3-AC37-4955CAFA7B7B}"/>
              </a:ext>
            </a:extLst>
          </p:cNvPr>
          <p:cNvSpPr>
            <a:spLocks/>
          </p:cNvSpPr>
          <p:nvPr/>
        </p:nvSpPr>
        <p:spPr bwMode="auto">
          <a:xfrm>
            <a:off x="6588125" y="5445125"/>
            <a:ext cx="144463" cy="576263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3977" name="Text Box 8">
            <a:extLst>
              <a:ext uri="{FF2B5EF4-FFF2-40B4-BE49-F238E27FC236}">
                <a16:creationId xmlns:a16="http://schemas.microsoft.com/office/drawing/2014/main" id="{D9A1FF12-6EE7-4CE9-8A1C-B8FBF602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857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1</a:t>
            </a:r>
            <a:endParaRPr lang="en-AU" altLang="en-US" sz="1600"/>
          </a:p>
        </p:txBody>
      </p:sp>
      <p:sp>
        <p:nvSpPr>
          <p:cNvPr id="83978" name="Text Box 9">
            <a:extLst>
              <a:ext uri="{FF2B5EF4-FFF2-40B4-BE49-F238E27FC236}">
                <a16:creationId xmlns:a16="http://schemas.microsoft.com/office/drawing/2014/main" id="{AEDAC776-8829-4BEC-BD78-FD56A9AA9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937000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Step 2</a:t>
            </a:r>
            <a:endParaRPr lang="en-AU" altLang="en-US" sz="1600" dirty="0"/>
          </a:p>
        </p:txBody>
      </p:sp>
      <p:sp>
        <p:nvSpPr>
          <p:cNvPr id="83979" name="Text Box 10">
            <a:extLst>
              <a:ext uri="{FF2B5EF4-FFF2-40B4-BE49-F238E27FC236}">
                <a16:creationId xmlns:a16="http://schemas.microsoft.com/office/drawing/2014/main" id="{D8D7C766-70DE-408C-8D2A-8E8999A47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487362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3</a:t>
            </a:r>
            <a:endParaRPr lang="en-AU" altLang="en-US" sz="1600"/>
          </a:p>
        </p:txBody>
      </p:sp>
      <p:sp>
        <p:nvSpPr>
          <p:cNvPr id="83980" name="Text Box 11">
            <a:extLst>
              <a:ext uri="{FF2B5EF4-FFF2-40B4-BE49-F238E27FC236}">
                <a16:creationId xmlns:a16="http://schemas.microsoft.com/office/drawing/2014/main" id="{1F4FE49D-0021-463B-97B7-4DC28F157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552132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4</a:t>
            </a:r>
            <a:endParaRPr lang="en-AU" altLang="en-US" sz="1600"/>
          </a:p>
        </p:txBody>
      </p:sp>
      <p:sp>
        <p:nvSpPr>
          <p:cNvPr id="83981" name="AutoShape 12">
            <a:extLst>
              <a:ext uri="{FF2B5EF4-FFF2-40B4-BE49-F238E27FC236}">
                <a16:creationId xmlns:a16="http://schemas.microsoft.com/office/drawing/2014/main" id="{5039A00C-8A2F-484F-A837-C584D85E3BA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740650" y="4940300"/>
            <a:ext cx="288925" cy="792163"/>
          </a:xfrm>
          <a:prstGeom prst="curvedRightArrow">
            <a:avLst>
              <a:gd name="adj1" fmla="val 54835"/>
              <a:gd name="adj2" fmla="val 10967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3E1CD22C-26BE-4BD7-BD25-D6A4C0560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215" y="3950727"/>
            <a:ext cx="10214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Integer adder</a:t>
            </a:r>
            <a:endParaRPr lang="en-AU" alt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3F6C3F-70F9-EA87-9D51-8592FDDF3643}"/>
                  </a:ext>
                </a:extLst>
              </p14:cNvPr>
              <p14:cNvContentPartPr/>
              <p14:nvPr/>
            </p14:nvContentPartPr>
            <p14:xfrm>
              <a:off x="383040" y="3439080"/>
              <a:ext cx="6090120" cy="2931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3F6C3F-70F9-EA87-9D51-8592FDDF36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680" y="3429720"/>
                <a:ext cx="6108840" cy="295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452212FF-DA5A-4AC2-B75F-4B3A4F4EB7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716E5BDB-B958-434B-8454-75DD981C715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en-US" sz="1400"/>
          </a:p>
        </p:txBody>
      </p:sp>
      <p:sp>
        <p:nvSpPr>
          <p:cNvPr id="86019" name="Rectangle 4">
            <a:extLst>
              <a:ext uri="{FF2B5EF4-FFF2-40B4-BE49-F238E27FC236}">
                <a16:creationId xmlns:a16="http://schemas.microsoft.com/office/drawing/2014/main" id="{2FA17C8A-00B3-4786-927D-01DEBD9EB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Multiplication</a:t>
            </a:r>
            <a:endParaRPr lang="en-AU" altLang="en-US"/>
          </a:p>
        </p:txBody>
      </p:sp>
      <p:sp>
        <p:nvSpPr>
          <p:cNvPr id="86020" name="Rectangle 5">
            <a:extLst>
              <a:ext uri="{FF2B5EF4-FFF2-40B4-BE49-F238E27FC236}">
                <a16:creationId xmlns:a16="http://schemas.microsoft.com/office/drawing/2014/main" id="{F0AF5425-75E9-47B7-9A13-0279CC45F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Consider a 4-digit decimal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1.110 × 10</a:t>
            </a:r>
            <a:r>
              <a:rPr lang="en-US" altLang="en-US" sz="2000" baseline="30000"/>
              <a:t>10</a:t>
            </a:r>
            <a:r>
              <a:rPr lang="en-US" altLang="en-US" sz="2000"/>
              <a:t> × 9.200 × 10</a:t>
            </a:r>
            <a:r>
              <a:rPr lang="en-US" altLang="en-US" sz="2000" baseline="30000"/>
              <a:t>–5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1. Add exponents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For biased exponents, subtract bias from sum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New exponent = 10 + –5 = 5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2. Multiply significands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1.110 × 9.200 = 10.212  </a:t>
            </a:r>
            <a:r>
              <a:rPr lang="en-US" altLang="en-US" sz="2000">
                <a:sym typeface="Symbol" panose="05050102010706020507" pitchFamily="18" charset="2"/>
              </a:rPr>
              <a:t>  10.212 </a:t>
            </a:r>
            <a:r>
              <a:rPr lang="en-US" altLang="en-US" sz="2000"/>
              <a:t>× 10</a:t>
            </a:r>
            <a:r>
              <a:rPr lang="en-US" altLang="en-US" sz="2000" baseline="30000"/>
              <a:t>5</a:t>
            </a:r>
            <a:endParaRPr lang="en-US" altLang="en-US" sz="2000" baseline="300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3. Normalize result &amp; check for over/underflow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1.0212 × 10</a:t>
            </a:r>
            <a:r>
              <a:rPr lang="en-US" altLang="en-US" sz="2000" baseline="30000"/>
              <a:t>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4. Round and renormalize if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1.021 × 10</a:t>
            </a:r>
            <a:r>
              <a:rPr lang="en-US" altLang="en-US" sz="2000" baseline="30000"/>
              <a:t>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5. Determine sign of result from signs of operands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+1.021 × 10</a:t>
            </a:r>
            <a:r>
              <a:rPr lang="en-US" altLang="en-US" sz="2000" baseline="30000"/>
              <a:t>6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A18BDECC-E70E-4FCF-ADAA-B3AF57D42A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FEEA7EDB-477A-40EB-9968-69CC724FBBD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en-US" sz="1400"/>
          </a:p>
        </p:txBody>
      </p:sp>
      <p:sp>
        <p:nvSpPr>
          <p:cNvPr id="88067" name="Rectangle 4">
            <a:extLst>
              <a:ext uri="{FF2B5EF4-FFF2-40B4-BE49-F238E27FC236}">
                <a16:creationId xmlns:a16="http://schemas.microsoft.com/office/drawing/2014/main" id="{1F312A8F-0B2C-47EC-9BD5-8476496A1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Floating-Point Multiplication</a:t>
            </a:r>
            <a:endParaRPr lang="en-AU" altLang="en-US"/>
          </a:p>
        </p:txBody>
      </p:sp>
      <p:sp>
        <p:nvSpPr>
          <p:cNvPr id="88068" name="Rectangle 5">
            <a:extLst>
              <a:ext uri="{FF2B5EF4-FFF2-40B4-BE49-F238E27FC236}">
                <a16:creationId xmlns:a16="http://schemas.microsoft.com/office/drawing/2014/main" id="{69A297E8-AD05-442D-A569-9E8DBF8D6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4-digit binary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1.000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2</a:t>
            </a:r>
            <a:r>
              <a:rPr lang="en-US" altLang="en-US" sz="2000" baseline="30000" dirty="0"/>
              <a:t>–1</a:t>
            </a:r>
            <a:r>
              <a:rPr lang="en-US" altLang="en-US" sz="2000" dirty="0"/>
              <a:t> × –1.110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2</a:t>
            </a:r>
            <a:r>
              <a:rPr lang="en-US" altLang="en-US" sz="2000" baseline="30000" dirty="0"/>
              <a:t>–2</a:t>
            </a:r>
            <a:r>
              <a:rPr lang="en-US" altLang="en-US" sz="2000" dirty="0"/>
              <a:t>    (0.5 × –0.4375)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1. Add exponents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Unbiased: –1 + –2 = –3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Biased: (–1 + 127) + (–2 + 127) = –3 + 254 </a:t>
            </a:r>
            <a:r>
              <a:rPr lang="en-US" altLang="en-US" sz="2000" dirty="0">
                <a:solidFill>
                  <a:srgbClr val="FF0000"/>
                </a:solidFill>
              </a:rPr>
              <a:t>– 127</a:t>
            </a:r>
            <a:r>
              <a:rPr lang="en-US" altLang="en-US" sz="2000" dirty="0"/>
              <a:t> = –3 + 127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2. Multiply significands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1.000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 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 </a:t>
            </a:r>
            <a:r>
              <a:rPr lang="en-US" altLang="en-US" sz="2000" dirty="0">
                <a:sym typeface="Symbol" panose="05050102010706020507" pitchFamily="18" charset="2"/>
              </a:rPr>
              <a:t>  </a:t>
            </a:r>
            <a:r>
              <a:rPr lang="en-US" altLang="en-US" sz="2000" dirty="0"/>
              <a:t>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2</a:t>
            </a:r>
            <a:r>
              <a:rPr lang="en-US" altLang="en-US" sz="2000" baseline="30000" dirty="0"/>
              <a:t>–3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3. Normalize result &amp; check for over/underflow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2</a:t>
            </a:r>
            <a:r>
              <a:rPr lang="en-US" altLang="en-US" sz="2000" baseline="30000" dirty="0"/>
              <a:t>–3</a:t>
            </a:r>
            <a:r>
              <a:rPr lang="en-US" altLang="en-US" sz="2000" dirty="0"/>
              <a:t> (no change) with no over/underflow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4. Round and renormalize if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2</a:t>
            </a:r>
            <a:r>
              <a:rPr lang="en-US" altLang="en-US" sz="2000" baseline="30000" dirty="0"/>
              <a:t>–3</a:t>
            </a:r>
            <a:r>
              <a:rPr lang="en-US" altLang="en-US" sz="2000" dirty="0"/>
              <a:t> (no change)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5. Determine sign: +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× –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/>
              <a:t>–</a:t>
            </a:r>
            <a:r>
              <a:rPr lang="en-US" altLang="en-US" sz="2400" dirty="0" err="1"/>
              <a:t>ve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–1.110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× 2</a:t>
            </a:r>
            <a:r>
              <a:rPr lang="en-US" altLang="en-US" sz="2000" baseline="30000" dirty="0"/>
              <a:t>–3</a:t>
            </a:r>
            <a:r>
              <a:rPr lang="en-US" altLang="en-US" sz="2000" dirty="0"/>
              <a:t>  = –0.21875</a:t>
            </a:r>
            <a:r>
              <a:rPr lang="en-US" altLang="en-US" sz="2000" baseline="-25000" dirty="0"/>
              <a:t>10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14028E-7A53-84F7-16D6-5AF9125DC9F0}"/>
                  </a:ext>
                </a:extLst>
              </p14:cNvPr>
              <p14:cNvContentPartPr/>
              <p14:nvPr/>
            </p14:nvContentPartPr>
            <p14:xfrm>
              <a:off x="3551400" y="1187280"/>
              <a:ext cx="4836600" cy="1494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14028E-7A53-84F7-16D6-5AF9125DC9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2040" y="1177920"/>
                <a:ext cx="4855320" cy="151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AB0BD364-FE11-486A-BD98-CDA571055F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61E573A-C66C-476B-82A6-1B48C379824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en-US" sz="1400"/>
          </a:p>
        </p:txBody>
      </p:sp>
      <p:sp>
        <p:nvSpPr>
          <p:cNvPr id="90115" name="Rectangle 4">
            <a:extLst>
              <a:ext uri="{FF2B5EF4-FFF2-40B4-BE49-F238E27FC236}">
                <a16:creationId xmlns:a16="http://schemas.microsoft.com/office/drawing/2014/main" id="{8BA59BE9-88F9-49B0-9323-F6CE36C2C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Instructions in MIPS</a:t>
            </a:r>
            <a:endParaRPr lang="en-AU" altLang="en-US"/>
          </a:p>
        </p:txBody>
      </p:sp>
      <p:sp>
        <p:nvSpPr>
          <p:cNvPr id="84996" name="Rectangle 5">
            <a:extLst>
              <a:ext uri="{FF2B5EF4-FFF2-40B4-BE49-F238E27FC236}">
                <a16:creationId xmlns:a16="http://schemas.microsoft.com/office/drawing/2014/main" id="{7EFBFBFE-EFC3-4376-801A-DDB196E089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71575"/>
            <a:ext cx="8291513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FP (Floating-Point) hardware is </a:t>
            </a:r>
            <a:r>
              <a:rPr lang="en-US" altLang="en-US" sz="2800" dirty="0">
                <a:solidFill>
                  <a:srgbClr val="C00000"/>
                </a:solidFill>
              </a:rPr>
              <a:t>coprocessor 1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Adjunct processor that extends the ISA (Industry Standard Architecture)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dirty="0"/>
              <a:t>Separate FP registers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32 single-precision:</a:t>
            </a: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$f0, $f1, … $f31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Paired for double-precision (16 pairs):</a:t>
            </a: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[$f0/$f1], [$f2/$f3], … [$f</a:t>
            </a:r>
            <a:r>
              <a:rPr lang="en-US" altLang="zh-CN" sz="2400" dirty="0"/>
              <a:t>30</a:t>
            </a:r>
            <a:r>
              <a:rPr lang="en-US" altLang="en-US" sz="2400" dirty="0"/>
              <a:t>/$f3</a:t>
            </a:r>
            <a:r>
              <a:rPr lang="en-US" altLang="zh-CN" sz="2400" dirty="0"/>
              <a:t>1</a:t>
            </a:r>
            <a:r>
              <a:rPr lang="en-US" altLang="en-US" sz="2400" dirty="0"/>
              <a:t>]</a:t>
            </a: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Release 2 of MIPs ISA supports 32 × 64-bit FP </a:t>
            </a:r>
            <a:r>
              <a:rPr lang="en-US" altLang="en-US" sz="2400" dirty="0" err="1"/>
              <a:t>reg’s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3A187391-A3D8-4AEC-B809-9706EE280E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9BAC126-F9A8-4AA6-93F3-ACE4567D76D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en-US" sz="1400"/>
          </a:p>
        </p:txBody>
      </p:sp>
      <p:sp>
        <p:nvSpPr>
          <p:cNvPr id="92163" name="Rectangle 4">
            <a:extLst>
              <a:ext uri="{FF2B5EF4-FFF2-40B4-BE49-F238E27FC236}">
                <a16:creationId xmlns:a16="http://schemas.microsoft.com/office/drawing/2014/main" id="{BE59367E-BBBF-43AB-8E49-EA0331092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Instructions in MIPS</a:t>
            </a:r>
            <a:endParaRPr lang="en-AU" altLang="en-US"/>
          </a:p>
        </p:txBody>
      </p:sp>
      <p:sp>
        <p:nvSpPr>
          <p:cNvPr id="92164" name="Rectangle 5">
            <a:extLst>
              <a:ext uri="{FF2B5EF4-FFF2-40B4-BE49-F238E27FC236}">
                <a16:creationId xmlns:a16="http://schemas.microsoft.com/office/drawing/2014/main" id="{97236695-4938-444B-8155-18DB49386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171575"/>
            <a:ext cx="8075613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FP instructions operate only on FP registers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Programs generally don’t do integer ops on FP data, or vice versa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More registers with minimal code-size impact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/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FP load and store instructions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latin typeface="Lucida Console" panose="020B0609040504020204" pitchFamily="49" charset="0"/>
              </a:rPr>
              <a:t>lw</a:t>
            </a:r>
            <a:r>
              <a:rPr lang="en-US" altLang="en-US" sz="2400">
                <a:solidFill>
                  <a:srgbClr val="C00000"/>
                </a:solidFill>
                <a:latin typeface="Lucida Console" panose="020B0609040504020204" pitchFamily="49" charset="0"/>
              </a:rPr>
              <a:t>c1</a:t>
            </a:r>
            <a:r>
              <a:rPr lang="en-US" altLang="en-US" sz="2400"/>
              <a:t>, </a:t>
            </a:r>
            <a:r>
              <a:rPr lang="en-US" altLang="en-US" sz="2400">
                <a:latin typeface="Lucida Console" panose="020B0609040504020204" pitchFamily="49" charset="0"/>
              </a:rPr>
              <a:t>ld</a:t>
            </a:r>
            <a:r>
              <a:rPr lang="en-US" altLang="en-US" sz="2400">
                <a:solidFill>
                  <a:srgbClr val="C00000"/>
                </a:solidFill>
                <a:latin typeface="Lucida Console" panose="020B0609040504020204" pitchFamily="49" charset="0"/>
              </a:rPr>
              <a:t>c1</a:t>
            </a:r>
            <a:r>
              <a:rPr lang="en-US" altLang="en-US" sz="2400"/>
              <a:t>, </a:t>
            </a:r>
            <a:r>
              <a:rPr lang="en-US" altLang="en-US" sz="2400">
                <a:latin typeface="Lucida Console" panose="020B0609040504020204" pitchFamily="49" charset="0"/>
              </a:rPr>
              <a:t>sw</a:t>
            </a:r>
            <a:r>
              <a:rPr lang="en-US" altLang="en-US" sz="2400">
                <a:solidFill>
                  <a:srgbClr val="C00000"/>
                </a:solidFill>
                <a:latin typeface="Lucida Console" panose="020B0609040504020204" pitchFamily="49" charset="0"/>
              </a:rPr>
              <a:t>c1</a:t>
            </a:r>
            <a:r>
              <a:rPr lang="en-US" altLang="en-US" sz="2400"/>
              <a:t>, </a:t>
            </a:r>
            <a:r>
              <a:rPr lang="en-US" altLang="en-US" sz="2400">
                <a:latin typeface="Lucida Console" panose="020B0609040504020204" pitchFamily="49" charset="0"/>
              </a:rPr>
              <a:t>sd</a:t>
            </a:r>
            <a:r>
              <a:rPr lang="en-US" altLang="en-US" sz="2400">
                <a:solidFill>
                  <a:srgbClr val="C00000"/>
                </a:solidFill>
                <a:latin typeface="Lucida Console" panose="020B0609040504020204" pitchFamily="49" charset="0"/>
              </a:rPr>
              <a:t>c1 </a:t>
            </a:r>
            <a:r>
              <a:rPr lang="en-US" altLang="en-US" sz="2400">
                <a:latin typeface="Lucida Console" panose="020B0609040504020204" pitchFamily="49" charset="0"/>
              </a:rPr>
              <a:t># </a:t>
            </a:r>
            <a:r>
              <a:rPr lang="en-US" altLang="en-US" sz="2400">
                <a:solidFill>
                  <a:srgbClr val="C00000"/>
                </a:solidFill>
                <a:latin typeface="Lucida Console" panose="020B0609040504020204" pitchFamily="49" charset="0"/>
              </a:rPr>
              <a:t>c1 </a:t>
            </a:r>
            <a:r>
              <a:rPr lang="en-US" altLang="en-US" sz="2400">
                <a:latin typeface="Lucida Console" panose="020B0609040504020204" pitchFamily="49" charset="0"/>
              </a:rPr>
              <a:t>= coprocessor1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 sz="2000"/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e.g., </a:t>
            </a:r>
            <a:r>
              <a:rPr lang="en-US" altLang="en-US" sz="2000">
                <a:latin typeface="Lucida Console" panose="020B0609040504020204" pitchFamily="49" charset="0"/>
              </a:rPr>
              <a:t>ldc1 $f8, 32($sp)</a:t>
            </a:r>
            <a:endParaRPr lang="en-AU" altLang="en-US" sz="200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4AC69BC6-C345-430D-9F4F-50370D6144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10501742-AF3F-4D35-9F4A-54D66D994A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AU" altLang="en-US" sz="1400"/>
          </a:p>
        </p:txBody>
      </p:sp>
      <p:sp>
        <p:nvSpPr>
          <p:cNvPr id="94211" name="Rectangle 4">
            <a:extLst>
              <a:ext uri="{FF2B5EF4-FFF2-40B4-BE49-F238E27FC236}">
                <a16:creationId xmlns:a16="http://schemas.microsoft.com/office/drawing/2014/main" id="{9900FB94-C951-47B0-AC7B-41181A786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Instructions in MIPS</a:t>
            </a:r>
            <a:endParaRPr lang="en-AU" altLang="en-US"/>
          </a:p>
        </p:txBody>
      </p:sp>
      <p:sp>
        <p:nvSpPr>
          <p:cNvPr id="94212" name="Rectangle 5">
            <a:extLst>
              <a:ext uri="{FF2B5EF4-FFF2-40B4-BE49-F238E27FC236}">
                <a16:creationId xmlns:a16="http://schemas.microsoft.com/office/drawing/2014/main" id="{106F8794-B78B-4935-96D8-F021B8261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257" y="1162114"/>
            <a:ext cx="8487544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Single-precision arithmetic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err="1">
                <a:latin typeface="Lucida Console" panose="020B0609040504020204" pitchFamily="49" charset="0"/>
              </a:rPr>
              <a:t>add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.s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sub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.s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mul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.s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div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.s</a:t>
            </a:r>
            <a:endParaRPr lang="en-US" altLang="en-US" sz="2400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/>
              <a:t>e.g., </a:t>
            </a:r>
            <a:r>
              <a:rPr lang="en-US" altLang="en-US" sz="2000" dirty="0" err="1">
                <a:latin typeface="Lucida Console" panose="020B0609040504020204" pitchFamily="49" charset="0"/>
              </a:rPr>
              <a:t>add.s</a:t>
            </a:r>
            <a:r>
              <a:rPr lang="en-US" altLang="en-US" sz="2000" dirty="0">
                <a:latin typeface="Lucida Console" panose="020B0609040504020204" pitchFamily="49" charset="0"/>
              </a:rPr>
              <a:t> $f0, $f1, $f6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Double-precision arithmetic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err="1">
                <a:latin typeface="Lucida Console" panose="020B0609040504020204" pitchFamily="49" charset="0"/>
              </a:rPr>
              <a:t>add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.d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sub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.d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mul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.d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div</a:t>
            </a:r>
            <a:r>
              <a:rPr lang="en-US" altLang="en-US" sz="24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.d</a:t>
            </a:r>
            <a:endParaRPr lang="en-US" altLang="en-US" sz="2400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/>
              <a:t>e.g., </a:t>
            </a:r>
            <a:r>
              <a:rPr lang="en-US" altLang="en-US" sz="2000" dirty="0" err="1">
                <a:latin typeface="Lucida Console" panose="020B0609040504020204" pitchFamily="49" charset="0"/>
              </a:rPr>
              <a:t>mul.d</a:t>
            </a:r>
            <a:r>
              <a:rPr lang="en-US" altLang="en-US" sz="2000" dirty="0">
                <a:latin typeface="Lucida Console" panose="020B0609040504020204" pitchFamily="49" charset="0"/>
              </a:rPr>
              <a:t> $f4, $f4, $f6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Single- and double-precision comparison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err="1">
                <a:latin typeface="Lucida Console" panose="020B0609040504020204" pitchFamily="49" charset="0"/>
              </a:rPr>
              <a:t>c.</a:t>
            </a:r>
            <a:r>
              <a:rPr lang="en-US" altLang="en-US" sz="2400" i="1" dirty="0" err="1">
                <a:latin typeface="Lucida Console" panose="020B0609040504020204" pitchFamily="49" charset="0"/>
              </a:rPr>
              <a:t>xx</a:t>
            </a:r>
            <a:r>
              <a:rPr lang="en-US" altLang="en-US" sz="2400" dirty="0" err="1">
                <a:latin typeface="Lucida Console" panose="020B0609040504020204" pitchFamily="49" charset="0"/>
              </a:rPr>
              <a:t>.s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c.</a:t>
            </a:r>
            <a:r>
              <a:rPr lang="en-US" altLang="en-US" sz="2400" i="1" dirty="0" err="1">
                <a:latin typeface="Lucida Console" panose="020B0609040504020204" pitchFamily="49" charset="0"/>
              </a:rPr>
              <a:t>xx</a:t>
            </a:r>
            <a:r>
              <a:rPr lang="en-US" altLang="en-US" sz="2400" dirty="0" err="1">
                <a:latin typeface="Lucida Console" panose="020B0609040504020204" pitchFamily="49" charset="0"/>
              </a:rPr>
              <a:t>.d</a:t>
            </a:r>
            <a:r>
              <a:rPr lang="en-US" altLang="en-US" sz="2400" dirty="0"/>
              <a:t>  (</a:t>
            </a:r>
            <a:r>
              <a:rPr lang="en-US" altLang="en-US" sz="2400" i="1" dirty="0">
                <a:latin typeface="Lucida Console" panose="020B0609040504020204" pitchFamily="49" charset="0"/>
              </a:rPr>
              <a:t>xx</a:t>
            </a:r>
            <a:r>
              <a:rPr lang="en-US" altLang="en-US" sz="2400" dirty="0"/>
              <a:t> = </a:t>
            </a:r>
            <a:r>
              <a:rPr lang="en-US" altLang="en-US" sz="2400" dirty="0">
                <a:latin typeface="Lucida Console" panose="020B0609040504020204" pitchFamily="49" charset="0"/>
              </a:rPr>
              <a:t>eq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lt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Lucida Console" panose="020B0609040504020204" pitchFamily="49" charset="0"/>
              </a:rPr>
              <a:t>le</a:t>
            </a:r>
            <a:r>
              <a:rPr lang="en-US" altLang="en-US" sz="2400" dirty="0"/>
              <a:t>, …)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Sets or clears FP condition-code bit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/>
              <a:t>e.g., </a:t>
            </a:r>
            <a:r>
              <a:rPr lang="en-US" altLang="en-US" sz="2000" dirty="0" err="1">
                <a:latin typeface="Lucida Console" panose="020B0609040504020204" pitchFamily="49" charset="0"/>
              </a:rPr>
              <a:t>c.lt.s</a:t>
            </a:r>
            <a:r>
              <a:rPr lang="en-US" altLang="en-US" sz="2000" dirty="0">
                <a:latin typeface="Lucida Console" panose="020B0609040504020204" pitchFamily="49" charset="0"/>
              </a:rPr>
              <a:t> $f3, $f4 # a condition code is 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Branch on FP condition code true or false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>
                <a:latin typeface="Lucida Console" panose="020B0609040504020204" pitchFamily="49" charset="0"/>
              </a:rPr>
              <a:t>bc1t, bc1f  # t/f set by previous inst.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dirty="0"/>
              <a:t>e.g., </a:t>
            </a:r>
            <a:r>
              <a:rPr lang="en-US" altLang="en-US" sz="2000" dirty="0">
                <a:latin typeface="Lucida Console" panose="020B0609040504020204" pitchFamily="49" charset="0"/>
              </a:rPr>
              <a:t>bc1t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TargetLabel</a:t>
            </a:r>
            <a:r>
              <a:rPr lang="en-US" altLang="en-US" sz="2000" dirty="0">
                <a:latin typeface="Lucida Console" panose="020B0609040504020204" pitchFamily="49" charset="0"/>
              </a:rPr>
              <a:t> # </a:t>
            </a:r>
            <a:r>
              <a:rPr lang="en-US" altLang="en-US" sz="2000" dirty="0" err="1">
                <a:latin typeface="Lucida Console" panose="020B0609040504020204" pitchFamily="49" charset="0"/>
              </a:rPr>
              <a:t>goto</a:t>
            </a:r>
            <a:r>
              <a:rPr lang="en-US" altLang="en-US" sz="2000" dirty="0">
                <a:latin typeface="Lucida Console" panose="020B0609040504020204" pitchFamily="49" charset="0"/>
              </a:rPr>
              <a:t> </a:t>
            </a:r>
            <a:r>
              <a:rPr lang="en-US" altLang="en-US" sz="2000" dirty="0" err="1">
                <a:latin typeface="Lucida Console" panose="020B0609040504020204" pitchFamily="49" charset="0"/>
              </a:rPr>
              <a:t>TargetLabel</a:t>
            </a:r>
            <a:r>
              <a:rPr lang="en-US" altLang="en-US" sz="2000" dirty="0">
                <a:latin typeface="Lucida Console" panose="020B0609040504020204" pitchFamily="49" charset="0"/>
              </a:rPr>
              <a:t> if true</a:t>
            </a:r>
            <a:endParaRPr lang="en-AU" altLang="en-US" sz="2000" dirty="0">
              <a:latin typeface="Lucida Console" panose="020B060904050402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BC7CFE-3113-578A-FA19-98BFDA0EEFED}"/>
                  </a:ext>
                </a:extLst>
              </p14:cNvPr>
              <p14:cNvContentPartPr/>
              <p14:nvPr/>
            </p14:nvContentPartPr>
            <p14:xfrm>
              <a:off x="160920" y="1580400"/>
              <a:ext cx="8870040" cy="4554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BC7CFE-3113-578A-FA19-98BFDA0EEF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560" y="1571040"/>
                <a:ext cx="8888760" cy="457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41916D9E-173F-4D0E-A036-EF4E33EB33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A361FF59-9BC5-469B-8EB6-DFD182FE1CD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en-US" sz="1400"/>
          </a:p>
        </p:txBody>
      </p:sp>
      <p:sp>
        <p:nvSpPr>
          <p:cNvPr id="96259" name="Rectangle 4">
            <a:extLst>
              <a:ext uri="{FF2B5EF4-FFF2-40B4-BE49-F238E27FC236}">
                <a16:creationId xmlns:a16="http://schemas.microsoft.com/office/drawing/2014/main" id="{9E5D4A7B-AEAA-4539-8AC9-E7F5C393E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FP Example: °F to °C</a:t>
            </a:r>
          </a:p>
        </p:txBody>
      </p:sp>
      <p:sp>
        <p:nvSpPr>
          <p:cNvPr id="96260" name="Rectangle 5">
            <a:extLst>
              <a:ext uri="{FF2B5EF4-FFF2-40B4-BE49-F238E27FC236}">
                <a16:creationId xmlns:a16="http://schemas.microsoft.com/office/drawing/2014/main" id="{358E01CC-A9D5-45B6-97AB-C9A3DFFBC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6259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 code: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	float f2c (float </a:t>
            </a:r>
            <a:r>
              <a:rPr lang="en-US" altLang="en-US" sz="2400" dirty="0" err="1">
                <a:latin typeface="Lucida Console" panose="020B0609040504020204" pitchFamily="49" charset="0"/>
              </a:rPr>
              <a:t>fahr</a:t>
            </a:r>
            <a:r>
              <a:rPr lang="en-US" altLang="en-US" sz="2400" dirty="0">
                <a:latin typeface="Lucida Console" panose="020B0609040504020204" pitchFamily="49" charset="0"/>
              </a:rPr>
              <a:t>) {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return ((5.0/9.0)*(</a:t>
            </a:r>
            <a:r>
              <a:rPr lang="en-US" altLang="en-US" sz="2400" dirty="0" err="1">
                <a:latin typeface="Lucida Console" panose="020B0609040504020204" pitchFamily="49" charset="0"/>
              </a:rPr>
              <a:t>fahr</a:t>
            </a:r>
            <a:r>
              <a:rPr lang="en-US" altLang="en-US" sz="2400" dirty="0">
                <a:latin typeface="Lucida Console" panose="020B0609040504020204" pitchFamily="49" charset="0"/>
              </a:rPr>
              <a:t> - 32.0));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err="1">
                <a:latin typeface="Lucida Console" panose="020B0609040504020204" pitchFamily="49" charset="0"/>
              </a:rPr>
              <a:t>fahr</a:t>
            </a:r>
            <a:r>
              <a:rPr lang="en-US" altLang="en-US" sz="2400" dirty="0"/>
              <a:t> in $f12, result in $f0, literals (5.0, 9.0, 32.0) in global memory space (pointed by register $</a:t>
            </a:r>
            <a:r>
              <a:rPr lang="en-US" altLang="en-US" sz="2400" dirty="0" err="1"/>
              <a:t>gp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Compiled MIPS code: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	f2c: lwc1  $f16, const5($</a:t>
            </a:r>
            <a:r>
              <a:rPr lang="en-US" altLang="en-US" sz="2400" dirty="0" err="1">
                <a:latin typeface="Lucida Console" panose="020B0609040504020204" pitchFamily="49" charset="0"/>
              </a:rPr>
              <a:t>gp</a:t>
            </a:r>
            <a:r>
              <a:rPr lang="en-US" altLang="en-US" sz="2400" dirty="0">
                <a:latin typeface="Lucida Console" panose="020B0609040504020204" pitchFamily="49" charset="0"/>
              </a:rPr>
              <a:t>) # using c1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lwc1  $f18, const9($</a:t>
            </a:r>
            <a:r>
              <a:rPr lang="en-US" altLang="en-US" sz="2400" dirty="0" err="1">
                <a:latin typeface="Lucida Console" panose="020B0609040504020204" pitchFamily="49" charset="0"/>
              </a:rPr>
              <a:t>gp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div.s</a:t>
            </a:r>
            <a:r>
              <a:rPr lang="en-US" altLang="en-US" sz="2400" dirty="0">
                <a:latin typeface="Lucida Console" panose="020B0609040504020204" pitchFamily="49" charset="0"/>
              </a:rPr>
              <a:t> $f16, $f16, $f18 # f16=5.0/9.0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lwc1  $f18, const32($</a:t>
            </a:r>
            <a:r>
              <a:rPr lang="en-US" altLang="en-US" sz="2400" dirty="0" err="1">
                <a:latin typeface="Lucida Console" panose="020B0609040504020204" pitchFamily="49" charset="0"/>
              </a:rPr>
              <a:t>gp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sub.s</a:t>
            </a:r>
            <a:r>
              <a:rPr lang="en-US" altLang="en-US" sz="2400" dirty="0">
                <a:latin typeface="Lucida Console" panose="020B0609040504020204" pitchFamily="49" charset="0"/>
              </a:rPr>
              <a:t> $f18, $f12, $f18 # fahr-32.0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mul.s</a:t>
            </a:r>
            <a:r>
              <a:rPr lang="en-US" altLang="en-US" sz="2400" dirty="0">
                <a:latin typeface="Lucida Console" panose="020B0609040504020204" pitchFamily="49" charset="0"/>
              </a:rPr>
              <a:t> $f0,  $f16, $f18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jr</a:t>
            </a:r>
            <a:r>
              <a:rPr lang="en-US" altLang="en-US" sz="2400" dirty="0">
                <a:latin typeface="Lucida Console" panose="020B0609040504020204" pitchFamily="49" charset="0"/>
              </a:rPr>
              <a:t>    $ra</a:t>
            </a:r>
            <a:endParaRPr lang="en-AU" altLang="en-US" sz="2400" dirty="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7D334B08-7A5D-436E-9B89-F91FF28B21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5AC2BF86-26E7-4E09-A649-C83E933D052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en-US" sz="14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3077A3AF-F814-4163-9DCC-79FF4E571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FP Example: Array Multiplication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FE782E7D-6DE6-4817-985B-83965A94F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X = X + Y </a:t>
            </a:r>
            <a:r>
              <a:rPr lang="en-US" altLang="en-US" sz="2800" dirty="0">
                <a:cs typeface="Arial" panose="020B0604020202020204" pitchFamily="34" charset="0"/>
              </a:rPr>
              <a:t>× Z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cs typeface="Arial" panose="020B0604020202020204" pitchFamily="34" charset="0"/>
              </a:rPr>
              <a:t>All 32 × 32 matrices, 64-bit double-precision elements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 code: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	</a:t>
            </a:r>
            <a:r>
              <a:rPr lang="nb-NO" altLang="en-US" sz="2000" dirty="0">
                <a:latin typeface="Lucida Console" panose="020B0609040504020204" pitchFamily="49" charset="0"/>
              </a:rPr>
              <a:t>void mm (double x[][], double y[][], double z[][]) {</a:t>
            </a:r>
            <a:br>
              <a:rPr lang="nb-NO" altLang="en-US" sz="2000" dirty="0">
                <a:latin typeface="Lucida Console" panose="020B0609040504020204" pitchFamily="49" charset="0"/>
              </a:rPr>
            </a:br>
            <a:r>
              <a:rPr lang="nb-NO" altLang="en-US" sz="2000" dirty="0">
                <a:latin typeface="Lucida Console" panose="020B0609040504020204" pitchFamily="49" charset="0"/>
              </a:rPr>
              <a:t>  int i, j, </a:t>
            </a:r>
            <a:r>
              <a:rPr lang="nb-NO" altLang="en-US" sz="2000">
                <a:latin typeface="Lucida Console" panose="020B0609040504020204" pitchFamily="49" charset="0"/>
              </a:rPr>
              <a:t>k;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br>
              <a:rPr lang="nb-NO" altLang="en-US" sz="2000" dirty="0">
                <a:latin typeface="Lucida Console" panose="020B0609040504020204" pitchFamily="49" charset="0"/>
              </a:rPr>
            </a:br>
            <a:r>
              <a:rPr lang="nb-NO" altLang="en-US" sz="2000" dirty="0">
                <a:latin typeface="Lucida Console" panose="020B0609040504020204" pitchFamily="49" charset="0"/>
              </a:rPr>
              <a:t>  for (i = 0; i! = 32; i = i + 1)</a:t>
            </a:r>
            <a:br>
              <a:rPr lang="nb-NO" altLang="en-US" sz="2000" dirty="0">
                <a:latin typeface="Lucida Console" panose="020B0609040504020204" pitchFamily="49" charset="0"/>
              </a:rPr>
            </a:br>
            <a:r>
              <a:rPr lang="nb-NO" altLang="en-US" sz="2000" dirty="0">
                <a:latin typeface="Lucida Console" panose="020B0609040504020204" pitchFamily="49" charset="0"/>
              </a:rPr>
              <a:t>    for (j = 0; j! = 32; j = j + 1)</a:t>
            </a:r>
            <a:br>
              <a:rPr lang="nb-NO" altLang="en-US" sz="2000" dirty="0">
                <a:latin typeface="Lucida Console" panose="020B0609040504020204" pitchFamily="49" charset="0"/>
              </a:rPr>
            </a:br>
            <a:r>
              <a:rPr lang="nb-NO" altLang="en-US" sz="2000" dirty="0">
                <a:latin typeface="Lucida Console" panose="020B0609040504020204" pitchFamily="49" charset="0"/>
              </a:rPr>
              <a:t>      for (k = 0; k! = 32; k = k + 1)</a:t>
            </a:r>
            <a:br>
              <a:rPr lang="nb-NO" altLang="en-US" sz="2000" dirty="0">
                <a:latin typeface="Lucida Console" panose="020B0609040504020204" pitchFamily="49" charset="0"/>
              </a:rPr>
            </a:br>
            <a:r>
              <a:rPr lang="nb-NO" altLang="en-US" sz="2000" dirty="0">
                <a:latin typeface="Lucida Console" panose="020B0609040504020204" pitchFamily="49" charset="0"/>
              </a:rPr>
              <a:t>        x[i][j] = x[i][j] + y[i][k] * z[k][j];</a:t>
            </a:r>
            <a:br>
              <a:rPr lang="nb-NO" altLang="en-US" sz="2000" dirty="0">
                <a:latin typeface="Lucida Console" panose="020B0609040504020204" pitchFamily="49" charset="0"/>
              </a:rPr>
            </a:br>
            <a:r>
              <a:rPr lang="nb-NO" altLang="en-US" sz="2000" dirty="0">
                <a:latin typeface="Lucida Console" panose="020B0609040504020204" pitchFamily="49" charset="0"/>
              </a:rPr>
              <a:t>}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Addresses of </a:t>
            </a:r>
            <a:r>
              <a:rPr lang="en-US" altLang="en-US" sz="2400" dirty="0">
                <a:latin typeface="Lucida Console" panose="020B0609040504020204" pitchFamily="49" charset="0"/>
              </a:rPr>
              <a:t>x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Lucida Console" panose="020B0609040504020204" pitchFamily="49" charset="0"/>
              </a:rPr>
              <a:t>y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Lucida Console" panose="020B0609040504020204" pitchFamily="49" charset="0"/>
              </a:rPr>
              <a:t>z</a:t>
            </a:r>
            <a:r>
              <a:rPr lang="en-US" altLang="en-US" sz="2400" dirty="0"/>
              <a:t> in $a0, $a1, $a2, and</a:t>
            </a:r>
            <a:br>
              <a:rPr lang="en-US" altLang="en-US" sz="2400" dirty="0"/>
            </a:br>
            <a:r>
              <a:rPr lang="en-US" altLang="en-US" sz="2400" dirty="0" err="1">
                <a:latin typeface="Lucida Console" panose="020B0609040504020204" pitchFamily="49" charset="0"/>
              </a:rPr>
              <a:t>i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Lucida Console" panose="020B0609040504020204" pitchFamily="49" charset="0"/>
              </a:rPr>
              <a:t>j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Lucida Console" panose="020B0609040504020204" pitchFamily="49" charset="0"/>
              </a:rPr>
              <a:t>k</a:t>
            </a:r>
            <a:r>
              <a:rPr lang="en-US" altLang="en-US" sz="2400" dirty="0"/>
              <a:t> in $s0, $s1, $s2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2">
            <a:extLst>
              <a:ext uri="{FF2B5EF4-FFF2-40B4-BE49-F238E27FC236}">
                <a16:creationId xmlns:a16="http://schemas.microsoft.com/office/drawing/2014/main" id="{338406DF-6E5D-4F5A-87BC-C00D8A126D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D625479F-438C-4E1B-A22A-9410660F96F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en-US" sz="1400"/>
          </a:p>
        </p:txBody>
      </p:sp>
      <p:sp>
        <p:nvSpPr>
          <p:cNvPr id="100355" name="Rectangle 7">
            <a:extLst>
              <a:ext uri="{FF2B5EF4-FFF2-40B4-BE49-F238E27FC236}">
                <a16:creationId xmlns:a16="http://schemas.microsoft.com/office/drawing/2014/main" id="{9FF2C107-03A2-4F18-8E19-5EFD321E9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28775"/>
            <a:ext cx="8135937" cy="12382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0356" name="Rectangle 8">
            <a:extLst>
              <a:ext uri="{FF2B5EF4-FFF2-40B4-BE49-F238E27FC236}">
                <a16:creationId xmlns:a16="http://schemas.microsoft.com/office/drawing/2014/main" id="{1EFAABBB-435D-4EA0-B874-C2D9A1466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867025"/>
            <a:ext cx="8135937" cy="15049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0357" name="Rectangle 9">
            <a:extLst>
              <a:ext uri="{FF2B5EF4-FFF2-40B4-BE49-F238E27FC236}">
                <a16:creationId xmlns:a16="http://schemas.microsoft.com/office/drawing/2014/main" id="{AADBB308-41DE-4B4F-ACA4-8CEB01BE5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371975"/>
            <a:ext cx="8135937" cy="15049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0358" name="Rectangle 4">
            <a:extLst>
              <a:ext uri="{FF2B5EF4-FFF2-40B4-BE49-F238E27FC236}">
                <a16:creationId xmlns:a16="http://schemas.microsoft.com/office/drawing/2014/main" id="{47F9FEA7-C61D-490C-A204-CF70AF080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FP Example: Array Multiplication</a:t>
            </a:r>
            <a:endParaRPr lang="en-AU" altLang="en-US" sz="4000"/>
          </a:p>
        </p:txBody>
      </p:sp>
      <p:sp>
        <p:nvSpPr>
          <p:cNvPr id="100359" name="Rectangle 5">
            <a:extLst>
              <a:ext uri="{FF2B5EF4-FFF2-40B4-BE49-F238E27FC236}">
                <a16:creationId xmlns:a16="http://schemas.microsoft.com/office/drawing/2014/main" id="{E968DCD5-245C-4564-8E54-8962C6393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  MIPS code: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    </a:t>
            </a:r>
            <a:r>
              <a:rPr lang="en-AU" altLang="en-US" sz="1800">
                <a:latin typeface="Lucida Console" panose="020B0609040504020204" pitchFamily="49" charset="0"/>
              </a:rPr>
              <a:t>li   $t1, 32       # $t1 = 32 (row size/loop end)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li   $s0, 0        # i = 0; initialize 1st for loop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L1: li   $s1, 0        # j = 0; restart 2nd for loop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L2: li   $s2, 0        # k = 0; restart 3rd for loop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sll  $t2, $s0, 5   # $t2 = i * 32 (size of row of x)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</a:t>
            </a:r>
            <a:r>
              <a:rPr lang="fr-FR" altLang="en-US" sz="1800">
                <a:latin typeface="Lucida Console" panose="020B0609040504020204" pitchFamily="49" charset="0"/>
              </a:rPr>
              <a:t>addu $t2, $t2, $s1 # $t2 = i * size(row) + j</a:t>
            </a:r>
            <a:br>
              <a:rPr lang="fr-FR" altLang="en-US" sz="1800">
                <a:latin typeface="Lucida Console" panose="020B0609040504020204" pitchFamily="49" charset="0"/>
              </a:rPr>
            </a:br>
            <a:r>
              <a:rPr lang="fr-FR" altLang="en-US" sz="1800">
                <a:latin typeface="Lucida Console" panose="020B0609040504020204" pitchFamily="49" charset="0"/>
              </a:rPr>
              <a:t>    </a:t>
            </a:r>
            <a:r>
              <a:rPr lang="en-AU" altLang="en-US" sz="1800">
                <a:latin typeface="Lucida Console" panose="020B0609040504020204" pitchFamily="49" charset="0"/>
              </a:rPr>
              <a:t>sll  $t2, $t2, 3   # $t2 = byte offset of [i][j]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addu $t2, $a0, $t2 # $t2 = byte address of x[i][j]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l.d  $f4, 0($t2)   # $f4 = 8 bytes of x[i][j]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L3: sll  $t0, $s2, 5   # $t0 = k * 32 (size of row of z)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addu $t0, $t0, $s1 # $t0 = k * size(row) + j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sll  $t0, $t0, 3   # $t0 = byte offset of [k][j]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addu $t0, $a2, $t0 # $t0 = byte address of z[k][j]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l.d  $f16, 0($t0)  # $f16 = 8 bytes of z[k][j]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2">
            <a:extLst>
              <a:ext uri="{FF2B5EF4-FFF2-40B4-BE49-F238E27FC236}">
                <a16:creationId xmlns:a16="http://schemas.microsoft.com/office/drawing/2014/main" id="{5980102E-9E7C-474E-8A08-801C5F3396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DFF0BA1E-94F8-44DE-A573-650133AC581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en-US" sz="1400"/>
          </a:p>
        </p:txBody>
      </p:sp>
      <p:sp>
        <p:nvSpPr>
          <p:cNvPr id="102403" name="Rectangle 5">
            <a:extLst>
              <a:ext uri="{FF2B5EF4-FFF2-40B4-BE49-F238E27FC236}">
                <a16:creationId xmlns:a16="http://schemas.microsoft.com/office/drawing/2014/main" id="{5A97ECF6-9AC4-45B6-B2EA-972AD4E3F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84313"/>
            <a:ext cx="8135937" cy="149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04" name="Rectangle 6">
            <a:extLst>
              <a:ext uri="{FF2B5EF4-FFF2-40B4-BE49-F238E27FC236}">
                <a16:creationId xmlns:a16="http://schemas.microsoft.com/office/drawing/2014/main" id="{96DF8B00-7947-49DD-8820-C6098B1F2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982913"/>
            <a:ext cx="8135937" cy="5984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05" name="Rectangle 7">
            <a:extLst>
              <a:ext uri="{FF2B5EF4-FFF2-40B4-BE49-F238E27FC236}">
                <a16:creationId xmlns:a16="http://schemas.microsoft.com/office/drawing/2014/main" id="{47382377-A7EF-4D46-AC26-2C8E6417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81400"/>
            <a:ext cx="8135937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06" name="Rectangle 8">
            <a:extLst>
              <a:ext uri="{FF2B5EF4-FFF2-40B4-BE49-F238E27FC236}">
                <a16:creationId xmlns:a16="http://schemas.microsoft.com/office/drawing/2014/main" id="{F5C492A6-36DE-44E2-BA43-6F631D1C8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495800"/>
            <a:ext cx="8135937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07" name="Rectangle 9">
            <a:extLst>
              <a:ext uri="{FF2B5EF4-FFF2-40B4-BE49-F238E27FC236}">
                <a16:creationId xmlns:a16="http://schemas.microsoft.com/office/drawing/2014/main" id="{0A70B208-7B72-4CBB-80DE-3AD5C14F3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105400"/>
            <a:ext cx="8135937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08" name="Rectangle 2">
            <a:extLst>
              <a:ext uri="{FF2B5EF4-FFF2-40B4-BE49-F238E27FC236}">
                <a16:creationId xmlns:a16="http://schemas.microsoft.com/office/drawing/2014/main" id="{A2C30576-F1DE-49DD-BF8B-1C05B6581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FP Example: Array Multiplication</a:t>
            </a:r>
            <a:endParaRPr lang="en-AU" altLang="en-US" sz="4000"/>
          </a:p>
        </p:txBody>
      </p:sp>
      <p:sp>
        <p:nvSpPr>
          <p:cNvPr id="102409" name="Rectangle 3">
            <a:extLst>
              <a:ext uri="{FF2B5EF4-FFF2-40B4-BE49-F238E27FC236}">
                <a16:creationId xmlns:a16="http://schemas.microsoft.com/office/drawing/2014/main" id="{33B4F8F7-3C0D-4B45-94DF-19B1A429B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Lucida Console" panose="020B0609040504020204" pitchFamily="49" charset="0"/>
              </a:rPr>
              <a:t>    …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</a:t>
            </a:r>
            <a:r>
              <a:rPr lang="en-AU" altLang="en-US" sz="1800">
                <a:latin typeface="Lucida Console" panose="020B0609040504020204" pitchFamily="49" charset="0"/>
              </a:rPr>
              <a:t>sll  $t0, $s0, 5       # $t0 = i*32 (size of row of y)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addu  $t0, $t0, $s2    # $t0 = i*size(row) + k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sll   $t0, $t0, 3      # $t0 = byte offset of [i][k]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addu  $t0, $a1, $t0    # $t0 = byte address of y[i][k]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l.d   $f18, 0($t0)     # $f18 = 8 bytes of y[i][k]</a:t>
            </a:r>
            <a:br>
              <a:rPr lang="en-AU" altLang="en-US" sz="1800">
                <a:latin typeface="Lucida Console" panose="020B0609040504020204" pitchFamily="49" charset="0"/>
              </a:rPr>
            </a:br>
            <a:r>
              <a:rPr lang="en-AU" altLang="en-US" sz="1800">
                <a:latin typeface="Lucida Console" panose="020B0609040504020204" pitchFamily="49" charset="0"/>
              </a:rPr>
              <a:t>    </a:t>
            </a:r>
            <a:r>
              <a:rPr lang="en-US" altLang="en-US" sz="1800">
                <a:latin typeface="Lucida Console" panose="020B0609040504020204" pitchFamily="49" charset="0"/>
              </a:rPr>
              <a:t>mul.d $f16, $f18, $f16 # $f16 = y[i][k] * z[k][j]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add.d $f4, $f4, $f16   # f4=x[i][j] + y[i][k]*z[k][j]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addiu $s2, $s2, 1      # $k k + 1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bne   $s2, $t1, L3     # if (k != 32) go to L3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s.d   $f4, 0($t2)      # x[i][j] = $f4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addiu $s1, $s1, 1      # $j = j + 1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bne   $s1, $t1, L2     # if (j != 32) go to L2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addiu $s0, $s0, 1      # $i = i + 1</a:t>
            </a:r>
            <a:br>
              <a:rPr lang="en-US" altLang="en-US" sz="1800">
                <a:latin typeface="Lucida Console" panose="020B0609040504020204" pitchFamily="49" charset="0"/>
              </a:rPr>
            </a:br>
            <a:r>
              <a:rPr lang="en-US" altLang="en-US" sz="1800">
                <a:latin typeface="Lucida Console" panose="020B0609040504020204" pitchFamily="49" charset="0"/>
              </a:rPr>
              <a:t>    bne   $s0, $t1, L1     # if (i != 32) go to L1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2BB129B9-A5CA-49DF-8F64-C373B3E95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3D38D2F1-DE75-4DF0-B3BC-3D9224DD6E1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en-US" sz="14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A30AACC0-31C7-4F05-AB82-F7DAFE2AC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Interpretation of Data</a:t>
            </a:r>
          </a:p>
        </p:txBody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28937DB0-AEF0-4212-8B0A-336E02129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33575"/>
            <a:ext cx="8270875" cy="4303713"/>
          </a:xfrm>
        </p:spPr>
        <p:txBody>
          <a:bodyPr/>
          <a:lstStyle/>
          <a:p>
            <a:pPr eaLnBrk="1" hangingPunct="1"/>
            <a:r>
              <a:rPr lang="en-AU" altLang="en-US"/>
              <a:t>Bits have no inherent meaning</a:t>
            </a:r>
          </a:p>
          <a:p>
            <a:pPr lvl="1" eaLnBrk="1" hangingPunct="1"/>
            <a:r>
              <a:rPr lang="en-AU" altLang="en-US"/>
              <a:t>Interpretation depends on the instructions applied</a:t>
            </a:r>
          </a:p>
          <a:p>
            <a:pPr eaLnBrk="1" hangingPunct="1"/>
            <a:r>
              <a:rPr lang="en-AU" altLang="en-US"/>
              <a:t>Computer representations of numbers</a:t>
            </a:r>
          </a:p>
          <a:p>
            <a:pPr lvl="1" eaLnBrk="1" hangingPunct="1"/>
            <a:r>
              <a:rPr lang="en-AU" altLang="en-US"/>
              <a:t>Finite range and finite precision</a:t>
            </a:r>
          </a:p>
          <a:p>
            <a:pPr lvl="1" eaLnBrk="1" hangingPunct="1"/>
            <a:r>
              <a:rPr lang="en-AU" altLang="en-US"/>
              <a:t>Need to account for this in programs</a:t>
            </a:r>
          </a:p>
        </p:txBody>
      </p:sp>
      <p:sp>
        <p:nvSpPr>
          <p:cNvPr id="104453" name="Text Box 4">
            <a:extLst>
              <a:ext uri="{FF2B5EF4-FFF2-40B4-BE49-F238E27FC236}">
                <a16:creationId xmlns:a16="http://schemas.microsoft.com/office/drawing/2014/main" id="{68D7E8BE-039B-4C8C-A870-A16F790BE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>
            <a:extLst>
              <a:ext uri="{FF2B5EF4-FFF2-40B4-BE49-F238E27FC236}">
                <a16:creationId xmlns:a16="http://schemas.microsoft.com/office/drawing/2014/main" id="{E1544BD3-F98C-4D4E-A40E-39D812F464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EC27334F-B88A-4A26-9A70-B501C3101B8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en-US" sz="14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8817BE39-DD36-4B07-B58F-CD87C766A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7992243" cy="707886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Note on Right Shift and Division</a:t>
            </a:r>
            <a:endParaRPr lang="en-AU" altLang="en-US" sz="4000" dirty="0"/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5C3946D-0FF0-4D4F-A0FF-AD02702CE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Left shift by </a:t>
            </a:r>
            <a:r>
              <a:rPr lang="en-US" altLang="en-US" i="1" dirty="0" err="1"/>
              <a:t>i</a:t>
            </a:r>
            <a:r>
              <a:rPr lang="en-US" altLang="en-US" dirty="0"/>
              <a:t> places multiplies an integer by 2</a:t>
            </a:r>
            <a:r>
              <a:rPr lang="en-US" altLang="en-US" i="1" baseline="30000" dirty="0"/>
              <a:t>i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Right shift divides by 2</a:t>
            </a:r>
            <a:r>
              <a:rPr lang="en-US" altLang="en-US" i="1" baseline="30000" dirty="0"/>
              <a:t>i </a:t>
            </a:r>
            <a:r>
              <a:rPr lang="en-US" altLang="en-US" dirty="0"/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Only works for </a:t>
            </a:r>
            <a:r>
              <a:rPr lang="en-US" altLang="en-US" dirty="0">
                <a:solidFill>
                  <a:srgbClr val="C00000"/>
                </a:solidFill>
              </a:rPr>
              <a:t>unsigned</a:t>
            </a:r>
            <a:r>
              <a:rPr lang="en-US" altLang="en-US" dirty="0"/>
              <a:t> integers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For signed integers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</a:rPr>
              <a:t>Arithmetic</a:t>
            </a:r>
            <a:r>
              <a:rPr lang="en-US" altLang="en-US" dirty="0"/>
              <a:t> right shift: </a:t>
            </a:r>
            <a:r>
              <a:rPr lang="en-US" altLang="en-US" dirty="0">
                <a:solidFill>
                  <a:srgbClr val="C00000"/>
                </a:solidFill>
              </a:rPr>
              <a:t>replicate</a:t>
            </a:r>
            <a:r>
              <a:rPr lang="en-US" altLang="en-US" dirty="0"/>
              <a:t> the sign bit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e.g., –5 / 4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1</a:t>
            </a:r>
            <a:r>
              <a:rPr lang="en-US" altLang="en-US" dirty="0"/>
              <a:t>1111011</a:t>
            </a:r>
            <a:r>
              <a:rPr lang="en-US" altLang="en-US" baseline="-25000" dirty="0"/>
              <a:t>2</a:t>
            </a:r>
            <a:r>
              <a:rPr lang="en-US" altLang="en-US" dirty="0"/>
              <a:t> &gt;&gt; 2 = </a:t>
            </a:r>
            <a:r>
              <a:rPr lang="en-US" altLang="en-US" dirty="0">
                <a:solidFill>
                  <a:schemeClr val="hlink"/>
                </a:solidFill>
              </a:rPr>
              <a:t>111</a:t>
            </a:r>
            <a:r>
              <a:rPr lang="en-US" altLang="en-US" dirty="0"/>
              <a:t>11110</a:t>
            </a:r>
            <a:r>
              <a:rPr lang="en-US" altLang="en-US" baseline="-25000" dirty="0"/>
              <a:t>2</a:t>
            </a:r>
            <a:r>
              <a:rPr lang="en-US" altLang="en-US" dirty="0"/>
              <a:t> = –2   (not –1)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c.f.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1</a:t>
            </a:r>
            <a:r>
              <a:rPr lang="en-US" altLang="en-US" dirty="0"/>
              <a:t>1111011</a:t>
            </a:r>
            <a:r>
              <a:rPr lang="en-US" altLang="en-US" baseline="-25000" dirty="0"/>
              <a:t>2</a:t>
            </a:r>
            <a:r>
              <a:rPr lang="en-US" altLang="en-US" dirty="0"/>
              <a:t> &gt;&gt; 2 = </a:t>
            </a:r>
            <a:r>
              <a:rPr lang="en-US" altLang="en-US" dirty="0">
                <a:solidFill>
                  <a:schemeClr val="hlink"/>
                </a:solidFill>
              </a:rPr>
              <a:t>001</a:t>
            </a:r>
            <a:r>
              <a:rPr lang="en-US" altLang="en-US" dirty="0"/>
              <a:t>11110</a:t>
            </a:r>
            <a:r>
              <a:rPr lang="en-US" altLang="en-US" baseline="-25000" dirty="0"/>
              <a:t>2</a:t>
            </a:r>
            <a:r>
              <a:rPr lang="en-US" altLang="en-US" dirty="0"/>
              <a:t> = +62</a:t>
            </a:r>
          </a:p>
        </p:txBody>
      </p:sp>
      <p:sp>
        <p:nvSpPr>
          <p:cNvPr id="106501" name="Text Box 4">
            <a:extLst>
              <a:ext uri="{FF2B5EF4-FFF2-40B4-BE49-F238E27FC236}">
                <a16:creationId xmlns:a16="http://schemas.microsoft.com/office/drawing/2014/main" id="{A7FD9DF2-6202-45DC-8ABC-AFA6B2FFE86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573169" y="1204119"/>
            <a:ext cx="2774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§3.8 Fallacies and Pitfalls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441BD87D-4C48-4189-B3A2-11BD8E02FC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63BCF716-F052-4DD8-89A8-42222D7CE36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AU" altLang="en-US" sz="14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F70CAEC6-50C9-490B-B335-C68EEC2E3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Note on Associativity</a:t>
            </a:r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2227E285-6BEB-4BFA-BF30-B28A42DF7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636712"/>
          </a:xfrm>
        </p:spPr>
        <p:txBody>
          <a:bodyPr/>
          <a:lstStyle/>
          <a:p>
            <a:pPr eaLnBrk="1" hangingPunct="1"/>
            <a:r>
              <a:rPr lang="en-AU" altLang="en-US"/>
              <a:t>Parallel programs may interleave operations in unexpected orders</a:t>
            </a:r>
          </a:p>
          <a:p>
            <a:pPr lvl="1" eaLnBrk="1" hangingPunct="1"/>
            <a:r>
              <a:rPr lang="en-AU" altLang="en-US"/>
              <a:t>Assumptions of associativity may fail</a:t>
            </a:r>
          </a:p>
        </p:txBody>
      </p:sp>
      <p:sp>
        <p:nvSpPr>
          <p:cNvPr id="108549" name="Text Box 4">
            <a:extLst>
              <a:ext uri="{FF2B5EF4-FFF2-40B4-BE49-F238E27FC236}">
                <a16:creationId xmlns:a16="http://schemas.microsoft.com/office/drawing/2014/main" id="{1EA3B336-3B6B-44B2-9F9C-878A185CFAC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068219" y="2709069"/>
            <a:ext cx="57848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§3.6 Parallelism and Computer Arithmetic: Associativity</a:t>
            </a:r>
          </a:p>
        </p:txBody>
      </p:sp>
      <p:graphicFrame>
        <p:nvGraphicFramePr>
          <p:cNvPr id="108550" name="Object 5">
            <a:extLst>
              <a:ext uri="{FF2B5EF4-FFF2-40B4-BE49-F238E27FC236}">
                <a16:creationId xmlns:a16="http://schemas.microsoft.com/office/drawing/2014/main" id="{3092CFF4-05A8-40DD-98D0-C3C24D590E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2787650"/>
          <a:ext cx="54864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56238" imgH="1879409" progId="Excel.Sheet.8">
                  <p:embed/>
                </p:oleObj>
              </mc:Choice>
              <mc:Fallback>
                <p:oleObj name="Worksheet" r:id="rId3" imgW="5556238" imgH="1879409" progId="Excel.Sheet.8">
                  <p:embed/>
                  <p:pic>
                    <p:nvPicPr>
                      <p:cNvPr id="108550" name="Object 5">
                        <a:extLst>
                          <a:ext uri="{FF2B5EF4-FFF2-40B4-BE49-F238E27FC236}">
                            <a16:creationId xmlns:a16="http://schemas.microsoft.com/office/drawing/2014/main" id="{3092CFF4-05A8-40DD-98D0-C3C24D590E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2787650"/>
                        <a:ext cx="54864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1" name="Rectangle 6">
            <a:extLst>
              <a:ext uri="{FF2B5EF4-FFF2-40B4-BE49-F238E27FC236}">
                <a16:creationId xmlns:a16="http://schemas.microsoft.com/office/drawing/2014/main" id="{4D157E6E-7E3D-448F-85C2-088BAD832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775200"/>
            <a:ext cx="7488237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en-US"/>
              <a:t>Need to validate parallel programs under varying degrees of parallelism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1D1912F0-EE8B-4935-ABE4-9CC2BDD2B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3 — Arithmetic for Computers — </a:t>
            </a:r>
            <a:fld id="{A811F768-0CD9-43C8-ADBF-C9DBB0EB36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AU" altLang="en-US" sz="14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836D58C-15C6-4320-B36F-0ADB11755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699A8F46-6F06-479B-8FE4-A41B1E97E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7063" y="1006475"/>
            <a:ext cx="8270875" cy="5446713"/>
          </a:xfrm>
        </p:spPr>
        <p:txBody>
          <a:bodyPr/>
          <a:lstStyle/>
          <a:p>
            <a:pPr eaLnBrk="1" hangingPunct="1"/>
            <a:r>
              <a:rPr lang="en-US" altLang="en-US" dirty="0"/>
              <a:t>ISAs support arithmetic</a:t>
            </a:r>
          </a:p>
          <a:p>
            <a:pPr lvl="1" eaLnBrk="1" hangingPunct="1"/>
            <a:r>
              <a:rPr lang="en-US" altLang="en-US" sz="2600" dirty="0"/>
              <a:t>Signed and unsigned integers</a:t>
            </a:r>
          </a:p>
          <a:p>
            <a:pPr lvl="1" eaLnBrk="1" hangingPunct="1"/>
            <a:r>
              <a:rPr lang="en-US" altLang="en-US" sz="2600" dirty="0"/>
              <a:t>Floating-point approximation to real numbers</a:t>
            </a:r>
          </a:p>
          <a:p>
            <a:pPr eaLnBrk="1" hangingPunct="1"/>
            <a:r>
              <a:rPr lang="en-US" altLang="en-US" dirty="0"/>
              <a:t>Bounded range and precision</a:t>
            </a:r>
          </a:p>
          <a:p>
            <a:pPr lvl="1" eaLnBrk="1" hangingPunct="1"/>
            <a:r>
              <a:rPr lang="en-US" altLang="en-US" sz="2600" dirty="0"/>
              <a:t>Operations can overflow and underflow</a:t>
            </a:r>
          </a:p>
          <a:p>
            <a:pPr eaLnBrk="1" hangingPunct="1"/>
            <a:r>
              <a:rPr lang="en-US" altLang="en-US" dirty="0"/>
              <a:t>MIPS ISA</a:t>
            </a:r>
          </a:p>
          <a:p>
            <a:pPr lvl="1" eaLnBrk="1" hangingPunct="1"/>
            <a:r>
              <a:rPr lang="en-US" altLang="en-US" sz="2600" dirty="0"/>
              <a:t>Core instructions: 54 most frequently used</a:t>
            </a:r>
          </a:p>
          <a:p>
            <a:pPr lvl="2" eaLnBrk="1" hangingPunct="1"/>
            <a:r>
              <a:rPr lang="en-US" altLang="en-US" sz="2600" dirty="0"/>
              <a:t>100% of SPECINT, 97% of SPECFP (almost all MIPS instructions are used in benchmarks) </a:t>
            </a:r>
          </a:p>
          <a:p>
            <a:pPr lvl="1" eaLnBrk="1" hangingPunct="1"/>
            <a:r>
              <a:rPr lang="en-US" altLang="en-US" sz="2600" dirty="0"/>
              <a:t>Other instructions: Less frequent</a:t>
            </a:r>
          </a:p>
          <a:p>
            <a:pPr lvl="1" eaLnBrk="1" hangingPunct="1"/>
            <a:r>
              <a:rPr lang="en-US" altLang="en-US" sz="2600" dirty="0"/>
              <a:t>Meaning: MIPS is characteristic and typical</a:t>
            </a:r>
          </a:p>
        </p:txBody>
      </p:sp>
      <p:sp>
        <p:nvSpPr>
          <p:cNvPr id="110597" name="Text Box 5">
            <a:extLst>
              <a:ext uri="{FF2B5EF4-FFF2-40B4-BE49-F238E27FC236}">
                <a16:creationId xmlns:a16="http://schemas.microsoft.com/office/drawing/2014/main" id="{7F17C847-E3A4-4E45-A935-7B425FFA7B59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554119" y="1223169"/>
            <a:ext cx="2813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§3.9 Concluding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20646</TotalTime>
  <Words>5312</Words>
  <Application>Microsoft Macintosh PowerPoint</Application>
  <PresentationFormat>On-screen Show (4:3)</PresentationFormat>
  <Paragraphs>948</Paragraphs>
  <Slides>61</Slides>
  <Notes>57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Arial Black</vt:lpstr>
      <vt:lpstr>Cambria Math</vt:lpstr>
      <vt:lpstr>Lucida Console</vt:lpstr>
      <vt:lpstr>Symbol</vt:lpstr>
      <vt:lpstr>Tahoma</vt:lpstr>
      <vt:lpstr>Times New Roman</vt:lpstr>
      <vt:lpstr>Wingdings</vt:lpstr>
      <vt:lpstr>cod4e</vt:lpstr>
      <vt:lpstr>Worksheet</vt:lpstr>
      <vt:lpstr>Chapter 3</vt:lpstr>
      <vt:lpstr>Arithmetic for Computers</vt:lpstr>
      <vt:lpstr>Integer Addition</vt:lpstr>
      <vt:lpstr>Integer Subtraction</vt:lpstr>
      <vt:lpstr>Dealing with Overflow</vt:lpstr>
      <vt:lpstr>Multiplication</vt:lpstr>
      <vt:lpstr>Multiplication</vt:lpstr>
      <vt:lpstr>Multiplication</vt:lpstr>
      <vt:lpstr>Multiplication Hardware</vt:lpstr>
      <vt:lpstr>Multiplication</vt:lpstr>
      <vt:lpstr>Multiplication</vt:lpstr>
      <vt:lpstr>Multiplication</vt:lpstr>
      <vt:lpstr>Optimized Mult Hardware</vt:lpstr>
      <vt:lpstr>PowerPoint Presentation</vt:lpstr>
      <vt:lpstr>Faster (Parallel) Multiplier</vt:lpstr>
      <vt:lpstr>How does MIPS Multiply</vt:lpstr>
      <vt:lpstr>Division</vt:lpstr>
      <vt:lpstr>Division</vt:lpstr>
      <vt:lpstr>Division</vt:lpstr>
      <vt:lpstr>Division</vt:lpstr>
      <vt:lpstr>Division</vt:lpstr>
      <vt:lpstr>Division Hardware</vt:lpstr>
      <vt:lpstr>Optimized Divider</vt:lpstr>
      <vt:lpstr>Optimized Divider</vt:lpstr>
      <vt:lpstr>MIPS Division</vt:lpstr>
      <vt:lpstr>PowerPoint Presentation</vt:lpstr>
      <vt:lpstr>Floating Point</vt:lpstr>
      <vt:lpstr>Floating Point Standard</vt:lpstr>
      <vt:lpstr>Single Precision</vt:lpstr>
      <vt:lpstr>PowerPoint Presentation</vt:lpstr>
      <vt:lpstr>Biased exponents</vt:lpstr>
      <vt:lpstr>Biased exponents</vt:lpstr>
      <vt:lpstr>PowerPoint Presentation</vt:lpstr>
      <vt:lpstr>PowerPoint Presentation</vt:lpstr>
      <vt:lpstr>Biased exponents</vt:lpstr>
      <vt:lpstr>Floating-Point Example</vt:lpstr>
      <vt:lpstr>Floating-Point Example</vt:lpstr>
      <vt:lpstr>Single-Precision Range</vt:lpstr>
      <vt:lpstr>Double-Precision Range</vt:lpstr>
      <vt:lpstr>Floating-Point Precision</vt:lpstr>
      <vt:lpstr>Floating-Point Range/Precision</vt:lpstr>
      <vt:lpstr>Denormal Numbers</vt:lpstr>
      <vt:lpstr>Infinities and NaN</vt:lpstr>
      <vt:lpstr>PowerPoint Presentation</vt:lpstr>
      <vt:lpstr>Floating-Point Addition</vt:lpstr>
      <vt:lpstr>Floating-Point Addition</vt:lpstr>
      <vt:lpstr>FP Adder Hardware</vt:lpstr>
      <vt:lpstr>FP Adder Hardware</vt:lpstr>
      <vt:lpstr>Floating-Point Multiplication</vt:lpstr>
      <vt:lpstr>Floating-Point Multiplication</vt:lpstr>
      <vt:lpstr>FP Instructions in MIPS</vt:lpstr>
      <vt:lpstr>FP Instructions in MIPS</vt:lpstr>
      <vt:lpstr>FP Instructions in MIPS</vt:lpstr>
      <vt:lpstr>FP Example: °F to °C</vt:lpstr>
      <vt:lpstr>FP Example: Array Multiplication</vt:lpstr>
      <vt:lpstr>FP Example: Array Multiplication</vt:lpstr>
      <vt:lpstr>FP Example: Array Multiplication</vt:lpstr>
      <vt:lpstr>Interpretation of Data</vt:lpstr>
      <vt:lpstr>Note on Right Shift and Division</vt:lpstr>
      <vt:lpstr>Note on Associativity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Neeraj Kumar Singh</cp:lastModifiedBy>
  <cp:revision>340</cp:revision>
  <cp:lastPrinted>2014-09-17T23:53:22Z</cp:lastPrinted>
  <dcterms:created xsi:type="dcterms:W3CDTF">2008-07-28T10:20:18Z</dcterms:created>
  <dcterms:modified xsi:type="dcterms:W3CDTF">2025-11-10T17:09:48Z</dcterms:modified>
</cp:coreProperties>
</file>