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8" r:id="rId2"/>
    <p:sldId id="290" r:id="rId3"/>
    <p:sldId id="298" r:id="rId4"/>
    <p:sldId id="280" r:id="rId5"/>
    <p:sldId id="257" r:id="rId6"/>
    <p:sldId id="259" r:id="rId7"/>
    <p:sldId id="292" r:id="rId8"/>
    <p:sldId id="293" r:id="rId9"/>
    <p:sldId id="294" r:id="rId10"/>
    <p:sldId id="295" r:id="rId11"/>
    <p:sldId id="304" r:id="rId12"/>
    <p:sldId id="301" r:id="rId13"/>
    <p:sldId id="260" r:id="rId14"/>
    <p:sldId id="303" r:id="rId15"/>
    <p:sldId id="281" r:id="rId16"/>
    <p:sldId id="261" r:id="rId17"/>
    <p:sldId id="262" r:id="rId18"/>
    <p:sldId id="299" r:id="rId19"/>
    <p:sldId id="285" r:id="rId2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0000"/>
    <a:srgbClr val="4F81BD"/>
    <a:srgbClr val="E10000"/>
    <a:srgbClr val="C80000"/>
    <a:srgbClr val="B40000"/>
    <a:srgbClr val="B50A17"/>
    <a:srgbClr val="B52939"/>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99" d="100"/>
          <a:sy n="99" d="100"/>
        </p:scale>
        <p:origin x="994"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CEB3768-EDD6-4A56-B884-6B92B59D667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US" altLang="en-US"/>
          </a:p>
        </p:txBody>
      </p:sp>
      <p:sp>
        <p:nvSpPr>
          <p:cNvPr id="15363" name="Rectangle 3">
            <a:extLst>
              <a:ext uri="{FF2B5EF4-FFF2-40B4-BE49-F238E27FC236}">
                <a16:creationId xmlns:a16="http://schemas.microsoft.com/office/drawing/2014/main" id="{BA353A90-A64E-44F9-869D-7F43540CEF3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286D27BA-3007-4211-94A5-193758A75BB2}" type="datetimeFigureOut">
              <a:rPr lang="en-US" altLang="en-US"/>
              <a:pPr>
                <a:defRPr/>
              </a:pPr>
              <a:t>9/29/25</a:t>
            </a:fld>
            <a:endParaRPr lang="en-US" altLang="en-US"/>
          </a:p>
        </p:txBody>
      </p:sp>
      <p:sp>
        <p:nvSpPr>
          <p:cNvPr id="2052" name="Rectangle 4">
            <a:extLst>
              <a:ext uri="{FF2B5EF4-FFF2-40B4-BE49-F238E27FC236}">
                <a16:creationId xmlns:a16="http://schemas.microsoft.com/office/drawing/2014/main" id="{F6A1B4F1-A5A7-4600-BC7C-4EB2B53C755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a:extLst>
              <a:ext uri="{FF2B5EF4-FFF2-40B4-BE49-F238E27FC236}">
                <a16:creationId xmlns:a16="http://schemas.microsoft.com/office/drawing/2014/main" id="{7AFEC4F9-45BB-42FB-8F35-7D8470AC096D}"/>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a:extLst>
              <a:ext uri="{FF2B5EF4-FFF2-40B4-BE49-F238E27FC236}">
                <a16:creationId xmlns:a16="http://schemas.microsoft.com/office/drawing/2014/main" id="{6B677FC6-FC28-47CC-98F5-F424FD18A13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en-US"/>
          </a:p>
        </p:txBody>
      </p:sp>
      <p:sp>
        <p:nvSpPr>
          <p:cNvPr id="15367" name="Rectangle 7">
            <a:extLst>
              <a:ext uri="{FF2B5EF4-FFF2-40B4-BE49-F238E27FC236}">
                <a16:creationId xmlns:a16="http://schemas.microsoft.com/office/drawing/2014/main" id="{142613C0-6FCF-4AB2-9911-52C419FD9B0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EEA7A7B2-B698-4EDA-BD51-EFFEF27B7A1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78C9FA6-2209-4D7D-85AB-3B9DD0EE406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5123" name="Rectangle 3">
            <a:extLst>
              <a:ext uri="{FF2B5EF4-FFF2-40B4-BE49-F238E27FC236}">
                <a16:creationId xmlns:a16="http://schemas.microsoft.com/office/drawing/2014/main" id="{39743F55-D0C6-4D50-A563-5B65E6C3647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1191A0C6-41CD-425B-9D7F-54D2D517D4F9}" type="datetime3">
              <a:rPr lang="en-AU" altLang="en-US" sz="1300" smtClean="0">
                <a:latin typeface="Times New Roman" panose="02020603050405020304" pitchFamily="18" charset="0"/>
              </a:rPr>
              <a:pPr/>
              <a:t>29 September, 2025</a:t>
            </a:fld>
            <a:endParaRPr lang="en-AU" altLang="en-US" sz="1300">
              <a:latin typeface="Times New Roman" panose="02020603050405020304" pitchFamily="18" charset="0"/>
            </a:endParaRPr>
          </a:p>
        </p:txBody>
      </p:sp>
      <p:sp>
        <p:nvSpPr>
          <p:cNvPr id="5124" name="Rectangle 6">
            <a:extLst>
              <a:ext uri="{FF2B5EF4-FFF2-40B4-BE49-F238E27FC236}">
                <a16:creationId xmlns:a16="http://schemas.microsoft.com/office/drawing/2014/main" id="{A7EAE819-F8EB-4DC5-AB7E-E7BC1415F21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5125" name="Rectangle 7">
            <a:extLst>
              <a:ext uri="{FF2B5EF4-FFF2-40B4-BE49-F238E27FC236}">
                <a16:creationId xmlns:a16="http://schemas.microsoft.com/office/drawing/2014/main" id="{9BCBB60B-A1E7-47C2-8C1E-9A93498F3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037892D6-F1A1-43EE-B4EB-824149328444}" type="slidenum">
              <a:rPr lang="en-AU" altLang="en-US" sz="1300" smtClean="0">
                <a:latin typeface="Times New Roman" panose="02020603050405020304" pitchFamily="18" charset="0"/>
              </a:rPr>
              <a:pPr/>
              <a:t>2</a:t>
            </a:fld>
            <a:endParaRPr lang="en-AU" altLang="en-US" sz="1300">
              <a:latin typeface="Times New Roman" panose="02020603050405020304" pitchFamily="18" charset="0"/>
            </a:endParaRPr>
          </a:p>
        </p:txBody>
      </p:sp>
      <p:sp>
        <p:nvSpPr>
          <p:cNvPr id="5126" name="Rectangle 2">
            <a:extLst>
              <a:ext uri="{FF2B5EF4-FFF2-40B4-BE49-F238E27FC236}">
                <a16:creationId xmlns:a16="http://schemas.microsoft.com/office/drawing/2014/main" id="{6648D95E-F28F-4E7F-BC7B-1CC4911C6168}"/>
              </a:ext>
            </a:extLst>
          </p:cNvPr>
          <p:cNvSpPr>
            <a:spLocks noGrp="1" noRot="1" noChangeAspect="1" noChangeArrowheads="1" noTextEdit="1"/>
          </p:cNvSpPr>
          <p:nvPr>
            <p:ph type="sldImg"/>
          </p:nvPr>
        </p:nvSpPr>
        <p:spPr>
          <a:ln/>
        </p:spPr>
      </p:sp>
      <p:sp>
        <p:nvSpPr>
          <p:cNvPr id="5127" name="Rectangle 3">
            <a:extLst>
              <a:ext uri="{FF2B5EF4-FFF2-40B4-BE49-F238E27FC236}">
                <a16:creationId xmlns:a16="http://schemas.microsoft.com/office/drawing/2014/main" id="{E74C2A23-32BF-4660-A850-AF34431C7E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18E529B-819A-4D22-9261-104B9C97AED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7171" name="Rectangle 3">
            <a:extLst>
              <a:ext uri="{FF2B5EF4-FFF2-40B4-BE49-F238E27FC236}">
                <a16:creationId xmlns:a16="http://schemas.microsoft.com/office/drawing/2014/main" id="{908B31F7-DC1E-4E42-9276-ACF079A9FD2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BAAC0353-DA4D-4448-8B22-4E3C180F3E40}" type="datetime3">
              <a:rPr lang="en-AU" altLang="en-US" sz="1300" smtClean="0">
                <a:latin typeface="Times New Roman" panose="02020603050405020304" pitchFamily="18" charset="0"/>
              </a:rPr>
              <a:pPr/>
              <a:t>29 September, 2025</a:t>
            </a:fld>
            <a:endParaRPr lang="en-AU" altLang="en-US" sz="1300">
              <a:latin typeface="Times New Roman" panose="02020603050405020304" pitchFamily="18" charset="0"/>
            </a:endParaRPr>
          </a:p>
        </p:txBody>
      </p:sp>
      <p:sp>
        <p:nvSpPr>
          <p:cNvPr id="7172" name="Rectangle 6">
            <a:extLst>
              <a:ext uri="{FF2B5EF4-FFF2-40B4-BE49-F238E27FC236}">
                <a16:creationId xmlns:a16="http://schemas.microsoft.com/office/drawing/2014/main" id="{B69C3F39-9AAB-4D29-86CC-31F2E149334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7173" name="Rectangle 7">
            <a:extLst>
              <a:ext uri="{FF2B5EF4-FFF2-40B4-BE49-F238E27FC236}">
                <a16:creationId xmlns:a16="http://schemas.microsoft.com/office/drawing/2014/main" id="{36CE209C-22CE-4689-9D5C-AE91F47496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C3688225-CBCF-49E5-8DF9-CCD2EA2273E1}" type="slidenum">
              <a:rPr lang="en-AU" altLang="en-US" sz="1300" smtClean="0">
                <a:latin typeface="Times New Roman" panose="02020603050405020304" pitchFamily="18" charset="0"/>
              </a:rPr>
              <a:pPr/>
              <a:t>3</a:t>
            </a:fld>
            <a:endParaRPr lang="en-AU" altLang="en-US" sz="1300">
              <a:latin typeface="Times New Roman" panose="02020603050405020304" pitchFamily="18" charset="0"/>
            </a:endParaRPr>
          </a:p>
        </p:txBody>
      </p:sp>
      <p:sp>
        <p:nvSpPr>
          <p:cNvPr id="7174" name="Rectangle 2">
            <a:extLst>
              <a:ext uri="{FF2B5EF4-FFF2-40B4-BE49-F238E27FC236}">
                <a16:creationId xmlns:a16="http://schemas.microsoft.com/office/drawing/2014/main" id="{E6E7C8D0-5E17-4FFE-82E4-0071DC13B2FB}"/>
              </a:ext>
            </a:extLst>
          </p:cNvPr>
          <p:cNvSpPr>
            <a:spLocks noGrp="1" noRot="1" noChangeAspect="1" noChangeArrowheads="1" noTextEdit="1"/>
          </p:cNvSpPr>
          <p:nvPr>
            <p:ph type="sldImg"/>
          </p:nvPr>
        </p:nvSpPr>
        <p:spPr>
          <a:ln/>
        </p:spPr>
      </p:sp>
      <p:sp>
        <p:nvSpPr>
          <p:cNvPr id="7175" name="Rectangle 3">
            <a:extLst>
              <a:ext uri="{FF2B5EF4-FFF2-40B4-BE49-F238E27FC236}">
                <a16:creationId xmlns:a16="http://schemas.microsoft.com/office/drawing/2014/main" id="{29D13FA0-194F-4490-B1C2-247509F7FE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654BCEC-A890-4A99-A9F5-9CE29C48617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r>
              <a:rPr lang="en-AU" altLang="en-US">
                <a:latin typeface="Times New Roman" panose="02020603050405020304" pitchFamily="18" charset="0"/>
              </a:rPr>
              <a:t>Morgan Kaufmann Publishers</a:t>
            </a:r>
          </a:p>
        </p:txBody>
      </p:sp>
      <p:sp>
        <p:nvSpPr>
          <p:cNvPr id="9219" name="Rectangle 3">
            <a:extLst>
              <a:ext uri="{FF2B5EF4-FFF2-40B4-BE49-F238E27FC236}">
                <a16:creationId xmlns:a16="http://schemas.microsoft.com/office/drawing/2014/main" id="{BD957588-6F72-47D3-B290-14DA1FDD121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3A1804C-0FC0-49E8-BC90-3BEF525C43A7}" type="datetime3">
              <a:rPr lang="en-AU" altLang="en-US" smtClean="0">
                <a:latin typeface="Times New Roman" panose="02020603050405020304" pitchFamily="18" charset="0"/>
              </a:rPr>
              <a:pPr>
                <a:spcBef>
                  <a:spcPct val="0"/>
                </a:spcBef>
              </a:pPr>
              <a:t>29 September, 2025</a:t>
            </a:fld>
            <a:endParaRPr lang="en-AU" altLang="en-US">
              <a:latin typeface="Times New Roman" panose="02020603050405020304" pitchFamily="18" charset="0"/>
            </a:endParaRPr>
          </a:p>
        </p:txBody>
      </p:sp>
      <p:sp>
        <p:nvSpPr>
          <p:cNvPr id="9220" name="Rectangle 6">
            <a:extLst>
              <a:ext uri="{FF2B5EF4-FFF2-40B4-BE49-F238E27FC236}">
                <a16:creationId xmlns:a16="http://schemas.microsoft.com/office/drawing/2014/main" id="{78CDC9AB-06DF-43F2-8B28-F7F1390411F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r>
              <a:rPr lang="en-AU" altLang="en-US">
                <a:latin typeface="Times New Roman" panose="02020603050405020304" pitchFamily="18" charset="0"/>
              </a:rPr>
              <a:t>Chapter 4 — The Processor</a:t>
            </a:r>
          </a:p>
        </p:txBody>
      </p:sp>
      <p:sp>
        <p:nvSpPr>
          <p:cNvPr id="9221" name="Rectangle 7">
            <a:extLst>
              <a:ext uri="{FF2B5EF4-FFF2-40B4-BE49-F238E27FC236}">
                <a16:creationId xmlns:a16="http://schemas.microsoft.com/office/drawing/2014/main" id="{BA79DB20-3648-41EF-8BEE-76CE830D5E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FF0DB6A-BCBD-4091-9337-E3E88580A9CA}" type="slidenum">
              <a:rPr lang="en-AU" altLang="en-US" smtClean="0">
                <a:latin typeface="Times New Roman" panose="02020603050405020304" pitchFamily="18" charset="0"/>
              </a:rPr>
              <a:pPr>
                <a:spcBef>
                  <a:spcPct val="0"/>
                </a:spcBef>
              </a:pPr>
              <a:t>4</a:t>
            </a:fld>
            <a:endParaRPr lang="en-AU" altLang="en-US">
              <a:latin typeface="Times New Roman" panose="02020603050405020304" pitchFamily="18" charset="0"/>
            </a:endParaRPr>
          </a:p>
        </p:txBody>
      </p:sp>
      <p:sp>
        <p:nvSpPr>
          <p:cNvPr id="9222" name="Rectangle 2">
            <a:extLst>
              <a:ext uri="{FF2B5EF4-FFF2-40B4-BE49-F238E27FC236}">
                <a16:creationId xmlns:a16="http://schemas.microsoft.com/office/drawing/2014/main" id="{E67A971D-7A98-47E8-8D8B-DD59D6F93705}"/>
              </a:ext>
            </a:extLst>
          </p:cNvPr>
          <p:cNvSpPr>
            <a:spLocks noGrp="1" noRot="1" noChangeAspect="1" noChangeArrowheads="1" noTextEdit="1"/>
          </p:cNvSpPr>
          <p:nvPr>
            <p:ph type="sldImg"/>
          </p:nvPr>
        </p:nvSpPr>
        <p:spPr>
          <a:ln/>
        </p:spPr>
      </p:sp>
      <p:sp>
        <p:nvSpPr>
          <p:cNvPr id="9223" name="Rectangle 3">
            <a:extLst>
              <a:ext uri="{FF2B5EF4-FFF2-40B4-BE49-F238E27FC236}">
                <a16:creationId xmlns:a16="http://schemas.microsoft.com/office/drawing/2014/main" id="{05459268-F820-4251-899A-FF8ECE1FDE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B65D3D9-4206-471B-9ECB-52D219FA233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6387" name="Rectangle 3">
            <a:extLst>
              <a:ext uri="{FF2B5EF4-FFF2-40B4-BE49-F238E27FC236}">
                <a16:creationId xmlns:a16="http://schemas.microsoft.com/office/drawing/2014/main" id="{94F002E9-91B9-41C8-8EF1-6881CE0D7D6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A5742CFD-6CF0-4B89-956F-7F02AD5831CB}" type="datetime3">
              <a:rPr lang="en-AU" altLang="en-US" sz="1300" smtClean="0">
                <a:latin typeface="Times New Roman" panose="02020603050405020304" pitchFamily="18" charset="0"/>
              </a:rPr>
              <a:pPr/>
              <a:t>29 September, 2025</a:t>
            </a:fld>
            <a:endParaRPr lang="en-AU" altLang="en-US" sz="1300">
              <a:latin typeface="Times New Roman" panose="02020603050405020304" pitchFamily="18" charset="0"/>
            </a:endParaRPr>
          </a:p>
        </p:txBody>
      </p:sp>
      <p:sp>
        <p:nvSpPr>
          <p:cNvPr id="16388" name="Rectangle 6">
            <a:extLst>
              <a:ext uri="{FF2B5EF4-FFF2-40B4-BE49-F238E27FC236}">
                <a16:creationId xmlns:a16="http://schemas.microsoft.com/office/drawing/2014/main" id="{1F6D929C-DCF8-492C-837A-56629A20DCF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6389" name="Rectangle 7">
            <a:extLst>
              <a:ext uri="{FF2B5EF4-FFF2-40B4-BE49-F238E27FC236}">
                <a16:creationId xmlns:a16="http://schemas.microsoft.com/office/drawing/2014/main" id="{8F077E85-B4FD-43ED-A745-E3D2249C65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D3A686E2-A7B8-48EF-8694-143C82F8E6F1}" type="slidenum">
              <a:rPr lang="en-AU" altLang="en-US" sz="1300" smtClean="0">
                <a:latin typeface="Times New Roman" panose="02020603050405020304" pitchFamily="18" charset="0"/>
              </a:rPr>
              <a:pPr/>
              <a:t>10</a:t>
            </a:fld>
            <a:endParaRPr lang="en-AU" altLang="en-US" sz="1300">
              <a:latin typeface="Times New Roman" panose="02020603050405020304" pitchFamily="18" charset="0"/>
            </a:endParaRPr>
          </a:p>
        </p:txBody>
      </p:sp>
      <p:sp>
        <p:nvSpPr>
          <p:cNvPr id="16390" name="Rectangle 2">
            <a:extLst>
              <a:ext uri="{FF2B5EF4-FFF2-40B4-BE49-F238E27FC236}">
                <a16:creationId xmlns:a16="http://schemas.microsoft.com/office/drawing/2014/main" id="{36C2A574-26DE-40AA-8141-8EFA16D5989B}"/>
              </a:ext>
            </a:extLst>
          </p:cNvPr>
          <p:cNvSpPr>
            <a:spLocks noGrp="1" noRot="1" noChangeAspect="1" noChangeArrowheads="1" noTextEdit="1"/>
          </p:cNvSpPr>
          <p:nvPr>
            <p:ph type="sldImg"/>
          </p:nvPr>
        </p:nvSpPr>
        <p:spPr>
          <a:ln/>
        </p:spPr>
      </p:sp>
      <p:sp>
        <p:nvSpPr>
          <p:cNvPr id="16391" name="Rectangle 3">
            <a:extLst>
              <a:ext uri="{FF2B5EF4-FFF2-40B4-BE49-F238E27FC236}">
                <a16:creationId xmlns:a16="http://schemas.microsoft.com/office/drawing/2014/main" id="{57728669-1F31-4E68-8D62-9D5F74AC27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B65D3D9-4206-471B-9ECB-52D219FA233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6387" name="Rectangle 3">
            <a:extLst>
              <a:ext uri="{FF2B5EF4-FFF2-40B4-BE49-F238E27FC236}">
                <a16:creationId xmlns:a16="http://schemas.microsoft.com/office/drawing/2014/main" id="{94F002E9-91B9-41C8-8EF1-6881CE0D7D6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A5742CFD-6CF0-4B89-956F-7F02AD5831CB}" type="datetime3">
              <a:rPr lang="en-AU" altLang="en-US" sz="1300" smtClean="0">
                <a:latin typeface="Times New Roman" panose="02020603050405020304" pitchFamily="18" charset="0"/>
              </a:rPr>
              <a:pPr/>
              <a:t>29 September, 2025</a:t>
            </a:fld>
            <a:endParaRPr lang="en-AU" altLang="en-US" sz="1300">
              <a:latin typeface="Times New Roman" panose="02020603050405020304" pitchFamily="18" charset="0"/>
            </a:endParaRPr>
          </a:p>
        </p:txBody>
      </p:sp>
      <p:sp>
        <p:nvSpPr>
          <p:cNvPr id="16388" name="Rectangle 6">
            <a:extLst>
              <a:ext uri="{FF2B5EF4-FFF2-40B4-BE49-F238E27FC236}">
                <a16:creationId xmlns:a16="http://schemas.microsoft.com/office/drawing/2014/main" id="{1F6D929C-DCF8-492C-837A-56629A20DCF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6389" name="Rectangle 7">
            <a:extLst>
              <a:ext uri="{FF2B5EF4-FFF2-40B4-BE49-F238E27FC236}">
                <a16:creationId xmlns:a16="http://schemas.microsoft.com/office/drawing/2014/main" id="{8F077E85-B4FD-43ED-A745-E3D2249C65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D3A686E2-A7B8-48EF-8694-143C82F8E6F1}" type="slidenum">
              <a:rPr lang="en-AU" altLang="en-US" sz="1300" smtClean="0">
                <a:latin typeface="Times New Roman" panose="02020603050405020304" pitchFamily="18" charset="0"/>
              </a:rPr>
              <a:pPr/>
              <a:t>11</a:t>
            </a:fld>
            <a:endParaRPr lang="en-AU" altLang="en-US" sz="1300">
              <a:latin typeface="Times New Roman" panose="02020603050405020304" pitchFamily="18" charset="0"/>
            </a:endParaRPr>
          </a:p>
        </p:txBody>
      </p:sp>
      <p:sp>
        <p:nvSpPr>
          <p:cNvPr id="16390" name="Rectangle 2">
            <a:extLst>
              <a:ext uri="{FF2B5EF4-FFF2-40B4-BE49-F238E27FC236}">
                <a16:creationId xmlns:a16="http://schemas.microsoft.com/office/drawing/2014/main" id="{36C2A574-26DE-40AA-8141-8EFA16D5989B}"/>
              </a:ext>
            </a:extLst>
          </p:cNvPr>
          <p:cNvSpPr>
            <a:spLocks noGrp="1" noRot="1" noChangeAspect="1" noChangeArrowheads="1" noTextEdit="1"/>
          </p:cNvSpPr>
          <p:nvPr>
            <p:ph type="sldImg"/>
          </p:nvPr>
        </p:nvSpPr>
        <p:spPr>
          <a:ln/>
        </p:spPr>
      </p:sp>
      <p:sp>
        <p:nvSpPr>
          <p:cNvPr id="16391" name="Rectangle 3">
            <a:extLst>
              <a:ext uri="{FF2B5EF4-FFF2-40B4-BE49-F238E27FC236}">
                <a16:creationId xmlns:a16="http://schemas.microsoft.com/office/drawing/2014/main" id="{57728669-1F31-4E68-8D62-9D5F74AC27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443197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B65D3D9-4206-471B-9ECB-52D219FA233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6387" name="Rectangle 3">
            <a:extLst>
              <a:ext uri="{FF2B5EF4-FFF2-40B4-BE49-F238E27FC236}">
                <a16:creationId xmlns:a16="http://schemas.microsoft.com/office/drawing/2014/main" id="{94F002E9-91B9-41C8-8EF1-6881CE0D7D6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A5742CFD-6CF0-4B89-956F-7F02AD5831CB}" type="datetime3">
              <a:rPr lang="en-AU" altLang="en-US" sz="1300" smtClean="0">
                <a:latin typeface="Times New Roman" panose="02020603050405020304" pitchFamily="18" charset="0"/>
              </a:rPr>
              <a:pPr/>
              <a:t>29 September, 2025</a:t>
            </a:fld>
            <a:endParaRPr lang="en-AU" altLang="en-US" sz="1300">
              <a:latin typeface="Times New Roman" panose="02020603050405020304" pitchFamily="18" charset="0"/>
            </a:endParaRPr>
          </a:p>
        </p:txBody>
      </p:sp>
      <p:sp>
        <p:nvSpPr>
          <p:cNvPr id="16388" name="Rectangle 6">
            <a:extLst>
              <a:ext uri="{FF2B5EF4-FFF2-40B4-BE49-F238E27FC236}">
                <a16:creationId xmlns:a16="http://schemas.microsoft.com/office/drawing/2014/main" id="{1F6D929C-DCF8-492C-837A-56629A20DCF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6389" name="Rectangle 7">
            <a:extLst>
              <a:ext uri="{FF2B5EF4-FFF2-40B4-BE49-F238E27FC236}">
                <a16:creationId xmlns:a16="http://schemas.microsoft.com/office/drawing/2014/main" id="{8F077E85-B4FD-43ED-A745-E3D2249C65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D3A686E2-A7B8-48EF-8694-143C82F8E6F1}" type="slidenum">
              <a:rPr lang="en-AU" altLang="en-US" sz="1300" smtClean="0">
                <a:latin typeface="Times New Roman" panose="02020603050405020304" pitchFamily="18" charset="0"/>
              </a:rPr>
              <a:pPr/>
              <a:t>14</a:t>
            </a:fld>
            <a:endParaRPr lang="en-AU" altLang="en-US" sz="1300">
              <a:latin typeface="Times New Roman" panose="02020603050405020304" pitchFamily="18" charset="0"/>
            </a:endParaRPr>
          </a:p>
        </p:txBody>
      </p:sp>
      <p:sp>
        <p:nvSpPr>
          <p:cNvPr id="16390" name="Rectangle 2">
            <a:extLst>
              <a:ext uri="{FF2B5EF4-FFF2-40B4-BE49-F238E27FC236}">
                <a16:creationId xmlns:a16="http://schemas.microsoft.com/office/drawing/2014/main" id="{36C2A574-26DE-40AA-8141-8EFA16D5989B}"/>
              </a:ext>
            </a:extLst>
          </p:cNvPr>
          <p:cNvSpPr>
            <a:spLocks noGrp="1" noRot="1" noChangeAspect="1" noChangeArrowheads="1" noTextEdit="1"/>
          </p:cNvSpPr>
          <p:nvPr>
            <p:ph type="sldImg"/>
          </p:nvPr>
        </p:nvSpPr>
        <p:spPr>
          <a:ln/>
        </p:spPr>
      </p:sp>
      <p:sp>
        <p:nvSpPr>
          <p:cNvPr id="16391" name="Rectangle 3">
            <a:extLst>
              <a:ext uri="{FF2B5EF4-FFF2-40B4-BE49-F238E27FC236}">
                <a16:creationId xmlns:a16="http://schemas.microsoft.com/office/drawing/2014/main" id="{57728669-1F31-4E68-8D62-9D5F74AC27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70423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178F745-4526-4FC5-9DD9-3CCF07A821D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r>
              <a:rPr lang="en-AU" altLang="en-US">
                <a:latin typeface="Times New Roman" panose="02020603050405020304" pitchFamily="18" charset="0"/>
              </a:rPr>
              <a:t>Morgan Kaufmann Publishers</a:t>
            </a:r>
          </a:p>
        </p:txBody>
      </p:sp>
      <p:sp>
        <p:nvSpPr>
          <p:cNvPr id="19459" name="Rectangle 3">
            <a:extLst>
              <a:ext uri="{FF2B5EF4-FFF2-40B4-BE49-F238E27FC236}">
                <a16:creationId xmlns:a16="http://schemas.microsoft.com/office/drawing/2014/main" id="{43E19FE0-9A2B-4470-A141-EF458182EF4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AEB110C-6E9E-453B-A5F3-03BF5466B81C}" type="datetime3">
              <a:rPr lang="en-AU" altLang="en-US" smtClean="0">
                <a:latin typeface="Times New Roman" panose="02020603050405020304" pitchFamily="18" charset="0"/>
              </a:rPr>
              <a:pPr>
                <a:spcBef>
                  <a:spcPct val="0"/>
                </a:spcBef>
              </a:pPr>
              <a:t>29 September, 2025</a:t>
            </a:fld>
            <a:endParaRPr lang="en-AU" altLang="en-US">
              <a:latin typeface="Times New Roman" panose="02020603050405020304" pitchFamily="18" charset="0"/>
            </a:endParaRPr>
          </a:p>
        </p:txBody>
      </p:sp>
      <p:sp>
        <p:nvSpPr>
          <p:cNvPr id="19460" name="Rectangle 6">
            <a:extLst>
              <a:ext uri="{FF2B5EF4-FFF2-40B4-BE49-F238E27FC236}">
                <a16:creationId xmlns:a16="http://schemas.microsoft.com/office/drawing/2014/main" id="{09C5AA51-A4A4-4B63-ABC1-155E6F4AA66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r>
              <a:rPr lang="en-AU" altLang="en-US">
                <a:latin typeface="Times New Roman" panose="02020603050405020304" pitchFamily="18" charset="0"/>
              </a:rPr>
              <a:t>Chapter 4 — The Processor</a:t>
            </a:r>
          </a:p>
        </p:txBody>
      </p:sp>
      <p:sp>
        <p:nvSpPr>
          <p:cNvPr id="19461" name="Rectangle 7">
            <a:extLst>
              <a:ext uri="{FF2B5EF4-FFF2-40B4-BE49-F238E27FC236}">
                <a16:creationId xmlns:a16="http://schemas.microsoft.com/office/drawing/2014/main" id="{10E3E19E-9FFB-4C75-A246-E9BFAB7CB9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6D2978-62A0-40AA-831C-CF4D2F6EB47F}" type="slidenum">
              <a:rPr lang="en-AU" altLang="en-US" smtClean="0">
                <a:latin typeface="Times New Roman" panose="02020603050405020304" pitchFamily="18" charset="0"/>
              </a:rPr>
              <a:pPr>
                <a:spcBef>
                  <a:spcPct val="0"/>
                </a:spcBef>
              </a:pPr>
              <a:t>15</a:t>
            </a:fld>
            <a:endParaRPr lang="en-AU" altLang="en-US">
              <a:latin typeface="Times New Roman" panose="02020603050405020304" pitchFamily="18" charset="0"/>
            </a:endParaRPr>
          </a:p>
        </p:txBody>
      </p:sp>
      <p:sp>
        <p:nvSpPr>
          <p:cNvPr id="19462" name="Rectangle 2">
            <a:extLst>
              <a:ext uri="{FF2B5EF4-FFF2-40B4-BE49-F238E27FC236}">
                <a16:creationId xmlns:a16="http://schemas.microsoft.com/office/drawing/2014/main" id="{68AD737D-C9F8-4F2A-A01C-4BC96DE53A95}"/>
              </a:ext>
            </a:extLst>
          </p:cNvPr>
          <p:cNvSpPr>
            <a:spLocks noGrp="1" noRot="1" noChangeAspect="1" noChangeArrowheads="1" noTextEdit="1"/>
          </p:cNvSpPr>
          <p:nvPr>
            <p:ph type="sldImg"/>
          </p:nvPr>
        </p:nvSpPr>
        <p:spPr>
          <a:ln/>
        </p:spPr>
      </p:sp>
      <p:sp>
        <p:nvSpPr>
          <p:cNvPr id="19463" name="Rectangle 3">
            <a:extLst>
              <a:ext uri="{FF2B5EF4-FFF2-40B4-BE49-F238E27FC236}">
                <a16:creationId xmlns:a16="http://schemas.microsoft.com/office/drawing/2014/main" id="{DAD98970-6940-4D49-A8BD-64361F21D7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6DBB05F-F7CA-44AB-AD70-613A9814381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24579" name="Rectangle 3">
            <a:extLst>
              <a:ext uri="{FF2B5EF4-FFF2-40B4-BE49-F238E27FC236}">
                <a16:creationId xmlns:a16="http://schemas.microsoft.com/office/drawing/2014/main" id="{9924FA4F-4756-4BC1-8980-5414B39D75F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96ABA043-4988-415D-BB66-1259EE51AFA2}" type="datetime3">
              <a:rPr lang="en-AU" altLang="en-US" sz="1300" smtClean="0">
                <a:latin typeface="Times New Roman" panose="02020603050405020304" pitchFamily="18" charset="0"/>
              </a:rPr>
              <a:pPr/>
              <a:t>29 September, 2025</a:t>
            </a:fld>
            <a:endParaRPr lang="en-AU" altLang="en-US" sz="1300">
              <a:latin typeface="Times New Roman" panose="02020603050405020304" pitchFamily="18" charset="0"/>
            </a:endParaRPr>
          </a:p>
        </p:txBody>
      </p:sp>
      <p:sp>
        <p:nvSpPr>
          <p:cNvPr id="24580" name="Rectangle 6">
            <a:extLst>
              <a:ext uri="{FF2B5EF4-FFF2-40B4-BE49-F238E27FC236}">
                <a16:creationId xmlns:a16="http://schemas.microsoft.com/office/drawing/2014/main" id="{17828259-B5C4-4BFC-AD01-FDD0A0D7924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24581" name="Rectangle 7">
            <a:extLst>
              <a:ext uri="{FF2B5EF4-FFF2-40B4-BE49-F238E27FC236}">
                <a16:creationId xmlns:a16="http://schemas.microsoft.com/office/drawing/2014/main" id="{749DB1EC-162C-4ED5-9052-F199073E42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9DDD5233-37AA-47A6-88EE-B030630B47B3}" type="slidenum">
              <a:rPr lang="en-AU" altLang="en-US" sz="1300" smtClean="0">
                <a:latin typeface="Times New Roman" panose="02020603050405020304" pitchFamily="18" charset="0"/>
              </a:rPr>
              <a:pPr/>
              <a:t>19</a:t>
            </a:fld>
            <a:endParaRPr lang="en-AU" altLang="en-US" sz="1300">
              <a:latin typeface="Times New Roman" panose="02020603050405020304" pitchFamily="18" charset="0"/>
            </a:endParaRPr>
          </a:p>
        </p:txBody>
      </p:sp>
      <p:sp>
        <p:nvSpPr>
          <p:cNvPr id="24582" name="Rectangle 2">
            <a:extLst>
              <a:ext uri="{FF2B5EF4-FFF2-40B4-BE49-F238E27FC236}">
                <a16:creationId xmlns:a16="http://schemas.microsoft.com/office/drawing/2014/main" id="{29D596E4-5A45-49BE-B170-082BE0E5FA66}"/>
              </a:ext>
            </a:extLst>
          </p:cNvPr>
          <p:cNvSpPr>
            <a:spLocks noGrp="1" noRot="1" noChangeAspect="1" noChangeArrowheads="1" noTextEdit="1"/>
          </p:cNvSpPr>
          <p:nvPr>
            <p:ph type="sldImg"/>
          </p:nvPr>
        </p:nvSpPr>
        <p:spPr>
          <a:ln/>
        </p:spPr>
      </p:sp>
      <p:sp>
        <p:nvSpPr>
          <p:cNvPr id="24583" name="Rectangle 3">
            <a:extLst>
              <a:ext uri="{FF2B5EF4-FFF2-40B4-BE49-F238E27FC236}">
                <a16:creationId xmlns:a16="http://schemas.microsoft.com/office/drawing/2014/main" id="{2A49C6B3-3D9D-46A5-B48F-C65A1993B0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98E14C63-95BE-440D-9247-E1CED5B80635}"/>
              </a:ext>
            </a:extLst>
          </p:cNvPr>
          <p:cNvSpPr>
            <a:spLocks noGrp="1"/>
          </p:cNvSpPr>
          <p:nvPr>
            <p:ph type="dt" sz="half" idx="10"/>
          </p:nvPr>
        </p:nvSpPr>
        <p:spPr/>
        <p:txBody>
          <a:bodyPr/>
          <a:lstStyle>
            <a:lvl1pPr>
              <a:defRPr/>
            </a:lvl1pPr>
          </a:lstStyle>
          <a:p>
            <a:pPr>
              <a:defRPr/>
            </a:pPr>
            <a:fld id="{DF5FAB1F-E4BE-4ABD-846C-F503A0F3D9AA}" type="datetime1">
              <a:rPr lang="en-US" altLang="en-US"/>
              <a:pPr>
                <a:defRPr/>
              </a:pPr>
              <a:t>9/29/25</a:t>
            </a:fld>
            <a:endParaRPr lang="en-US" altLang="en-US"/>
          </a:p>
        </p:txBody>
      </p:sp>
      <p:sp>
        <p:nvSpPr>
          <p:cNvPr id="5" name="Footer Placeholder 4">
            <a:extLst>
              <a:ext uri="{FF2B5EF4-FFF2-40B4-BE49-F238E27FC236}">
                <a16:creationId xmlns:a16="http://schemas.microsoft.com/office/drawing/2014/main" id="{A5FC999B-891D-4D1B-A760-14DC0C0286AC}"/>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44E471CC-7085-4610-B27F-CB8FB8340DE2}"/>
              </a:ext>
            </a:extLst>
          </p:cNvPr>
          <p:cNvSpPr>
            <a:spLocks noGrp="1"/>
          </p:cNvSpPr>
          <p:nvPr>
            <p:ph type="sldNum" sz="quarter" idx="12"/>
          </p:nvPr>
        </p:nvSpPr>
        <p:spPr/>
        <p:txBody>
          <a:bodyPr/>
          <a:lstStyle>
            <a:lvl1pPr>
              <a:defRPr/>
            </a:lvl1pPr>
          </a:lstStyle>
          <a:p>
            <a:pPr>
              <a:defRPr/>
            </a:pPr>
            <a:fld id="{2A00D1D6-9AFF-4F22-A379-013AF5C497B8}" type="slidenum">
              <a:rPr lang="en-US" altLang="en-US"/>
              <a:pPr>
                <a:defRPr/>
              </a:pPr>
              <a:t>‹#›</a:t>
            </a:fld>
            <a:endParaRPr lang="en-US" altLang="en-US"/>
          </a:p>
        </p:txBody>
      </p:sp>
    </p:spTree>
    <p:extLst>
      <p:ext uri="{BB962C8B-B14F-4D97-AF65-F5344CB8AC3E}">
        <p14:creationId xmlns:p14="http://schemas.microsoft.com/office/powerpoint/2010/main" val="289861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E131A-F74F-4E2B-90F2-0FE52870110A}"/>
              </a:ext>
            </a:extLst>
          </p:cNvPr>
          <p:cNvSpPr>
            <a:spLocks noGrp="1"/>
          </p:cNvSpPr>
          <p:nvPr>
            <p:ph type="dt" sz="half" idx="10"/>
          </p:nvPr>
        </p:nvSpPr>
        <p:spPr/>
        <p:txBody>
          <a:bodyPr/>
          <a:lstStyle>
            <a:lvl1pPr>
              <a:defRPr/>
            </a:lvl1pPr>
          </a:lstStyle>
          <a:p>
            <a:pPr>
              <a:defRPr/>
            </a:pPr>
            <a:fld id="{61956BC3-E899-47FD-90C2-94E4AFBE6B60}" type="datetime1">
              <a:rPr lang="en-US" altLang="en-US"/>
              <a:pPr>
                <a:defRPr/>
              </a:pPr>
              <a:t>9/29/25</a:t>
            </a:fld>
            <a:endParaRPr lang="en-US" altLang="en-US"/>
          </a:p>
        </p:txBody>
      </p:sp>
      <p:sp>
        <p:nvSpPr>
          <p:cNvPr id="5" name="Footer Placeholder 4">
            <a:extLst>
              <a:ext uri="{FF2B5EF4-FFF2-40B4-BE49-F238E27FC236}">
                <a16:creationId xmlns:a16="http://schemas.microsoft.com/office/drawing/2014/main" id="{0CB45E72-BD7E-41D4-A479-3261601046FB}"/>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F59CE12C-9C6E-47DA-993A-56000192AFD0}"/>
              </a:ext>
            </a:extLst>
          </p:cNvPr>
          <p:cNvSpPr>
            <a:spLocks noGrp="1"/>
          </p:cNvSpPr>
          <p:nvPr>
            <p:ph type="sldNum" sz="quarter" idx="12"/>
          </p:nvPr>
        </p:nvSpPr>
        <p:spPr/>
        <p:txBody>
          <a:bodyPr/>
          <a:lstStyle>
            <a:lvl1pPr>
              <a:defRPr/>
            </a:lvl1pPr>
          </a:lstStyle>
          <a:p>
            <a:pPr>
              <a:defRPr/>
            </a:pPr>
            <a:fld id="{EBF5E737-6AEC-4D11-A704-C1B363B7D2C1}" type="slidenum">
              <a:rPr lang="en-US" altLang="en-US"/>
              <a:pPr>
                <a:defRPr/>
              </a:pPr>
              <a:t>‹#›</a:t>
            </a:fld>
            <a:endParaRPr lang="en-US" altLang="en-US"/>
          </a:p>
        </p:txBody>
      </p:sp>
    </p:spTree>
    <p:extLst>
      <p:ext uri="{BB962C8B-B14F-4D97-AF65-F5344CB8AC3E}">
        <p14:creationId xmlns:p14="http://schemas.microsoft.com/office/powerpoint/2010/main" val="3000783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DC38A6-738F-4C54-BADD-24FECA68997C}"/>
              </a:ext>
            </a:extLst>
          </p:cNvPr>
          <p:cNvSpPr>
            <a:spLocks noGrp="1"/>
          </p:cNvSpPr>
          <p:nvPr>
            <p:ph type="dt" sz="half" idx="10"/>
          </p:nvPr>
        </p:nvSpPr>
        <p:spPr/>
        <p:txBody>
          <a:bodyPr/>
          <a:lstStyle>
            <a:lvl1pPr>
              <a:defRPr/>
            </a:lvl1pPr>
          </a:lstStyle>
          <a:p>
            <a:pPr>
              <a:defRPr/>
            </a:pPr>
            <a:fld id="{99B608B9-B8CB-4C0E-BEA9-EA3B3FE9594E}" type="datetime1">
              <a:rPr lang="en-US" altLang="en-US"/>
              <a:pPr>
                <a:defRPr/>
              </a:pPr>
              <a:t>9/29/25</a:t>
            </a:fld>
            <a:endParaRPr lang="en-US" altLang="en-US"/>
          </a:p>
        </p:txBody>
      </p:sp>
      <p:sp>
        <p:nvSpPr>
          <p:cNvPr id="5" name="Footer Placeholder 4">
            <a:extLst>
              <a:ext uri="{FF2B5EF4-FFF2-40B4-BE49-F238E27FC236}">
                <a16:creationId xmlns:a16="http://schemas.microsoft.com/office/drawing/2014/main" id="{31BD1B3B-BB8D-4310-9EEC-D970C2971032}"/>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62DD4B03-FA62-45C0-BFE0-594F5A16E998}"/>
              </a:ext>
            </a:extLst>
          </p:cNvPr>
          <p:cNvSpPr>
            <a:spLocks noGrp="1"/>
          </p:cNvSpPr>
          <p:nvPr>
            <p:ph type="sldNum" sz="quarter" idx="12"/>
          </p:nvPr>
        </p:nvSpPr>
        <p:spPr/>
        <p:txBody>
          <a:bodyPr/>
          <a:lstStyle>
            <a:lvl1pPr>
              <a:defRPr/>
            </a:lvl1pPr>
          </a:lstStyle>
          <a:p>
            <a:pPr>
              <a:defRPr/>
            </a:pPr>
            <a:fld id="{C5DC8F40-6284-4857-AFF8-476D293142A7}" type="slidenum">
              <a:rPr lang="en-US" altLang="en-US"/>
              <a:pPr>
                <a:defRPr/>
              </a:pPr>
              <a:t>‹#›</a:t>
            </a:fld>
            <a:endParaRPr lang="en-US" altLang="en-US"/>
          </a:p>
        </p:txBody>
      </p:sp>
    </p:spTree>
    <p:extLst>
      <p:ext uri="{BB962C8B-B14F-4D97-AF65-F5344CB8AC3E}">
        <p14:creationId xmlns:p14="http://schemas.microsoft.com/office/powerpoint/2010/main" val="279127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0246039-D4D7-42D8-9BEF-4F9215F85941}"/>
              </a:ext>
            </a:extLst>
          </p:cNvPr>
          <p:cNvSpPr>
            <a:spLocks noGrp="1"/>
          </p:cNvSpPr>
          <p:nvPr>
            <p:ph type="dt" sz="half" idx="10"/>
          </p:nvPr>
        </p:nvSpPr>
        <p:spPr/>
        <p:txBody>
          <a:bodyPr/>
          <a:lstStyle>
            <a:lvl1pPr>
              <a:defRPr/>
            </a:lvl1pPr>
          </a:lstStyle>
          <a:p>
            <a:pPr>
              <a:defRPr/>
            </a:pPr>
            <a:fld id="{B41F9972-18F3-45BF-9DAC-6AAFE673A3D6}" type="datetime1">
              <a:rPr lang="en-US" altLang="en-US"/>
              <a:pPr>
                <a:defRPr/>
              </a:pPr>
              <a:t>9/29/25</a:t>
            </a:fld>
            <a:endParaRPr lang="en-US" altLang="en-US"/>
          </a:p>
        </p:txBody>
      </p:sp>
      <p:sp>
        <p:nvSpPr>
          <p:cNvPr id="6" name="Footer Placeholder 4">
            <a:extLst>
              <a:ext uri="{FF2B5EF4-FFF2-40B4-BE49-F238E27FC236}">
                <a16:creationId xmlns:a16="http://schemas.microsoft.com/office/drawing/2014/main" id="{55682F07-ABD9-4DBE-93CA-6696DFD895EF}"/>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83711DD7-39F1-4A9B-89E4-F82C0F5147D9}"/>
              </a:ext>
            </a:extLst>
          </p:cNvPr>
          <p:cNvSpPr>
            <a:spLocks noGrp="1"/>
          </p:cNvSpPr>
          <p:nvPr>
            <p:ph type="sldNum" sz="quarter" idx="12"/>
          </p:nvPr>
        </p:nvSpPr>
        <p:spPr/>
        <p:txBody>
          <a:bodyPr/>
          <a:lstStyle>
            <a:lvl1pPr>
              <a:defRPr/>
            </a:lvl1pPr>
          </a:lstStyle>
          <a:p>
            <a:pPr>
              <a:defRPr/>
            </a:pPr>
            <a:fld id="{166A2204-2ECC-4E3B-A89A-1E5132999DCE}" type="slidenum">
              <a:rPr lang="en-US" altLang="en-US"/>
              <a:pPr>
                <a:defRPr/>
              </a:pPr>
              <a:t>‹#›</a:t>
            </a:fld>
            <a:endParaRPr lang="en-US" altLang="en-US"/>
          </a:p>
        </p:txBody>
      </p:sp>
    </p:spTree>
    <p:extLst>
      <p:ext uri="{BB962C8B-B14F-4D97-AF65-F5344CB8AC3E}">
        <p14:creationId xmlns:p14="http://schemas.microsoft.com/office/powerpoint/2010/main" val="220145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3D6A6C7-1C35-4A7A-9CAD-28F69BD3C3FA}"/>
              </a:ext>
            </a:extLst>
          </p:cNvPr>
          <p:cNvSpPr>
            <a:spLocks noGrp="1"/>
          </p:cNvSpPr>
          <p:nvPr>
            <p:ph type="dt" sz="half" idx="10"/>
          </p:nvPr>
        </p:nvSpPr>
        <p:spPr/>
        <p:txBody>
          <a:bodyPr/>
          <a:lstStyle>
            <a:lvl1pPr>
              <a:defRPr/>
            </a:lvl1pPr>
          </a:lstStyle>
          <a:p>
            <a:pPr>
              <a:defRPr/>
            </a:pPr>
            <a:fld id="{EAFFD7C0-0031-4107-84A9-7042F27B3707}" type="datetime1">
              <a:rPr lang="en-US" altLang="en-US"/>
              <a:pPr>
                <a:defRPr/>
              </a:pPr>
              <a:t>9/29/25</a:t>
            </a:fld>
            <a:endParaRPr lang="en-US" altLang="en-US"/>
          </a:p>
        </p:txBody>
      </p:sp>
      <p:sp>
        <p:nvSpPr>
          <p:cNvPr id="8" name="Footer Placeholder 4">
            <a:extLst>
              <a:ext uri="{FF2B5EF4-FFF2-40B4-BE49-F238E27FC236}">
                <a16:creationId xmlns:a16="http://schemas.microsoft.com/office/drawing/2014/main" id="{8972A8FB-87C1-413F-8EEB-C5FE53975049}"/>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30E8795A-5E5A-45CE-ABFC-8A957CA5BE91}"/>
              </a:ext>
            </a:extLst>
          </p:cNvPr>
          <p:cNvSpPr>
            <a:spLocks noGrp="1"/>
          </p:cNvSpPr>
          <p:nvPr>
            <p:ph type="sldNum" sz="quarter" idx="12"/>
          </p:nvPr>
        </p:nvSpPr>
        <p:spPr/>
        <p:txBody>
          <a:bodyPr/>
          <a:lstStyle>
            <a:lvl1pPr>
              <a:defRPr/>
            </a:lvl1pPr>
          </a:lstStyle>
          <a:p>
            <a:pPr>
              <a:defRPr/>
            </a:pPr>
            <a:fld id="{B87D9109-136E-4343-946F-EC6D938BF6E0}" type="slidenum">
              <a:rPr lang="en-US" altLang="en-US"/>
              <a:pPr>
                <a:defRPr/>
              </a:pPr>
              <a:t>‹#›</a:t>
            </a:fld>
            <a:endParaRPr lang="en-US" altLang="en-US"/>
          </a:p>
        </p:txBody>
      </p:sp>
    </p:spTree>
    <p:extLst>
      <p:ext uri="{BB962C8B-B14F-4D97-AF65-F5344CB8AC3E}">
        <p14:creationId xmlns:p14="http://schemas.microsoft.com/office/powerpoint/2010/main" val="190408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5AFE87D4-9747-4BBE-BCED-9BF27C4E49A9}"/>
              </a:ext>
            </a:extLst>
          </p:cNvPr>
          <p:cNvSpPr>
            <a:spLocks noGrp="1"/>
          </p:cNvSpPr>
          <p:nvPr>
            <p:ph type="dt" sz="half" idx="10"/>
          </p:nvPr>
        </p:nvSpPr>
        <p:spPr/>
        <p:txBody>
          <a:bodyPr/>
          <a:lstStyle>
            <a:lvl1pPr>
              <a:defRPr/>
            </a:lvl1pPr>
          </a:lstStyle>
          <a:p>
            <a:pPr>
              <a:defRPr/>
            </a:pPr>
            <a:fld id="{5A79CA7E-558D-4FDB-A96F-7A81040EA8F5}" type="datetime1">
              <a:rPr lang="en-US" altLang="en-US"/>
              <a:pPr>
                <a:defRPr/>
              </a:pPr>
              <a:t>9/29/25</a:t>
            </a:fld>
            <a:endParaRPr lang="en-US" altLang="en-US"/>
          </a:p>
        </p:txBody>
      </p:sp>
      <p:sp>
        <p:nvSpPr>
          <p:cNvPr id="4" name="Footer Placeholder 4">
            <a:extLst>
              <a:ext uri="{FF2B5EF4-FFF2-40B4-BE49-F238E27FC236}">
                <a16:creationId xmlns:a16="http://schemas.microsoft.com/office/drawing/2014/main" id="{1F6B74BC-E88D-472A-9BB7-BED7BEE6B41C}"/>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0D77AAAD-ABDF-4D4D-9E8A-BBD4DA81BCBF}"/>
              </a:ext>
            </a:extLst>
          </p:cNvPr>
          <p:cNvSpPr>
            <a:spLocks noGrp="1"/>
          </p:cNvSpPr>
          <p:nvPr>
            <p:ph type="sldNum" sz="quarter" idx="12"/>
          </p:nvPr>
        </p:nvSpPr>
        <p:spPr/>
        <p:txBody>
          <a:bodyPr/>
          <a:lstStyle>
            <a:lvl1pPr>
              <a:defRPr/>
            </a:lvl1pPr>
          </a:lstStyle>
          <a:p>
            <a:pPr>
              <a:defRPr/>
            </a:pPr>
            <a:fld id="{E0EC9963-D7BD-47C1-8934-00031430610D}" type="slidenum">
              <a:rPr lang="en-US" altLang="en-US"/>
              <a:pPr>
                <a:defRPr/>
              </a:pPr>
              <a:t>‹#›</a:t>
            </a:fld>
            <a:endParaRPr lang="en-US" altLang="en-US"/>
          </a:p>
        </p:txBody>
      </p:sp>
    </p:spTree>
    <p:extLst>
      <p:ext uri="{BB962C8B-B14F-4D97-AF65-F5344CB8AC3E}">
        <p14:creationId xmlns:p14="http://schemas.microsoft.com/office/powerpoint/2010/main" val="616396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E1D73CB-E8CD-482D-B848-9439924F4D87}"/>
              </a:ext>
            </a:extLst>
          </p:cNvPr>
          <p:cNvSpPr>
            <a:spLocks noGrp="1"/>
          </p:cNvSpPr>
          <p:nvPr>
            <p:ph type="dt" sz="half" idx="10"/>
          </p:nvPr>
        </p:nvSpPr>
        <p:spPr/>
        <p:txBody>
          <a:bodyPr/>
          <a:lstStyle>
            <a:lvl1pPr>
              <a:defRPr/>
            </a:lvl1pPr>
          </a:lstStyle>
          <a:p>
            <a:pPr>
              <a:defRPr/>
            </a:pPr>
            <a:fld id="{99C61B26-03A7-42C7-872B-2A6C9362EE45}" type="datetime1">
              <a:rPr lang="en-US" altLang="en-US"/>
              <a:pPr>
                <a:defRPr/>
              </a:pPr>
              <a:t>9/29/25</a:t>
            </a:fld>
            <a:endParaRPr lang="en-US" altLang="en-US"/>
          </a:p>
        </p:txBody>
      </p:sp>
      <p:sp>
        <p:nvSpPr>
          <p:cNvPr id="3" name="Footer Placeholder 4">
            <a:extLst>
              <a:ext uri="{FF2B5EF4-FFF2-40B4-BE49-F238E27FC236}">
                <a16:creationId xmlns:a16="http://schemas.microsoft.com/office/drawing/2014/main" id="{7C58449F-B9DB-481E-A15F-6D29ADC08B32}"/>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EC9D9EEA-916A-4894-B710-2319CBE326C4}"/>
              </a:ext>
            </a:extLst>
          </p:cNvPr>
          <p:cNvSpPr>
            <a:spLocks noGrp="1"/>
          </p:cNvSpPr>
          <p:nvPr>
            <p:ph type="sldNum" sz="quarter" idx="12"/>
          </p:nvPr>
        </p:nvSpPr>
        <p:spPr/>
        <p:txBody>
          <a:bodyPr/>
          <a:lstStyle>
            <a:lvl1pPr>
              <a:defRPr/>
            </a:lvl1pPr>
          </a:lstStyle>
          <a:p>
            <a:pPr>
              <a:defRPr/>
            </a:pPr>
            <a:fld id="{F599CC29-F8E0-4747-9D83-E0F807742FC7}" type="slidenum">
              <a:rPr lang="en-US" altLang="en-US"/>
              <a:pPr>
                <a:defRPr/>
              </a:pPr>
              <a:t>‹#›</a:t>
            </a:fld>
            <a:endParaRPr lang="en-US" altLang="en-US"/>
          </a:p>
        </p:txBody>
      </p:sp>
    </p:spTree>
    <p:extLst>
      <p:ext uri="{BB962C8B-B14F-4D97-AF65-F5344CB8AC3E}">
        <p14:creationId xmlns:p14="http://schemas.microsoft.com/office/powerpoint/2010/main" val="496905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169695A-4170-4968-87A7-DF21C9CE4E84}"/>
              </a:ext>
            </a:extLst>
          </p:cNvPr>
          <p:cNvSpPr>
            <a:spLocks noGrp="1"/>
          </p:cNvSpPr>
          <p:nvPr>
            <p:ph type="dt" sz="half" idx="10"/>
          </p:nvPr>
        </p:nvSpPr>
        <p:spPr/>
        <p:txBody>
          <a:bodyPr/>
          <a:lstStyle>
            <a:lvl1pPr>
              <a:defRPr/>
            </a:lvl1pPr>
          </a:lstStyle>
          <a:p>
            <a:pPr>
              <a:defRPr/>
            </a:pPr>
            <a:fld id="{9E4855E6-5326-4418-8382-80AC5D1F77D4}" type="datetime1">
              <a:rPr lang="en-US" altLang="en-US"/>
              <a:pPr>
                <a:defRPr/>
              </a:pPr>
              <a:t>9/29/25</a:t>
            </a:fld>
            <a:endParaRPr lang="en-US" altLang="en-US"/>
          </a:p>
        </p:txBody>
      </p:sp>
      <p:sp>
        <p:nvSpPr>
          <p:cNvPr id="6" name="Footer Placeholder 4">
            <a:extLst>
              <a:ext uri="{FF2B5EF4-FFF2-40B4-BE49-F238E27FC236}">
                <a16:creationId xmlns:a16="http://schemas.microsoft.com/office/drawing/2014/main" id="{D04B81C5-6114-4D25-8507-54C6756A85C0}"/>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E049B0EA-EAF8-4464-B4E7-79EE50A334A6}"/>
              </a:ext>
            </a:extLst>
          </p:cNvPr>
          <p:cNvSpPr>
            <a:spLocks noGrp="1"/>
          </p:cNvSpPr>
          <p:nvPr>
            <p:ph type="sldNum" sz="quarter" idx="12"/>
          </p:nvPr>
        </p:nvSpPr>
        <p:spPr/>
        <p:txBody>
          <a:bodyPr/>
          <a:lstStyle>
            <a:lvl1pPr>
              <a:defRPr/>
            </a:lvl1pPr>
          </a:lstStyle>
          <a:p>
            <a:pPr>
              <a:defRPr/>
            </a:pPr>
            <a:fld id="{35BF2C53-5F13-408D-AA37-E430A9D6C863}" type="slidenum">
              <a:rPr lang="en-US" altLang="en-US"/>
              <a:pPr>
                <a:defRPr/>
              </a:pPr>
              <a:t>‹#›</a:t>
            </a:fld>
            <a:endParaRPr lang="en-US" altLang="en-US"/>
          </a:p>
        </p:txBody>
      </p:sp>
    </p:spTree>
    <p:extLst>
      <p:ext uri="{BB962C8B-B14F-4D97-AF65-F5344CB8AC3E}">
        <p14:creationId xmlns:p14="http://schemas.microsoft.com/office/powerpoint/2010/main" val="2938492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7AE3515-8125-403D-A2BD-6E03CDC75294}"/>
              </a:ext>
            </a:extLst>
          </p:cNvPr>
          <p:cNvSpPr>
            <a:spLocks noGrp="1"/>
          </p:cNvSpPr>
          <p:nvPr>
            <p:ph type="dt" sz="half" idx="10"/>
          </p:nvPr>
        </p:nvSpPr>
        <p:spPr/>
        <p:txBody>
          <a:bodyPr/>
          <a:lstStyle>
            <a:lvl1pPr>
              <a:defRPr/>
            </a:lvl1pPr>
          </a:lstStyle>
          <a:p>
            <a:pPr>
              <a:defRPr/>
            </a:pPr>
            <a:fld id="{BBF5E2C4-A1A7-451D-9329-39C8F7C79BDE}" type="datetime1">
              <a:rPr lang="en-US" altLang="en-US"/>
              <a:pPr>
                <a:defRPr/>
              </a:pPr>
              <a:t>9/29/25</a:t>
            </a:fld>
            <a:endParaRPr lang="en-US" altLang="en-US"/>
          </a:p>
        </p:txBody>
      </p:sp>
      <p:sp>
        <p:nvSpPr>
          <p:cNvPr id="6" name="Footer Placeholder 4">
            <a:extLst>
              <a:ext uri="{FF2B5EF4-FFF2-40B4-BE49-F238E27FC236}">
                <a16:creationId xmlns:a16="http://schemas.microsoft.com/office/drawing/2014/main" id="{6B503C38-2B59-4945-984E-AFC06F8891CB}"/>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1CCFCB13-4CCE-47A5-A3DD-2B82219FDBAB}"/>
              </a:ext>
            </a:extLst>
          </p:cNvPr>
          <p:cNvSpPr>
            <a:spLocks noGrp="1"/>
          </p:cNvSpPr>
          <p:nvPr>
            <p:ph type="sldNum" sz="quarter" idx="12"/>
          </p:nvPr>
        </p:nvSpPr>
        <p:spPr/>
        <p:txBody>
          <a:bodyPr/>
          <a:lstStyle>
            <a:lvl1pPr>
              <a:defRPr/>
            </a:lvl1pPr>
          </a:lstStyle>
          <a:p>
            <a:pPr>
              <a:defRPr/>
            </a:pPr>
            <a:fld id="{BA56F99B-C68C-4799-8C5E-59B523318601}" type="slidenum">
              <a:rPr lang="en-US" altLang="en-US"/>
              <a:pPr>
                <a:defRPr/>
              </a:pPr>
              <a:t>‹#›</a:t>
            </a:fld>
            <a:endParaRPr lang="en-US" altLang="en-US"/>
          </a:p>
        </p:txBody>
      </p:sp>
    </p:spTree>
    <p:extLst>
      <p:ext uri="{BB962C8B-B14F-4D97-AF65-F5344CB8AC3E}">
        <p14:creationId xmlns:p14="http://schemas.microsoft.com/office/powerpoint/2010/main" val="309018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519067-3AC3-4ACE-8385-8D25BF08319D}"/>
              </a:ext>
            </a:extLst>
          </p:cNvPr>
          <p:cNvSpPr>
            <a:spLocks noGrp="1"/>
          </p:cNvSpPr>
          <p:nvPr>
            <p:ph type="dt" sz="half" idx="10"/>
          </p:nvPr>
        </p:nvSpPr>
        <p:spPr/>
        <p:txBody>
          <a:bodyPr/>
          <a:lstStyle>
            <a:lvl1pPr>
              <a:defRPr/>
            </a:lvl1pPr>
          </a:lstStyle>
          <a:p>
            <a:pPr>
              <a:defRPr/>
            </a:pPr>
            <a:fld id="{7E906F58-7E4D-4640-8C56-B8A68C9EF0D3}" type="datetime1">
              <a:rPr lang="en-US" altLang="en-US"/>
              <a:pPr>
                <a:defRPr/>
              </a:pPr>
              <a:t>9/29/25</a:t>
            </a:fld>
            <a:endParaRPr lang="en-US" altLang="en-US"/>
          </a:p>
        </p:txBody>
      </p:sp>
      <p:sp>
        <p:nvSpPr>
          <p:cNvPr id="5" name="Footer Placeholder 4">
            <a:extLst>
              <a:ext uri="{FF2B5EF4-FFF2-40B4-BE49-F238E27FC236}">
                <a16:creationId xmlns:a16="http://schemas.microsoft.com/office/drawing/2014/main" id="{41817E6E-2FF6-4814-B2BE-E6F51515E6B6}"/>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FF80F84F-700B-4AF7-AF3A-5C8DF73F761D}"/>
              </a:ext>
            </a:extLst>
          </p:cNvPr>
          <p:cNvSpPr>
            <a:spLocks noGrp="1"/>
          </p:cNvSpPr>
          <p:nvPr>
            <p:ph type="sldNum" sz="quarter" idx="12"/>
          </p:nvPr>
        </p:nvSpPr>
        <p:spPr/>
        <p:txBody>
          <a:bodyPr/>
          <a:lstStyle>
            <a:lvl1pPr>
              <a:defRPr/>
            </a:lvl1pPr>
          </a:lstStyle>
          <a:p>
            <a:pPr>
              <a:defRPr/>
            </a:pPr>
            <a:fld id="{FA9D861B-A473-4007-B90A-C3D995A37F10}" type="slidenum">
              <a:rPr lang="en-US" altLang="en-US"/>
              <a:pPr>
                <a:defRPr/>
              </a:pPr>
              <a:t>‹#›</a:t>
            </a:fld>
            <a:endParaRPr lang="en-US" altLang="en-US"/>
          </a:p>
        </p:txBody>
      </p:sp>
    </p:spTree>
    <p:extLst>
      <p:ext uri="{BB962C8B-B14F-4D97-AF65-F5344CB8AC3E}">
        <p14:creationId xmlns:p14="http://schemas.microsoft.com/office/powerpoint/2010/main" val="1748515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F1CF48-5299-44B1-A6C9-A9D6A1B3D76C}"/>
              </a:ext>
            </a:extLst>
          </p:cNvPr>
          <p:cNvSpPr>
            <a:spLocks noGrp="1"/>
          </p:cNvSpPr>
          <p:nvPr>
            <p:ph type="dt" sz="half" idx="10"/>
          </p:nvPr>
        </p:nvSpPr>
        <p:spPr/>
        <p:txBody>
          <a:bodyPr/>
          <a:lstStyle>
            <a:lvl1pPr>
              <a:defRPr/>
            </a:lvl1pPr>
          </a:lstStyle>
          <a:p>
            <a:pPr>
              <a:defRPr/>
            </a:pPr>
            <a:fld id="{5324D6A1-E599-410E-9638-D0F979B80D10}" type="datetime1">
              <a:rPr lang="en-US" altLang="en-US"/>
              <a:pPr>
                <a:defRPr/>
              </a:pPr>
              <a:t>9/29/25</a:t>
            </a:fld>
            <a:endParaRPr lang="en-US" altLang="en-US"/>
          </a:p>
        </p:txBody>
      </p:sp>
      <p:sp>
        <p:nvSpPr>
          <p:cNvPr id="5" name="Footer Placeholder 4">
            <a:extLst>
              <a:ext uri="{FF2B5EF4-FFF2-40B4-BE49-F238E27FC236}">
                <a16:creationId xmlns:a16="http://schemas.microsoft.com/office/drawing/2014/main" id="{73E5FF0A-5EF1-456D-A24A-BA53C4EA05A6}"/>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C3481506-176B-4A06-8C56-5A00AE8EEB1A}"/>
              </a:ext>
            </a:extLst>
          </p:cNvPr>
          <p:cNvSpPr>
            <a:spLocks noGrp="1"/>
          </p:cNvSpPr>
          <p:nvPr>
            <p:ph type="sldNum" sz="quarter" idx="12"/>
          </p:nvPr>
        </p:nvSpPr>
        <p:spPr/>
        <p:txBody>
          <a:bodyPr/>
          <a:lstStyle>
            <a:lvl1pPr>
              <a:defRPr/>
            </a:lvl1pPr>
          </a:lstStyle>
          <a:p>
            <a:pPr>
              <a:defRPr/>
            </a:pPr>
            <a:fld id="{2A964DEB-3227-49B7-A323-1C4A9E62003D}" type="slidenum">
              <a:rPr lang="en-US" altLang="en-US"/>
              <a:pPr>
                <a:defRPr/>
              </a:pPr>
              <a:t>‹#›</a:t>
            </a:fld>
            <a:endParaRPr lang="en-US" altLang="en-US"/>
          </a:p>
        </p:txBody>
      </p:sp>
    </p:spTree>
    <p:extLst>
      <p:ext uri="{BB962C8B-B14F-4D97-AF65-F5344CB8AC3E}">
        <p14:creationId xmlns:p14="http://schemas.microsoft.com/office/powerpoint/2010/main" val="762507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B11F7B5-231B-4346-996C-CA05E97DD12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7081EDE-B49D-496F-9E94-B2770F07FCC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BD75D39-7BB9-43FB-9DC3-6C9B1B786089}"/>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defRPr>
            </a:lvl1pPr>
          </a:lstStyle>
          <a:p>
            <a:pPr>
              <a:defRPr/>
            </a:pPr>
            <a:fld id="{B4A35D35-7488-4D75-8D8E-7D29DDDFE610}" type="datetime1">
              <a:rPr lang="en-US" altLang="en-US"/>
              <a:pPr>
                <a:defRPr/>
              </a:pPr>
              <a:t>9/29/25</a:t>
            </a:fld>
            <a:endParaRPr lang="en-US" altLang="en-US"/>
          </a:p>
        </p:txBody>
      </p:sp>
      <p:sp>
        <p:nvSpPr>
          <p:cNvPr id="5" name="Footer Placeholder 4">
            <a:extLst>
              <a:ext uri="{FF2B5EF4-FFF2-40B4-BE49-F238E27FC236}">
                <a16:creationId xmlns:a16="http://schemas.microsoft.com/office/drawing/2014/main" id="{883C19E0-2982-46CA-9642-0DD2F687AECC}"/>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ACD07415-5F5B-474F-9F7F-B5AE6B228052}"/>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A5CC64A3-6240-4A59-B898-69563B3C3DD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73FD62-824D-4105-8ACF-CED9A055D675}"/>
              </a:ext>
            </a:extLst>
          </p:cNvPr>
          <p:cNvSpPr>
            <a:spLocks/>
          </p:cNvSpPr>
          <p:nvPr/>
        </p:nvSpPr>
        <p:spPr bwMode="auto">
          <a:xfrm>
            <a:off x="609600" y="1295400"/>
            <a:ext cx="7924800" cy="4114800"/>
          </a:xfrm>
          <a:prstGeom prst="rect">
            <a:avLst/>
          </a:prstGeom>
          <a:noFill/>
          <a:ln w="9525">
            <a:noFill/>
            <a:miter lim="800000"/>
            <a:headEnd/>
            <a:tailEnd/>
          </a:ln>
        </p:spPr>
        <p:txBody>
          <a:bodyPr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defRPr/>
            </a:pPr>
            <a:r>
              <a:rPr lang="en-US" altLang="en-US" sz="3600" dirty="0">
                <a:effectLst>
                  <a:outerShdw blurRad="38100" dist="38100" dir="2700000" algn="tl">
                    <a:srgbClr val="C0C0C0"/>
                  </a:outerShdw>
                </a:effectLst>
              </a:rPr>
              <a:t>Appendix </a:t>
            </a:r>
            <a:r>
              <a:rPr lang="en-US" altLang="en-US" sz="3600" dirty="0"/>
              <a:t>D</a:t>
            </a:r>
            <a:br>
              <a:rPr lang="en-US" altLang="en-US" sz="3600" dirty="0"/>
            </a:br>
            <a:br>
              <a:rPr lang="en-US" altLang="en-US" sz="3600" dirty="0"/>
            </a:br>
            <a:r>
              <a:rPr lang="en-US" altLang="en-US" sz="3600" dirty="0"/>
              <a:t>Mapping Control to Hardware</a:t>
            </a:r>
            <a:br>
              <a:rPr lang="en-US" altLang="en-US" sz="4000" dirty="0"/>
            </a:br>
            <a:endParaRPr lang="en-US" altLang="en-US" sz="4000" dirty="0"/>
          </a:p>
        </p:txBody>
      </p:sp>
      <p:sp>
        <p:nvSpPr>
          <p:cNvPr id="3075" name="Footer Placeholder 7">
            <a:extLst>
              <a:ext uri="{FF2B5EF4-FFF2-40B4-BE49-F238E27FC236}">
                <a16:creationId xmlns:a16="http://schemas.microsoft.com/office/drawing/2014/main" id="{531B60C1-2916-4FD5-9A41-7D7DCB1E8428}"/>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2">
            <a:extLst>
              <a:ext uri="{FF2B5EF4-FFF2-40B4-BE49-F238E27FC236}">
                <a16:creationId xmlns:a16="http://schemas.microsoft.com/office/drawing/2014/main" id="{69E46A0A-E7DE-4C1B-B87C-E849878A2551}"/>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2CD3C690-F327-4B31-B5FD-3039EE4C240F}" type="slidenum">
              <a:rPr lang="en-AU" altLang="en-US" sz="1400" smtClean="0">
                <a:latin typeface="Arial" panose="020B0604020202020204" pitchFamily="34" charset="0"/>
              </a:rPr>
              <a:pPr algn="l">
                <a:spcBef>
                  <a:spcPct val="0"/>
                </a:spcBef>
                <a:buFontTx/>
                <a:buNone/>
              </a:pPr>
              <a:t>2</a:t>
            </a:fld>
            <a:endParaRPr lang="en-AU" altLang="en-US" sz="1400">
              <a:latin typeface="Arial" panose="020B0604020202020204" pitchFamily="34" charset="0"/>
            </a:endParaRPr>
          </a:p>
        </p:txBody>
      </p:sp>
      <p:pic>
        <p:nvPicPr>
          <p:cNvPr id="4099" name="Picture 5" descr="f04-17-P374493">
            <a:extLst>
              <a:ext uri="{FF2B5EF4-FFF2-40B4-BE49-F238E27FC236}">
                <a16:creationId xmlns:a16="http://schemas.microsoft.com/office/drawing/2014/main" id="{946E9FD3-E360-4707-8D83-E67646D71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013" y="1206500"/>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4">
            <a:extLst>
              <a:ext uri="{FF2B5EF4-FFF2-40B4-BE49-F238E27FC236}">
                <a16:creationId xmlns:a16="http://schemas.microsoft.com/office/drawing/2014/main" id="{7FDFF464-6E12-4BAF-A275-54B016032A30}"/>
              </a:ext>
            </a:extLst>
          </p:cNvPr>
          <p:cNvSpPr>
            <a:spLocks noGrp="1"/>
          </p:cNvSpPr>
          <p:nvPr>
            <p:ph type="title"/>
          </p:nvPr>
        </p:nvSpPr>
        <p:spPr/>
        <p:txBody>
          <a:bodyPr/>
          <a:lstStyle/>
          <a:p>
            <a:pPr eaLnBrk="1" hangingPunct="1"/>
            <a:r>
              <a:rPr lang="en-AU" altLang="en-US"/>
              <a:t>Datapath With Control</a:t>
            </a:r>
          </a:p>
        </p:txBody>
      </p:sp>
      <p:sp>
        <p:nvSpPr>
          <p:cNvPr id="4101" name="Rectangle 4">
            <a:extLst>
              <a:ext uri="{FF2B5EF4-FFF2-40B4-BE49-F238E27FC236}">
                <a16:creationId xmlns:a16="http://schemas.microsoft.com/office/drawing/2014/main" id="{30F6885E-6AE7-4C2A-83E5-A601A1515EF6}"/>
              </a:ext>
            </a:extLst>
          </p:cNvPr>
          <p:cNvSpPr>
            <a:spLocks noChangeArrowheads="1"/>
          </p:cNvSpPr>
          <p:nvPr/>
        </p:nvSpPr>
        <p:spPr bwMode="auto">
          <a:xfrm>
            <a:off x="3568700" y="2438400"/>
            <a:ext cx="550863" cy="1320800"/>
          </a:xfrm>
          <a:prstGeom prst="rect">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1600">
              <a:latin typeface="Arial" panose="020B0604020202020204" pitchFamily="34" charset="0"/>
            </a:endParaRPr>
          </a:p>
        </p:txBody>
      </p:sp>
      <p:sp>
        <p:nvSpPr>
          <p:cNvPr id="4102" name="Rectangle 4">
            <a:extLst>
              <a:ext uri="{FF2B5EF4-FFF2-40B4-BE49-F238E27FC236}">
                <a16:creationId xmlns:a16="http://schemas.microsoft.com/office/drawing/2014/main" id="{69779AAD-0C97-4EBB-9C71-7A4AA8A32311}"/>
              </a:ext>
            </a:extLst>
          </p:cNvPr>
          <p:cNvSpPr>
            <a:spLocks noChangeArrowheads="1"/>
          </p:cNvSpPr>
          <p:nvPr/>
        </p:nvSpPr>
        <p:spPr bwMode="auto">
          <a:xfrm>
            <a:off x="5256213" y="5248275"/>
            <a:ext cx="603250" cy="890588"/>
          </a:xfrm>
          <a:prstGeom prst="rect">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1600">
              <a:latin typeface="Arial" panose="020B0604020202020204" pitchFamily="34" charset="0"/>
            </a:endParaRPr>
          </a:p>
        </p:txBody>
      </p:sp>
      <p:sp>
        <p:nvSpPr>
          <p:cNvPr id="4103" name="TextBox 1">
            <a:extLst>
              <a:ext uri="{FF2B5EF4-FFF2-40B4-BE49-F238E27FC236}">
                <a16:creationId xmlns:a16="http://schemas.microsoft.com/office/drawing/2014/main" id="{E038B25C-5C6C-440A-8A78-96F61FCD6426}"/>
              </a:ext>
            </a:extLst>
          </p:cNvPr>
          <p:cNvSpPr txBox="1">
            <a:spLocks noChangeArrowheads="1"/>
          </p:cNvSpPr>
          <p:nvPr/>
        </p:nvSpPr>
        <p:spPr bwMode="auto">
          <a:xfrm>
            <a:off x="4814888" y="3527425"/>
            <a:ext cx="28733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2</a:t>
            </a:r>
          </a:p>
        </p:txBody>
      </p:sp>
      <p:sp>
        <p:nvSpPr>
          <p:cNvPr id="4104" name="TextBox 7">
            <a:extLst>
              <a:ext uri="{FF2B5EF4-FFF2-40B4-BE49-F238E27FC236}">
                <a16:creationId xmlns:a16="http://schemas.microsoft.com/office/drawing/2014/main" id="{9E8FCFE7-410D-4D55-BE02-1B8AE4AC8445}"/>
              </a:ext>
            </a:extLst>
          </p:cNvPr>
          <p:cNvSpPr txBox="1">
            <a:spLocks noChangeArrowheads="1"/>
          </p:cNvSpPr>
          <p:nvPr/>
        </p:nvSpPr>
        <p:spPr bwMode="auto">
          <a:xfrm>
            <a:off x="5710238" y="4940300"/>
            <a:ext cx="2889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4</a:t>
            </a:r>
          </a:p>
        </p:txBody>
      </p:sp>
      <p:sp>
        <p:nvSpPr>
          <p:cNvPr id="4105" name="TextBox 1">
            <a:extLst>
              <a:ext uri="{FF2B5EF4-FFF2-40B4-BE49-F238E27FC236}">
                <a16:creationId xmlns:a16="http://schemas.microsoft.com/office/drawing/2014/main" id="{4ABFB466-C06C-45A1-BF08-AAD43EA02AA6}"/>
              </a:ext>
            </a:extLst>
          </p:cNvPr>
          <p:cNvSpPr txBox="1">
            <a:spLocks noChangeArrowheads="1"/>
          </p:cNvSpPr>
          <p:nvPr/>
        </p:nvSpPr>
        <p:spPr bwMode="auto">
          <a:xfrm>
            <a:off x="5478463" y="6107113"/>
            <a:ext cx="28733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A7BC7177-CAEF-4220-8FFD-6407A20F43A8}"/>
              </a:ext>
            </a:extLst>
          </p:cNvPr>
          <p:cNvSpPr>
            <a:spLocks noGrp="1"/>
          </p:cNvSpPr>
          <p:nvPr>
            <p:ph type="title"/>
          </p:nvPr>
        </p:nvSpPr>
        <p:spPr/>
        <p:txBody>
          <a:bodyPr/>
          <a:lstStyle/>
          <a:p>
            <a:pPr eaLnBrk="1" hangingPunct="1"/>
            <a:r>
              <a:rPr lang="en-US" altLang="en-US"/>
              <a:t>The Main Control Unit</a:t>
            </a:r>
            <a:endParaRPr lang="en-AU" altLang="en-US"/>
          </a:p>
        </p:txBody>
      </p:sp>
      <p:sp>
        <p:nvSpPr>
          <p:cNvPr id="6148" name="Rectangle 3">
            <a:extLst>
              <a:ext uri="{FF2B5EF4-FFF2-40B4-BE49-F238E27FC236}">
                <a16:creationId xmlns:a16="http://schemas.microsoft.com/office/drawing/2014/main" id="{0BBAF974-34BB-44AF-9447-460532FF8E8F}"/>
              </a:ext>
            </a:extLst>
          </p:cNvPr>
          <p:cNvSpPr>
            <a:spLocks noGrp="1"/>
          </p:cNvSpPr>
          <p:nvPr>
            <p:ph type="body" idx="1"/>
          </p:nvPr>
        </p:nvSpPr>
        <p:spPr>
          <a:xfrm>
            <a:off x="684213" y="1125538"/>
            <a:ext cx="8270875" cy="690562"/>
          </a:xfrm>
        </p:spPr>
        <p:txBody>
          <a:bodyPr/>
          <a:lstStyle/>
          <a:p>
            <a:pPr eaLnBrk="1" hangingPunct="1"/>
            <a:r>
              <a:rPr lang="en-US" altLang="en-US"/>
              <a:t>Control signals derived from instruction</a:t>
            </a:r>
            <a:endParaRPr lang="en-AU" altLang="en-US"/>
          </a:p>
        </p:txBody>
      </p:sp>
      <p:grpSp>
        <p:nvGrpSpPr>
          <p:cNvPr id="6149" name="Group 4">
            <a:extLst>
              <a:ext uri="{FF2B5EF4-FFF2-40B4-BE49-F238E27FC236}">
                <a16:creationId xmlns:a16="http://schemas.microsoft.com/office/drawing/2014/main" id="{497C199E-5BBE-4A12-BC79-5B2F58ECF385}"/>
              </a:ext>
            </a:extLst>
          </p:cNvPr>
          <p:cNvGrpSpPr>
            <a:grpSpLocks/>
          </p:cNvGrpSpPr>
          <p:nvPr/>
        </p:nvGrpSpPr>
        <p:grpSpPr bwMode="auto">
          <a:xfrm>
            <a:off x="1619250" y="2060575"/>
            <a:ext cx="6913563" cy="773113"/>
            <a:chOff x="703" y="981"/>
            <a:chExt cx="4355" cy="487"/>
          </a:xfrm>
        </p:grpSpPr>
        <p:sp>
          <p:nvSpPr>
            <p:cNvPr id="6181" name="Text Box 5">
              <a:extLst>
                <a:ext uri="{FF2B5EF4-FFF2-40B4-BE49-F238E27FC236}">
                  <a16:creationId xmlns:a16="http://schemas.microsoft.com/office/drawing/2014/main" id="{6841244E-1A48-49D4-8F50-7EEB43794821}"/>
                </a:ext>
              </a:extLst>
            </p:cNvPr>
            <p:cNvSpPr txBox="1">
              <a:spLocks noChangeArrowheads="1"/>
            </p:cNvSpPr>
            <p:nvPr/>
          </p:nvSpPr>
          <p:spPr bwMode="auto">
            <a:xfrm>
              <a:off x="703"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000000</a:t>
              </a:r>
              <a:endParaRPr lang="en-AU" altLang="en-US" sz="2000">
                <a:latin typeface="Arial" panose="020B0604020202020204" pitchFamily="34" charset="0"/>
              </a:endParaRPr>
            </a:p>
          </p:txBody>
        </p:sp>
        <p:sp>
          <p:nvSpPr>
            <p:cNvPr id="6182" name="Text Box 6">
              <a:extLst>
                <a:ext uri="{FF2B5EF4-FFF2-40B4-BE49-F238E27FC236}">
                  <a16:creationId xmlns:a16="http://schemas.microsoft.com/office/drawing/2014/main" id="{EB5ABE41-A9B5-497F-A9C9-135E189E6926}"/>
                </a:ext>
              </a:extLst>
            </p:cNvPr>
            <p:cNvSpPr txBox="1">
              <a:spLocks noChangeArrowheads="1"/>
            </p:cNvSpPr>
            <p:nvPr/>
          </p:nvSpPr>
          <p:spPr bwMode="auto">
            <a:xfrm>
              <a:off x="152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rs</a:t>
              </a:r>
              <a:endParaRPr lang="en-AU" altLang="en-US" sz="2000">
                <a:latin typeface="Arial" panose="020B0604020202020204" pitchFamily="34" charset="0"/>
              </a:endParaRPr>
            </a:p>
          </p:txBody>
        </p:sp>
        <p:sp>
          <p:nvSpPr>
            <p:cNvPr id="6183" name="Text Box 7">
              <a:extLst>
                <a:ext uri="{FF2B5EF4-FFF2-40B4-BE49-F238E27FC236}">
                  <a16:creationId xmlns:a16="http://schemas.microsoft.com/office/drawing/2014/main" id="{55E6E1B0-04CA-4177-A9F9-C17EA43D4066}"/>
                </a:ext>
              </a:extLst>
            </p:cNvPr>
            <p:cNvSpPr txBox="1">
              <a:spLocks noChangeArrowheads="1"/>
            </p:cNvSpPr>
            <p:nvPr/>
          </p:nvSpPr>
          <p:spPr bwMode="auto">
            <a:xfrm>
              <a:off x="220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rt</a:t>
              </a:r>
              <a:endParaRPr lang="en-AU" altLang="en-US" sz="2000">
                <a:latin typeface="Arial" panose="020B0604020202020204" pitchFamily="34" charset="0"/>
              </a:endParaRPr>
            </a:p>
          </p:txBody>
        </p:sp>
        <p:sp>
          <p:nvSpPr>
            <p:cNvPr id="6184" name="Text Box 8">
              <a:extLst>
                <a:ext uri="{FF2B5EF4-FFF2-40B4-BE49-F238E27FC236}">
                  <a16:creationId xmlns:a16="http://schemas.microsoft.com/office/drawing/2014/main" id="{7E61F916-F895-48F5-8C49-3BC312D7A3D0}"/>
                </a:ext>
              </a:extLst>
            </p:cNvPr>
            <p:cNvSpPr txBox="1">
              <a:spLocks noChangeArrowheads="1"/>
            </p:cNvSpPr>
            <p:nvPr/>
          </p:nvSpPr>
          <p:spPr bwMode="auto">
            <a:xfrm>
              <a:off x="288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rd</a:t>
              </a:r>
              <a:endParaRPr lang="en-AU" altLang="en-US" sz="2000">
                <a:latin typeface="Arial" panose="020B0604020202020204" pitchFamily="34" charset="0"/>
              </a:endParaRPr>
            </a:p>
          </p:txBody>
        </p:sp>
        <p:sp>
          <p:nvSpPr>
            <p:cNvPr id="6185" name="Text Box 9">
              <a:extLst>
                <a:ext uri="{FF2B5EF4-FFF2-40B4-BE49-F238E27FC236}">
                  <a16:creationId xmlns:a16="http://schemas.microsoft.com/office/drawing/2014/main" id="{D8D63D4F-6D26-4567-A137-8FFC4C3C0D72}"/>
                </a:ext>
              </a:extLst>
            </p:cNvPr>
            <p:cNvSpPr txBox="1">
              <a:spLocks noChangeArrowheads="1"/>
            </p:cNvSpPr>
            <p:nvPr/>
          </p:nvSpPr>
          <p:spPr bwMode="auto">
            <a:xfrm>
              <a:off x="356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shamt</a:t>
              </a:r>
              <a:endParaRPr lang="en-AU" altLang="en-US" sz="2000">
                <a:latin typeface="Arial" panose="020B0604020202020204" pitchFamily="34" charset="0"/>
              </a:endParaRPr>
            </a:p>
          </p:txBody>
        </p:sp>
        <p:sp>
          <p:nvSpPr>
            <p:cNvPr id="6186" name="Text Box 10">
              <a:extLst>
                <a:ext uri="{FF2B5EF4-FFF2-40B4-BE49-F238E27FC236}">
                  <a16:creationId xmlns:a16="http://schemas.microsoft.com/office/drawing/2014/main" id="{CA499D32-DC94-470D-BD58-7014AC5AD804}"/>
                </a:ext>
              </a:extLst>
            </p:cNvPr>
            <p:cNvSpPr txBox="1">
              <a:spLocks noChangeArrowheads="1"/>
            </p:cNvSpPr>
            <p:nvPr/>
          </p:nvSpPr>
          <p:spPr bwMode="auto">
            <a:xfrm>
              <a:off x="4241"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funct</a:t>
              </a:r>
              <a:endParaRPr lang="en-AU" altLang="en-US" sz="2000">
                <a:latin typeface="Arial" panose="020B0604020202020204" pitchFamily="34" charset="0"/>
              </a:endParaRPr>
            </a:p>
          </p:txBody>
        </p:sp>
        <p:sp>
          <p:nvSpPr>
            <p:cNvPr id="6187" name="Text Box 11">
              <a:extLst>
                <a:ext uri="{FF2B5EF4-FFF2-40B4-BE49-F238E27FC236}">
                  <a16:creationId xmlns:a16="http://schemas.microsoft.com/office/drawing/2014/main" id="{F9A970D1-1FF7-43C4-9B59-13A7754D2793}"/>
                </a:ext>
              </a:extLst>
            </p:cNvPr>
            <p:cNvSpPr txBox="1">
              <a:spLocks noChangeArrowheads="1"/>
            </p:cNvSpPr>
            <p:nvPr/>
          </p:nvSpPr>
          <p:spPr bwMode="auto">
            <a:xfrm>
              <a:off x="879"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31:26</a:t>
              </a:r>
              <a:endParaRPr lang="en-AU" altLang="en-US" sz="1600">
                <a:latin typeface="Arial" panose="020B0604020202020204" pitchFamily="34" charset="0"/>
              </a:endParaRPr>
            </a:p>
          </p:txBody>
        </p:sp>
        <p:sp>
          <p:nvSpPr>
            <p:cNvPr id="6188" name="Text Box 12">
              <a:extLst>
                <a:ext uri="{FF2B5EF4-FFF2-40B4-BE49-F238E27FC236}">
                  <a16:creationId xmlns:a16="http://schemas.microsoft.com/office/drawing/2014/main" id="{584C24F6-660C-493B-892C-8A75039947EC}"/>
                </a:ext>
              </a:extLst>
            </p:cNvPr>
            <p:cNvSpPr txBox="1">
              <a:spLocks noChangeArrowheads="1"/>
            </p:cNvSpPr>
            <p:nvPr/>
          </p:nvSpPr>
          <p:spPr bwMode="auto">
            <a:xfrm>
              <a:off x="4488" y="1256"/>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5:0</a:t>
              </a:r>
              <a:endParaRPr lang="en-AU" altLang="en-US" sz="1600">
                <a:latin typeface="Arial" panose="020B0604020202020204" pitchFamily="34" charset="0"/>
              </a:endParaRPr>
            </a:p>
          </p:txBody>
        </p:sp>
        <p:sp>
          <p:nvSpPr>
            <p:cNvPr id="6189" name="Text Box 13">
              <a:extLst>
                <a:ext uri="{FF2B5EF4-FFF2-40B4-BE49-F238E27FC236}">
                  <a16:creationId xmlns:a16="http://schemas.microsoft.com/office/drawing/2014/main" id="{CBEA1764-B5BF-4FE9-A653-E53980BCAB6C}"/>
                </a:ext>
              </a:extLst>
            </p:cNvPr>
            <p:cNvSpPr txBox="1">
              <a:spLocks noChangeArrowheads="1"/>
            </p:cNvSpPr>
            <p:nvPr/>
          </p:nvSpPr>
          <p:spPr bwMode="auto">
            <a:xfrm>
              <a:off x="165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25:21</a:t>
              </a:r>
              <a:endParaRPr lang="en-AU" altLang="en-US" sz="1600">
                <a:latin typeface="Arial" panose="020B0604020202020204" pitchFamily="34" charset="0"/>
              </a:endParaRPr>
            </a:p>
          </p:txBody>
        </p:sp>
        <p:sp>
          <p:nvSpPr>
            <p:cNvPr id="6190" name="Text Box 14">
              <a:extLst>
                <a:ext uri="{FF2B5EF4-FFF2-40B4-BE49-F238E27FC236}">
                  <a16:creationId xmlns:a16="http://schemas.microsoft.com/office/drawing/2014/main" id="{E4ACDBDD-6D45-4EE0-A538-2A7C818F6FF2}"/>
                </a:ext>
              </a:extLst>
            </p:cNvPr>
            <p:cNvSpPr txBox="1">
              <a:spLocks noChangeArrowheads="1"/>
            </p:cNvSpPr>
            <p:nvPr/>
          </p:nvSpPr>
          <p:spPr bwMode="auto">
            <a:xfrm>
              <a:off x="23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20:16</a:t>
              </a:r>
              <a:endParaRPr lang="en-AU" altLang="en-US" sz="1600">
                <a:latin typeface="Arial" panose="020B0604020202020204" pitchFamily="34" charset="0"/>
              </a:endParaRPr>
            </a:p>
          </p:txBody>
        </p:sp>
        <p:sp>
          <p:nvSpPr>
            <p:cNvPr id="6191" name="Text Box 15">
              <a:extLst>
                <a:ext uri="{FF2B5EF4-FFF2-40B4-BE49-F238E27FC236}">
                  <a16:creationId xmlns:a16="http://schemas.microsoft.com/office/drawing/2014/main" id="{F4854842-7B0F-424B-B708-026276553CE2}"/>
                </a:ext>
              </a:extLst>
            </p:cNvPr>
            <p:cNvSpPr txBox="1">
              <a:spLocks noChangeArrowheads="1"/>
            </p:cNvSpPr>
            <p:nvPr/>
          </p:nvSpPr>
          <p:spPr bwMode="auto">
            <a:xfrm>
              <a:off x="301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15:11</a:t>
              </a:r>
              <a:endParaRPr lang="en-AU" altLang="en-US" sz="1600">
                <a:latin typeface="Arial" panose="020B0604020202020204" pitchFamily="34" charset="0"/>
              </a:endParaRPr>
            </a:p>
          </p:txBody>
        </p:sp>
        <p:sp>
          <p:nvSpPr>
            <p:cNvPr id="6192" name="Text Box 16">
              <a:extLst>
                <a:ext uri="{FF2B5EF4-FFF2-40B4-BE49-F238E27FC236}">
                  <a16:creationId xmlns:a16="http://schemas.microsoft.com/office/drawing/2014/main" id="{8559F2D9-3F77-4D88-BA24-D204D995F9F7}"/>
                </a:ext>
              </a:extLst>
            </p:cNvPr>
            <p:cNvSpPr txBox="1">
              <a:spLocks noChangeArrowheads="1"/>
            </p:cNvSpPr>
            <p:nvPr/>
          </p:nvSpPr>
          <p:spPr bwMode="auto">
            <a:xfrm>
              <a:off x="3727"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10:6</a:t>
              </a:r>
              <a:endParaRPr lang="en-AU" altLang="en-US" sz="1600">
                <a:latin typeface="Arial" panose="020B0604020202020204" pitchFamily="34" charset="0"/>
              </a:endParaRPr>
            </a:p>
          </p:txBody>
        </p:sp>
      </p:grpSp>
      <p:grpSp>
        <p:nvGrpSpPr>
          <p:cNvPr id="6150" name="Group 17">
            <a:extLst>
              <a:ext uri="{FF2B5EF4-FFF2-40B4-BE49-F238E27FC236}">
                <a16:creationId xmlns:a16="http://schemas.microsoft.com/office/drawing/2014/main" id="{20BBB22E-867B-48AD-AFE1-300B8B8C3931}"/>
              </a:ext>
            </a:extLst>
          </p:cNvPr>
          <p:cNvGrpSpPr>
            <a:grpSpLocks/>
          </p:cNvGrpSpPr>
          <p:nvPr/>
        </p:nvGrpSpPr>
        <p:grpSpPr bwMode="auto">
          <a:xfrm>
            <a:off x="1898650" y="3068638"/>
            <a:ext cx="6634163" cy="773112"/>
            <a:chOff x="1060" y="981"/>
            <a:chExt cx="4179" cy="487"/>
          </a:xfrm>
        </p:grpSpPr>
        <p:sp>
          <p:nvSpPr>
            <p:cNvPr id="6174" name="Text Box 19">
              <a:extLst>
                <a:ext uri="{FF2B5EF4-FFF2-40B4-BE49-F238E27FC236}">
                  <a16:creationId xmlns:a16="http://schemas.microsoft.com/office/drawing/2014/main" id="{D7D06636-647D-4D07-B188-8AD082AE9741}"/>
                </a:ext>
              </a:extLst>
            </p:cNvPr>
            <p:cNvSpPr txBox="1">
              <a:spLocks noChangeArrowheads="1"/>
            </p:cNvSpPr>
            <p:nvPr/>
          </p:nvSpPr>
          <p:spPr bwMode="auto">
            <a:xfrm>
              <a:off x="170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rs</a:t>
              </a:r>
              <a:endParaRPr lang="en-AU" altLang="en-US" sz="2000">
                <a:latin typeface="Arial" panose="020B0604020202020204" pitchFamily="34" charset="0"/>
              </a:endParaRPr>
            </a:p>
          </p:txBody>
        </p:sp>
        <p:sp>
          <p:nvSpPr>
            <p:cNvPr id="6175" name="Text Box 20">
              <a:extLst>
                <a:ext uri="{FF2B5EF4-FFF2-40B4-BE49-F238E27FC236}">
                  <a16:creationId xmlns:a16="http://schemas.microsoft.com/office/drawing/2014/main" id="{B1766A2E-9C1E-4D37-B067-68671C769447}"/>
                </a:ext>
              </a:extLst>
            </p:cNvPr>
            <p:cNvSpPr txBox="1">
              <a:spLocks noChangeArrowheads="1"/>
            </p:cNvSpPr>
            <p:nvPr/>
          </p:nvSpPr>
          <p:spPr bwMode="auto">
            <a:xfrm>
              <a:off x="238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rt</a:t>
              </a:r>
              <a:endParaRPr lang="en-AU" altLang="en-US" sz="2000">
                <a:latin typeface="Arial" panose="020B0604020202020204" pitchFamily="34" charset="0"/>
              </a:endParaRPr>
            </a:p>
          </p:txBody>
        </p:sp>
        <p:sp>
          <p:nvSpPr>
            <p:cNvPr id="6176" name="Text Box 21">
              <a:extLst>
                <a:ext uri="{FF2B5EF4-FFF2-40B4-BE49-F238E27FC236}">
                  <a16:creationId xmlns:a16="http://schemas.microsoft.com/office/drawing/2014/main" id="{78390289-677C-4300-9B16-CFF8CC009637}"/>
                </a:ext>
              </a:extLst>
            </p:cNvPr>
            <p:cNvSpPr txBox="1">
              <a:spLocks noChangeArrowheads="1"/>
            </p:cNvSpPr>
            <p:nvPr/>
          </p:nvSpPr>
          <p:spPr bwMode="auto">
            <a:xfrm>
              <a:off x="3061" y="981"/>
              <a:ext cx="217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address</a:t>
              </a:r>
              <a:endParaRPr lang="en-AU" altLang="en-US" sz="2000">
                <a:latin typeface="Arial" panose="020B0604020202020204" pitchFamily="34" charset="0"/>
              </a:endParaRPr>
            </a:p>
          </p:txBody>
        </p:sp>
        <p:sp>
          <p:nvSpPr>
            <p:cNvPr id="6177" name="Text Box 22">
              <a:extLst>
                <a:ext uri="{FF2B5EF4-FFF2-40B4-BE49-F238E27FC236}">
                  <a16:creationId xmlns:a16="http://schemas.microsoft.com/office/drawing/2014/main" id="{CC8F232C-3D88-4EB0-A27F-E073FED070A0}"/>
                </a:ext>
              </a:extLst>
            </p:cNvPr>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31:26</a:t>
              </a:r>
              <a:endParaRPr lang="en-AU" altLang="en-US" sz="1600">
                <a:latin typeface="Arial" panose="020B0604020202020204" pitchFamily="34" charset="0"/>
              </a:endParaRPr>
            </a:p>
          </p:txBody>
        </p:sp>
        <p:sp>
          <p:nvSpPr>
            <p:cNvPr id="6178" name="Text Box 23">
              <a:extLst>
                <a:ext uri="{FF2B5EF4-FFF2-40B4-BE49-F238E27FC236}">
                  <a16:creationId xmlns:a16="http://schemas.microsoft.com/office/drawing/2014/main" id="{8828317A-CFFA-4A46-9483-D5D1F1923400}"/>
                </a:ext>
              </a:extLst>
            </p:cNvPr>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25:21</a:t>
              </a:r>
              <a:endParaRPr lang="en-AU" altLang="en-US" sz="1600">
                <a:latin typeface="Arial" panose="020B0604020202020204" pitchFamily="34" charset="0"/>
              </a:endParaRPr>
            </a:p>
          </p:txBody>
        </p:sp>
        <p:sp>
          <p:nvSpPr>
            <p:cNvPr id="6179" name="Text Box 24">
              <a:extLst>
                <a:ext uri="{FF2B5EF4-FFF2-40B4-BE49-F238E27FC236}">
                  <a16:creationId xmlns:a16="http://schemas.microsoft.com/office/drawing/2014/main" id="{1DC00C81-0D63-4969-92A8-78350C4377AB}"/>
                </a:ext>
              </a:extLst>
            </p:cNvPr>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20:16</a:t>
              </a:r>
              <a:endParaRPr lang="en-AU" altLang="en-US" sz="1600">
                <a:latin typeface="Arial" panose="020B0604020202020204" pitchFamily="34" charset="0"/>
              </a:endParaRPr>
            </a:p>
          </p:txBody>
        </p:sp>
        <p:sp>
          <p:nvSpPr>
            <p:cNvPr id="6180" name="Text Box 25">
              <a:extLst>
                <a:ext uri="{FF2B5EF4-FFF2-40B4-BE49-F238E27FC236}">
                  <a16:creationId xmlns:a16="http://schemas.microsoft.com/office/drawing/2014/main" id="{FAEB960F-EABB-402D-A62F-D35941A83B70}"/>
                </a:ext>
              </a:extLst>
            </p:cNvPr>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15:0</a:t>
              </a:r>
              <a:endParaRPr lang="en-AU" altLang="en-US" sz="1600">
                <a:latin typeface="Arial" panose="020B0604020202020204" pitchFamily="34" charset="0"/>
              </a:endParaRPr>
            </a:p>
          </p:txBody>
        </p:sp>
      </p:grpSp>
      <p:grpSp>
        <p:nvGrpSpPr>
          <p:cNvPr id="6151" name="Group 26">
            <a:extLst>
              <a:ext uri="{FF2B5EF4-FFF2-40B4-BE49-F238E27FC236}">
                <a16:creationId xmlns:a16="http://schemas.microsoft.com/office/drawing/2014/main" id="{19036E4A-0D42-4CCA-BA90-A86DDD10C61F}"/>
              </a:ext>
            </a:extLst>
          </p:cNvPr>
          <p:cNvGrpSpPr>
            <a:grpSpLocks/>
          </p:cNvGrpSpPr>
          <p:nvPr/>
        </p:nvGrpSpPr>
        <p:grpSpPr bwMode="auto">
          <a:xfrm>
            <a:off x="1898650" y="5089525"/>
            <a:ext cx="6634163" cy="773113"/>
            <a:chOff x="1060" y="981"/>
            <a:chExt cx="4179" cy="487"/>
          </a:xfrm>
        </p:grpSpPr>
        <p:sp>
          <p:nvSpPr>
            <p:cNvPr id="6167" name="Text Box 28">
              <a:extLst>
                <a:ext uri="{FF2B5EF4-FFF2-40B4-BE49-F238E27FC236}">
                  <a16:creationId xmlns:a16="http://schemas.microsoft.com/office/drawing/2014/main" id="{78851116-9FD0-4E57-97DA-9CBB11FB6289}"/>
                </a:ext>
              </a:extLst>
            </p:cNvPr>
            <p:cNvSpPr txBox="1">
              <a:spLocks noChangeArrowheads="1"/>
            </p:cNvSpPr>
            <p:nvPr/>
          </p:nvSpPr>
          <p:spPr bwMode="auto">
            <a:xfrm>
              <a:off x="170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rs</a:t>
              </a:r>
              <a:endParaRPr lang="en-AU" altLang="en-US" sz="2000">
                <a:latin typeface="Arial" panose="020B0604020202020204" pitchFamily="34" charset="0"/>
              </a:endParaRPr>
            </a:p>
          </p:txBody>
        </p:sp>
        <p:sp>
          <p:nvSpPr>
            <p:cNvPr id="6168" name="Text Box 29">
              <a:extLst>
                <a:ext uri="{FF2B5EF4-FFF2-40B4-BE49-F238E27FC236}">
                  <a16:creationId xmlns:a16="http://schemas.microsoft.com/office/drawing/2014/main" id="{4BD005E7-CF04-4424-B396-3BF56878DB95}"/>
                </a:ext>
              </a:extLst>
            </p:cNvPr>
            <p:cNvSpPr txBox="1">
              <a:spLocks noChangeArrowheads="1"/>
            </p:cNvSpPr>
            <p:nvPr/>
          </p:nvSpPr>
          <p:spPr bwMode="auto">
            <a:xfrm>
              <a:off x="238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rt</a:t>
              </a:r>
              <a:endParaRPr lang="en-AU" altLang="en-US" sz="2000">
                <a:latin typeface="Arial" panose="020B0604020202020204" pitchFamily="34" charset="0"/>
              </a:endParaRPr>
            </a:p>
          </p:txBody>
        </p:sp>
        <p:sp>
          <p:nvSpPr>
            <p:cNvPr id="6169" name="Text Box 30">
              <a:extLst>
                <a:ext uri="{FF2B5EF4-FFF2-40B4-BE49-F238E27FC236}">
                  <a16:creationId xmlns:a16="http://schemas.microsoft.com/office/drawing/2014/main" id="{6E6CF855-469B-4B3F-AB70-8A20599EDF15}"/>
                </a:ext>
              </a:extLst>
            </p:cNvPr>
            <p:cNvSpPr txBox="1">
              <a:spLocks noChangeArrowheads="1"/>
            </p:cNvSpPr>
            <p:nvPr/>
          </p:nvSpPr>
          <p:spPr bwMode="auto">
            <a:xfrm>
              <a:off x="3061" y="981"/>
              <a:ext cx="217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address</a:t>
              </a:r>
              <a:endParaRPr lang="en-AU" altLang="en-US" sz="2000">
                <a:latin typeface="Arial" panose="020B0604020202020204" pitchFamily="34" charset="0"/>
              </a:endParaRPr>
            </a:p>
          </p:txBody>
        </p:sp>
        <p:sp>
          <p:nvSpPr>
            <p:cNvPr id="6170" name="Text Box 31">
              <a:extLst>
                <a:ext uri="{FF2B5EF4-FFF2-40B4-BE49-F238E27FC236}">
                  <a16:creationId xmlns:a16="http://schemas.microsoft.com/office/drawing/2014/main" id="{81D72BFA-71CB-4EC1-BA25-CC98185CDFE4}"/>
                </a:ext>
              </a:extLst>
            </p:cNvPr>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31:26</a:t>
              </a:r>
              <a:endParaRPr lang="en-AU" altLang="en-US" sz="1600">
                <a:latin typeface="Arial" panose="020B0604020202020204" pitchFamily="34" charset="0"/>
              </a:endParaRPr>
            </a:p>
          </p:txBody>
        </p:sp>
        <p:sp>
          <p:nvSpPr>
            <p:cNvPr id="6171" name="Text Box 32">
              <a:extLst>
                <a:ext uri="{FF2B5EF4-FFF2-40B4-BE49-F238E27FC236}">
                  <a16:creationId xmlns:a16="http://schemas.microsoft.com/office/drawing/2014/main" id="{BE1DC6D6-1051-4169-A9A1-3BB9B5854DD7}"/>
                </a:ext>
              </a:extLst>
            </p:cNvPr>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25:21</a:t>
              </a:r>
              <a:endParaRPr lang="en-AU" altLang="en-US" sz="1600">
                <a:latin typeface="Arial" panose="020B0604020202020204" pitchFamily="34" charset="0"/>
              </a:endParaRPr>
            </a:p>
          </p:txBody>
        </p:sp>
        <p:sp>
          <p:nvSpPr>
            <p:cNvPr id="6172" name="Text Box 33">
              <a:extLst>
                <a:ext uri="{FF2B5EF4-FFF2-40B4-BE49-F238E27FC236}">
                  <a16:creationId xmlns:a16="http://schemas.microsoft.com/office/drawing/2014/main" id="{07E023A4-9CAA-46E6-8760-71B42D484E44}"/>
                </a:ext>
              </a:extLst>
            </p:cNvPr>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20:16</a:t>
              </a:r>
              <a:endParaRPr lang="en-AU" altLang="en-US" sz="1600">
                <a:latin typeface="Arial" panose="020B0604020202020204" pitchFamily="34" charset="0"/>
              </a:endParaRPr>
            </a:p>
          </p:txBody>
        </p:sp>
        <p:sp>
          <p:nvSpPr>
            <p:cNvPr id="6173" name="Text Box 34">
              <a:extLst>
                <a:ext uri="{FF2B5EF4-FFF2-40B4-BE49-F238E27FC236}">
                  <a16:creationId xmlns:a16="http://schemas.microsoft.com/office/drawing/2014/main" id="{CE39E6C0-2382-4F5A-9AF2-4E50114261AF}"/>
                </a:ext>
              </a:extLst>
            </p:cNvPr>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15:0</a:t>
              </a:r>
              <a:endParaRPr lang="en-AU" altLang="en-US" sz="1600">
                <a:latin typeface="Arial" panose="020B0604020202020204" pitchFamily="34" charset="0"/>
              </a:endParaRPr>
            </a:p>
          </p:txBody>
        </p:sp>
      </p:grpSp>
      <p:sp>
        <p:nvSpPr>
          <p:cNvPr id="6152" name="Text Box 35">
            <a:extLst>
              <a:ext uri="{FF2B5EF4-FFF2-40B4-BE49-F238E27FC236}">
                <a16:creationId xmlns:a16="http://schemas.microsoft.com/office/drawing/2014/main" id="{8FF58A8B-9D22-4EC2-BE35-C61C3EF309A1}"/>
              </a:ext>
            </a:extLst>
          </p:cNvPr>
          <p:cNvSpPr txBox="1">
            <a:spLocks noChangeArrowheads="1"/>
          </p:cNvSpPr>
          <p:nvPr/>
        </p:nvSpPr>
        <p:spPr bwMode="auto">
          <a:xfrm>
            <a:off x="595313" y="2112963"/>
            <a:ext cx="857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R-type</a:t>
            </a:r>
            <a:endParaRPr lang="en-AU" altLang="en-US" sz="1800">
              <a:latin typeface="Arial" panose="020B0604020202020204" pitchFamily="34" charset="0"/>
            </a:endParaRPr>
          </a:p>
        </p:txBody>
      </p:sp>
      <p:sp>
        <p:nvSpPr>
          <p:cNvPr id="6153" name="Text Box 36">
            <a:extLst>
              <a:ext uri="{FF2B5EF4-FFF2-40B4-BE49-F238E27FC236}">
                <a16:creationId xmlns:a16="http://schemas.microsoft.com/office/drawing/2014/main" id="{D8506775-C2A7-4216-B948-B25702108250}"/>
              </a:ext>
            </a:extLst>
          </p:cNvPr>
          <p:cNvSpPr txBox="1">
            <a:spLocks noChangeArrowheads="1"/>
          </p:cNvSpPr>
          <p:nvPr/>
        </p:nvSpPr>
        <p:spPr bwMode="auto">
          <a:xfrm>
            <a:off x="595313" y="3049588"/>
            <a:ext cx="6969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Load</a:t>
            </a:r>
            <a:endParaRPr lang="en-AU" altLang="en-US" sz="1800">
              <a:latin typeface="Arial" panose="020B0604020202020204" pitchFamily="34" charset="0"/>
            </a:endParaRPr>
          </a:p>
        </p:txBody>
      </p:sp>
      <p:sp>
        <p:nvSpPr>
          <p:cNvPr id="6154" name="Text Box 37">
            <a:extLst>
              <a:ext uri="{FF2B5EF4-FFF2-40B4-BE49-F238E27FC236}">
                <a16:creationId xmlns:a16="http://schemas.microsoft.com/office/drawing/2014/main" id="{72A2E038-04BB-420E-AB13-E142F88DE9B6}"/>
              </a:ext>
            </a:extLst>
          </p:cNvPr>
          <p:cNvSpPr txBox="1">
            <a:spLocks noChangeArrowheads="1"/>
          </p:cNvSpPr>
          <p:nvPr/>
        </p:nvSpPr>
        <p:spPr bwMode="auto">
          <a:xfrm>
            <a:off x="595313" y="5165725"/>
            <a:ext cx="908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Branch</a:t>
            </a:r>
            <a:endParaRPr lang="en-AU" altLang="en-US" sz="1800">
              <a:latin typeface="Arial" panose="020B0604020202020204" pitchFamily="34" charset="0"/>
            </a:endParaRPr>
          </a:p>
        </p:txBody>
      </p:sp>
      <p:grpSp>
        <p:nvGrpSpPr>
          <p:cNvPr id="6155" name="Group 17">
            <a:extLst>
              <a:ext uri="{FF2B5EF4-FFF2-40B4-BE49-F238E27FC236}">
                <a16:creationId xmlns:a16="http://schemas.microsoft.com/office/drawing/2014/main" id="{26B4A769-AABC-4074-B4AB-8B2415E6BCD5}"/>
              </a:ext>
            </a:extLst>
          </p:cNvPr>
          <p:cNvGrpSpPr>
            <a:grpSpLocks/>
          </p:cNvGrpSpPr>
          <p:nvPr/>
        </p:nvGrpSpPr>
        <p:grpSpPr bwMode="auto">
          <a:xfrm>
            <a:off x="1898650" y="4033838"/>
            <a:ext cx="6634163" cy="773112"/>
            <a:chOff x="1060" y="981"/>
            <a:chExt cx="4179" cy="487"/>
          </a:xfrm>
        </p:grpSpPr>
        <p:sp>
          <p:nvSpPr>
            <p:cNvPr id="6160" name="Text Box 19">
              <a:extLst>
                <a:ext uri="{FF2B5EF4-FFF2-40B4-BE49-F238E27FC236}">
                  <a16:creationId xmlns:a16="http://schemas.microsoft.com/office/drawing/2014/main" id="{F7BC4773-7D07-4E3B-8D92-D29E7A366B9D}"/>
                </a:ext>
              </a:extLst>
            </p:cNvPr>
            <p:cNvSpPr txBox="1">
              <a:spLocks noChangeArrowheads="1"/>
            </p:cNvSpPr>
            <p:nvPr/>
          </p:nvSpPr>
          <p:spPr bwMode="auto">
            <a:xfrm>
              <a:off x="170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rs</a:t>
              </a:r>
              <a:endParaRPr lang="en-AU" altLang="en-US" sz="2000">
                <a:latin typeface="Arial" panose="020B0604020202020204" pitchFamily="34" charset="0"/>
              </a:endParaRPr>
            </a:p>
          </p:txBody>
        </p:sp>
        <p:sp>
          <p:nvSpPr>
            <p:cNvPr id="6161" name="Text Box 20">
              <a:extLst>
                <a:ext uri="{FF2B5EF4-FFF2-40B4-BE49-F238E27FC236}">
                  <a16:creationId xmlns:a16="http://schemas.microsoft.com/office/drawing/2014/main" id="{B024F756-0253-4BC5-9A6F-40164317B980}"/>
                </a:ext>
              </a:extLst>
            </p:cNvPr>
            <p:cNvSpPr txBox="1">
              <a:spLocks noChangeArrowheads="1"/>
            </p:cNvSpPr>
            <p:nvPr/>
          </p:nvSpPr>
          <p:spPr bwMode="auto">
            <a:xfrm>
              <a:off x="238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rt</a:t>
              </a:r>
              <a:endParaRPr lang="en-AU" altLang="en-US" sz="2000">
                <a:latin typeface="Arial" panose="020B0604020202020204" pitchFamily="34" charset="0"/>
              </a:endParaRPr>
            </a:p>
          </p:txBody>
        </p:sp>
        <p:sp>
          <p:nvSpPr>
            <p:cNvPr id="6162" name="Text Box 21">
              <a:extLst>
                <a:ext uri="{FF2B5EF4-FFF2-40B4-BE49-F238E27FC236}">
                  <a16:creationId xmlns:a16="http://schemas.microsoft.com/office/drawing/2014/main" id="{EFC5B26F-971C-48D7-BD3D-AE115FAE1ED1}"/>
                </a:ext>
              </a:extLst>
            </p:cNvPr>
            <p:cNvSpPr txBox="1">
              <a:spLocks noChangeArrowheads="1"/>
            </p:cNvSpPr>
            <p:nvPr/>
          </p:nvSpPr>
          <p:spPr bwMode="auto">
            <a:xfrm>
              <a:off x="3061" y="981"/>
              <a:ext cx="217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address</a:t>
              </a:r>
              <a:endParaRPr lang="en-AU" altLang="en-US" sz="2000">
                <a:latin typeface="Arial" panose="020B0604020202020204" pitchFamily="34" charset="0"/>
              </a:endParaRPr>
            </a:p>
          </p:txBody>
        </p:sp>
        <p:sp>
          <p:nvSpPr>
            <p:cNvPr id="6163" name="Text Box 22">
              <a:extLst>
                <a:ext uri="{FF2B5EF4-FFF2-40B4-BE49-F238E27FC236}">
                  <a16:creationId xmlns:a16="http://schemas.microsoft.com/office/drawing/2014/main" id="{FD36DF4B-3AE4-40BB-852F-26AD49E9DAD1}"/>
                </a:ext>
              </a:extLst>
            </p:cNvPr>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31:26</a:t>
              </a:r>
              <a:endParaRPr lang="en-AU" altLang="en-US" sz="1600">
                <a:latin typeface="Arial" panose="020B0604020202020204" pitchFamily="34" charset="0"/>
              </a:endParaRPr>
            </a:p>
          </p:txBody>
        </p:sp>
        <p:sp>
          <p:nvSpPr>
            <p:cNvPr id="6164" name="Text Box 23">
              <a:extLst>
                <a:ext uri="{FF2B5EF4-FFF2-40B4-BE49-F238E27FC236}">
                  <a16:creationId xmlns:a16="http://schemas.microsoft.com/office/drawing/2014/main" id="{E2CDE833-0579-4439-AF6C-88DDDF8007E1}"/>
                </a:ext>
              </a:extLst>
            </p:cNvPr>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25:21</a:t>
              </a:r>
              <a:endParaRPr lang="en-AU" altLang="en-US" sz="1600">
                <a:latin typeface="Arial" panose="020B0604020202020204" pitchFamily="34" charset="0"/>
              </a:endParaRPr>
            </a:p>
          </p:txBody>
        </p:sp>
        <p:sp>
          <p:nvSpPr>
            <p:cNvPr id="6165" name="Text Box 24">
              <a:extLst>
                <a:ext uri="{FF2B5EF4-FFF2-40B4-BE49-F238E27FC236}">
                  <a16:creationId xmlns:a16="http://schemas.microsoft.com/office/drawing/2014/main" id="{03CF2330-07BF-4F71-840E-40018AAE09CC}"/>
                </a:ext>
              </a:extLst>
            </p:cNvPr>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20:16</a:t>
              </a:r>
              <a:endParaRPr lang="en-AU" altLang="en-US" sz="1600">
                <a:latin typeface="Arial" panose="020B0604020202020204" pitchFamily="34" charset="0"/>
              </a:endParaRPr>
            </a:p>
          </p:txBody>
        </p:sp>
        <p:sp>
          <p:nvSpPr>
            <p:cNvPr id="6166" name="Text Box 25">
              <a:extLst>
                <a:ext uri="{FF2B5EF4-FFF2-40B4-BE49-F238E27FC236}">
                  <a16:creationId xmlns:a16="http://schemas.microsoft.com/office/drawing/2014/main" id="{75AC885B-D221-42DF-BF2B-45F30D86666F}"/>
                </a:ext>
              </a:extLst>
            </p:cNvPr>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panose="020B0604020202020204" pitchFamily="34" charset="0"/>
                </a:rPr>
                <a:t>15:0</a:t>
              </a:r>
              <a:endParaRPr lang="en-AU" altLang="en-US" sz="1600">
                <a:latin typeface="Arial" panose="020B0604020202020204" pitchFamily="34" charset="0"/>
              </a:endParaRPr>
            </a:p>
          </p:txBody>
        </p:sp>
      </p:grpSp>
      <p:sp>
        <p:nvSpPr>
          <p:cNvPr id="6156" name="Text Box 36">
            <a:extLst>
              <a:ext uri="{FF2B5EF4-FFF2-40B4-BE49-F238E27FC236}">
                <a16:creationId xmlns:a16="http://schemas.microsoft.com/office/drawing/2014/main" id="{BB23123F-81F3-4C6B-85B6-311E512F1409}"/>
              </a:ext>
            </a:extLst>
          </p:cNvPr>
          <p:cNvSpPr txBox="1">
            <a:spLocks noChangeArrowheads="1"/>
          </p:cNvSpPr>
          <p:nvPr/>
        </p:nvSpPr>
        <p:spPr bwMode="auto">
          <a:xfrm>
            <a:off x="595313" y="4014788"/>
            <a:ext cx="736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Store</a:t>
            </a:r>
            <a:endParaRPr lang="en-AU" altLang="en-US" sz="1800">
              <a:latin typeface="Arial" panose="020B0604020202020204" pitchFamily="34" charset="0"/>
            </a:endParaRPr>
          </a:p>
        </p:txBody>
      </p:sp>
      <p:sp>
        <p:nvSpPr>
          <p:cNvPr id="6157" name="Text Box 19">
            <a:extLst>
              <a:ext uri="{FF2B5EF4-FFF2-40B4-BE49-F238E27FC236}">
                <a16:creationId xmlns:a16="http://schemas.microsoft.com/office/drawing/2014/main" id="{3CF3DA96-AE69-4953-BA45-78ADDDC87555}"/>
              </a:ext>
            </a:extLst>
          </p:cNvPr>
          <p:cNvSpPr txBox="1">
            <a:spLocks noChangeArrowheads="1"/>
          </p:cNvSpPr>
          <p:nvPr/>
        </p:nvSpPr>
        <p:spPr bwMode="auto">
          <a:xfrm>
            <a:off x="1612900" y="3068638"/>
            <a:ext cx="1300163"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100011</a:t>
            </a:r>
            <a:endParaRPr lang="en-AU" altLang="en-US" sz="2000">
              <a:latin typeface="Arial" panose="020B0604020202020204" pitchFamily="34" charset="0"/>
            </a:endParaRPr>
          </a:p>
        </p:txBody>
      </p:sp>
      <p:sp>
        <p:nvSpPr>
          <p:cNvPr id="6158" name="Text Box 19">
            <a:extLst>
              <a:ext uri="{FF2B5EF4-FFF2-40B4-BE49-F238E27FC236}">
                <a16:creationId xmlns:a16="http://schemas.microsoft.com/office/drawing/2014/main" id="{4CCF897E-C6BD-426E-B5A0-CB0AFF796121}"/>
              </a:ext>
            </a:extLst>
          </p:cNvPr>
          <p:cNvSpPr txBox="1">
            <a:spLocks noChangeArrowheads="1"/>
          </p:cNvSpPr>
          <p:nvPr/>
        </p:nvSpPr>
        <p:spPr bwMode="auto">
          <a:xfrm>
            <a:off x="1612900" y="4033838"/>
            <a:ext cx="1300163"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101011</a:t>
            </a:r>
            <a:endParaRPr lang="en-AU" altLang="en-US" sz="2000">
              <a:latin typeface="Arial" panose="020B0604020202020204" pitchFamily="34" charset="0"/>
            </a:endParaRPr>
          </a:p>
        </p:txBody>
      </p:sp>
      <p:sp>
        <p:nvSpPr>
          <p:cNvPr id="6159" name="Text Box 19">
            <a:extLst>
              <a:ext uri="{FF2B5EF4-FFF2-40B4-BE49-F238E27FC236}">
                <a16:creationId xmlns:a16="http://schemas.microsoft.com/office/drawing/2014/main" id="{78B0FE8F-4B16-4B60-BA7A-5A6998E346F0}"/>
              </a:ext>
            </a:extLst>
          </p:cNvPr>
          <p:cNvSpPr txBox="1">
            <a:spLocks noChangeArrowheads="1"/>
          </p:cNvSpPr>
          <p:nvPr/>
        </p:nvSpPr>
        <p:spPr bwMode="auto">
          <a:xfrm>
            <a:off x="1612900" y="5091113"/>
            <a:ext cx="1300163"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Arial" panose="020B0604020202020204" pitchFamily="34" charset="0"/>
              </a:rPr>
              <a:t>000100</a:t>
            </a:r>
            <a:endParaRPr lang="en-AU" altLang="en-US" sz="200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F175A03-D605-4905-95E8-88348A3EE220}"/>
              </a:ext>
            </a:extLst>
          </p:cNvPr>
          <p:cNvSpPr>
            <a:spLocks noGrp="1"/>
          </p:cNvSpPr>
          <p:nvPr>
            <p:ph type="title"/>
          </p:nvPr>
        </p:nvSpPr>
        <p:spPr/>
        <p:txBody>
          <a:bodyPr/>
          <a:lstStyle/>
          <a:p>
            <a:pPr eaLnBrk="1" hangingPunct="1"/>
            <a:r>
              <a:rPr lang="en-US" altLang="en-US"/>
              <a:t>ALU Control</a:t>
            </a:r>
            <a:endParaRPr lang="en-AU" altLang="en-US"/>
          </a:p>
        </p:txBody>
      </p:sp>
      <p:sp>
        <p:nvSpPr>
          <p:cNvPr id="8195" name="Rectangle 3">
            <a:extLst>
              <a:ext uri="{FF2B5EF4-FFF2-40B4-BE49-F238E27FC236}">
                <a16:creationId xmlns:a16="http://schemas.microsoft.com/office/drawing/2014/main" id="{EAC28211-47B7-429C-BF55-D2E4FF81C129}"/>
              </a:ext>
            </a:extLst>
          </p:cNvPr>
          <p:cNvSpPr>
            <a:spLocks noGrp="1"/>
          </p:cNvSpPr>
          <p:nvPr>
            <p:ph type="body" idx="1"/>
          </p:nvPr>
        </p:nvSpPr>
        <p:spPr/>
        <p:txBody>
          <a:bodyPr/>
          <a:lstStyle/>
          <a:p>
            <a:pPr eaLnBrk="1" hangingPunct="1"/>
            <a:r>
              <a:rPr lang="en-US" altLang="en-US"/>
              <a:t>Assume 2-bit ALUOp derived from opcode</a:t>
            </a:r>
          </a:p>
          <a:p>
            <a:pPr lvl="1" eaLnBrk="1" hangingPunct="1"/>
            <a:r>
              <a:rPr lang="en-US" altLang="en-US"/>
              <a:t>Combinational logic derives ALU control</a:t>
            </a:r>
            <a:endParaRPr lang="en-AU" altLang="en-US"/>
          </a:p>
        </p:txBody>
      </p:sp>
      <p:graphicFrame>
        <p:nvGraphicFramePr>
          <p:cNvPr id="300101" name="Group 69">
            <a:extLst>
              <a:ext uri="{FF2B5EF4-FFF2-40B4-BE49-F238E27FC236}">
                <a16:creationId xmlns:a16="http://schemas.microsoft.com/office/drawing/2014/main" id="{A85C78B8-958B-4A8C-B762-5EA9E991D4ED}"/>
              </a:ext>
            </a:extLst>
          </p:cNvPr>
          <p:cNvGraphicFramePr>
            <a:graphicFrameLocks noGrp="1"/>
          </p:cNvGraphicFramePr>
          <p:nvPr/>
        </p:nvGraphicFramePr>
        <p:xfrm>
          <a:off x="674688" y="2871788"/>
          <a:ext cx="7921625" cy="3025776"/>
        </p:xfrm>
        <a:graphic>
          <a:graphicData uri="http://schemas.openxmlformats.org/drawingml/2006/table">
            <a:tbl>
              <a:tblPr/>
              <a:tblGrid>
                <a:gridCol w="1208087">
                  <a:extLst>
                    <a:ext uri="{9D8B030D-6E8A-4147-A177-3AD203B41FA5}">
                      <a16:colId xmlns:a16="http://schemas.microsoft.com/office/drawing/2014/main" val="20000"/>
                    </a:ext>
                  </a:extLst>
                </a:gridCol>
                <a:gridCol w="906463">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1057275">
                  <a:extLst>
                    <a:ext uri="{9D8B030D-6E8A-4147-A177-3AD203B41FA5}">
                      <a16:colId xmlns:a16="http://schemas.microsoft.com/office/drawing/2014/main" val="20003"/>
                    </a:ext>
                  </a:extLst>
                </a:gridCol>
                <a:gridCol w="1733550">
                  <a:extLst>
                    <a:ext uri="{9D8B030D-6E8A-4147-A177-3AD203B41FA5}">
                      <a16:colId xmlns:a16="http://schemas.microsoft.com/office/drawing/2014/main" val="20004"/>
                    </a:ext>
                  </a:extLst>
                </a:gridCol>
                <a:gridCol w="1282700">
                  <a:extLst>
                    <a:ext uri="{9D8B030D-6E8A-4147-A177-3AD203B41FA5}">
                      <a16:colId xmlns:a16="http://schemas.microsoft.com/office/drawing/2014/main" val="20005"/>
                    </a:ext>
                  </a:extLst>
                </a:gridCol>
              </a:tblGrid>
              <a:tr h="33528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err="1">
                          <a:ln>
                            <a:noFill/>
                          </a:ln>
                          <a:solidFill>
                            <a:schemeClr val="tx1"/>
                          </a:solidFill>
                          <a:effectLst/>
                          <a:latin typeface="Arial" charset="0"/>
                        </a:rPr>
                        <a:t>opcode</a:t>
                      </a:r>
                      <a:endParaRPr kumimoji="0" lang="en-AU" sz="1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ALUOp</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Arial" charset="0"/>
                        </a:rPr>
                        <a:t>Operation</a:t>
                      </a:r>
                      <a:endParaRPr kumimoji="0" lang="en-AU"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funct</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ALU function</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ALU control</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1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lw</a:t>
                      </a:r>
                      <a:endParaRPr kumimoji="0" lang="en-AU"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Arial" charset="0"/>
                        </a:rPr>
                        <a:t>00</a:t>
                      </a:r>
                      <a:endParaRPr kumimoji="0" lang="en-AU"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load word</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XXXXXX</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add</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0010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8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err="1">
                          <a:ln>
                            <a:noFill/>
                          </a:ln>
                          <a:solidFill>
                            <a:schemeClr val="tx1"/>
                          </a:solidFill>
                          <a:effectLst/>
                          <a:latin typeface="Arial" charset="0"/>
                        </a:rPr>
                        <a:t>sw</a:t>
                      </a:r>
                      <a:endParaRPr kumimoji="0" lang="en-AU" sz="1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00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store word</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XXXXXX</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add</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0010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5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beq</a:t>
                      </a:r>
                      <a:endParaRPr kumimoji="0" lang="en-AU"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01</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branch equal</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XXXXXX</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subtract</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0110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80">
                <a:tc rowSpan="5">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R-type</a:t>
                      </a:r>
                      <a:endParaRPr kumimoji="0" lang="en-AU"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Arial" charset="0"/>
                        </a:rPr>
                        <a:t>10</a:t>
                      </a:r>
                      <a:endParaRPr kumimoji="0" lang="en-AU"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add</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100000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add</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0010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550">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subtract</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100010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subtract</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0110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280">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AND</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100100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AND</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0000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38">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OR</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100101</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OR</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0001</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280">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set-on-less-than</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101010</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Arial" charset="0"/>
                        </a:rPr>
                        <a:t>set-on-less-than</a:t>
                      </a:r>
                      <a:endParaRPr kumimoji="0" lang="en-AU"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Arial" charset="0"/>
                        </a:rPr>
                        <a:t>0111</a:t>
                      </a:r>
                      <a:endParaRPr kumimoji="0" lang="en-AU"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4953BBAF-F1EE-47CB-8EF4-4180CFBA4A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D441440-4C42-4CBD-9D29-17C9C5B3A80E}" type="slidenum">
              <a:rPr lang="en-US" altLang="en-US" sz="1200" smtClean="0"/>
              <a:pPr>
                <a:spcBef>
                  <a:spcPct val="0"/>
                </a:spcBef>
                <a:buFontTx/>
                <a:buNone/>
              </a:pPr>
              <a:t>5</a:t>
            </a:fld>
            <a:endParaRPr lang="en-US" altLang="en-US" sz="1200"/>
          </a:p>
        </p:txBody>
      </p:sp>
      <p:sp>
        <p:nvSpPr>
          <p:cNvPr id="10243" name="Footer Placeholder 7">
            <a:extLst>
              <a:ext uri="{FF2B5EF4-FFF2-40B4-BE49-F238E27FC236}">
                <a16:creationId xmlns:a16="http://schemas.microsoft.com/office/drawing/2014/main" id="{F4B51B1B-8DA5-4B67-8EA1-FC7F7446531B}"/>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10244" name="TextBox 3">
            <a:extLst>
              <a:ext uri="{FF2B5EF4-FFF2-40B4-BE49-F238E27FC236}">
                <a16:creationId xmlns:a16="http://schemas.microsoft.com/office/drawing/2014/main" id="{54DB9072-E9C3-49A8-B8F4-E9D218AFB716}"/>
              </a:ext>
            </a:extLst>
          </p:cNvPr>
          <p:cNvSpPr txBox="1">
            <a:spLocks noChangeArrowheads="1"/>
          </p:cNvSpPr>
          <p:nvPr/>
        </p:nvSpPr>
        <p:spPr bwMode="auto">
          <a:xfrm>
            <a:off x="685800" y="6034088"/>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D.2.1</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truth table for the 4 ALU control bits (called Operation) as a function of the ALUOp and function code field. </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This table is the same as that shown in Figure 4.13.</a:t>
            </a:r>
          </a:p>
        </p:txBody>
      </p:sp>
      <p:pic>
        <p:nvPicPr>
          <p:cNvPr id="10245" name="Picture 7" descr="2">
            <a:extLst>
              <a:ext uri="{FF2B5EF4-FFF2-40B4-BE49-F238E27FC236}">
                <a16:creationId xmlns:a16="http://schemas.microsoft.com/office/drawing/2014/main" id="{F4B42255-2B33-432C-A034-6468EDE0001D}"/>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14450" y="3752850"/>
            <a:ext cx="6492875" cy="2092325"/>
          </a:xfrm>
        </p:spPr>
      </p:pic>
      <p:graphicFrame>
        <p:nvGraphicFramePr>
          <p:cNvPr id="6" name="Group 69">
            <a:extLst>
              <a:ext uri="{FF2B5EF4-FFF2-40B4-BE49-F238E27FC236}">
                <a16:creationId xmlns:a16="http://schemas.microsoft.com/office/drawing/2014/main" id="{7D6F1230-2891-415A-801A-4D7C49A7BBAD}"/>
              </a:ext>
            </a:extLst>
          </p:cNvPr>
          <p:cNvGraphicFramePr>
            <a:graphicFrameLocks noGrp="1"/>
          </p:cNvGraphicFramePr>
          <p:nvPr>
            <p:extLst>
              <p:ext uri="{D42A27DB-BD31-4B8C-83A1-F6EECF244321}">
                <p14:modId xmlns:p14="http://schemas.microsoft.com/office/powerpoint/2010/main" val="984870007"/>
              </p:ext>
            </p:extLst>
          </p:nvPr>
        </p:nvGraphicFramePr>
        <p:xfrm>
          <a:off x="1323975" y="557213"/>
          <a:ext cx="6488112" cy="2476504"/>
        </p:xfrm>
        <a:graphic>
          <a:graphicData uri="http://schemas.openxmlformats.org/drawingml/2006/table">
            <a:tbl>
              <a:tblPr/>
              <a:tblGrid>
                <a:gridCol w="989469">
                  <a:extLst>
                    <a:ext uri="{9D8B030D-6E8A-4147-A177-3AD203B41FA5}">
                      <a16:colId xmlns:a16="http://schemas.microsoft.com/office/drawing/2014/main" val="20000"/>
                    </a:ext>
                  </a:extLst>
                </a:gridCol>
                <a:gridCol w="742428">
                  <a:extLst>
                    <a:ext uri="{9D8B030D-6E8A-4147-A177-3AD203B41FA5}">
                      <a16:colId xmlns:a16="http://schemas.microsoft.com/office/drawing/2014/main" val="20001"/>
                    </a:ext>
                  </a:extLst>
                </a:gridCol>
                <a:gridCol w="1419843">
                  <a:extLst>
                    <a:ext uri="{9D8B030D-6E8A-4147-A177-3AD203B41FA5}">
                      <a16:colId xmlns:a16="http://schemas.microsoft.com/office/drawing/2014/main" val="20002"/>
                    </a:ext>
                  </a:extLst>
                </a:gridCol>
                <a:gridCol w="865949">
                  <a:extLst>
                    <a:ext uri="{9D8B030D-6E8A-4147-A177-3AD203B41FA5}">
                      <a16:colId xmlns:a16="http://schemas.microsoft.com/office/drawing/2014/main" val="20003"/>
                    </a:ext>
                  </a:extLst>
                </a:gridCol>
                <a:gridCol w="1419843">
                  <a:extLst>
                    <a:ext uri="{9D8B030D-6E8A-4147-A177-3AD203B41FA5}">
                      <a16:colId xmlns:a16="http://schemas.microsoft.com/office/drawing/2014/main" val="20004"/>
                    </a:ext>
                  </a:extLst>
                </a:gridCol>
                <a:gridCol w="1050580">
                  <a:extLst>
                    <a:ext uri="{9D8B030D-6E8A-4147-A177-3AD203B41FA5}">
                      <a16:colId xmlns:a16="http://schemas.microsoft.com/office/drawing/2014/main" val="20005"/>
                    </a:ext>
                  </a:extLst>
                </a:gridCol>
              </a:tblGrid>
              <a:tr h="27300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err="1">
                          <a:ln>
                            <a:noFill/>
                          </a:ln>
                          <a:solidFill>
                            <a:schemeClr val="tx1"/>
                          </a:solidFill>
                          <a:effectLst/>
                          <a:latin typeface="Arial" charset="0"/>
                        </a:rPr>
                        <a:t>opcode</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ALUOp</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Operation</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funct</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ALU function</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ALU control</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93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lw</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load word</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XXXXXX</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add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59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err="1">
                          <a:ln>
                            <a:noFill/>
                          </a:ln>
                          <a:solidFill>
                            <a:schemeClr val="tx1"/>
                          </a:solidFill>
                          <a:effectLst/>
                          <a:latin typeface="Arial" charset="0"/>
                        </a:rPr>
                        <a:t>sw</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store word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XXXXXX</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add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563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beq</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01</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branch equal</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XXXXXX</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subtract</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0110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592">
                <a:tc rowSpan="5">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R-type</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10</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add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100000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add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5632">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subtract</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100010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subtract</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0110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592">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AND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100100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AND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6932">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OR</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100101</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OR</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0001</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592">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set-on-less-than</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101010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set-on-less-than</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0111</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Down Arrow 1">
            <a:extLst>
              <a:ext uri="{FF2B5EF4-FFF2-40B4-BE49-F238E27FC236}">
                <a16:creationId xmlns:a16="http://schemas.microsoft.com/office/drawing/2014/main" id="{D2693590-53F6-4A6F-B3CE-A267124BF021}"/>
              </a:ext>
            </a:extLst>
          </p:cNvPr>
          <p:cNvSpPr/>
          <p:nvPr/>
        </p:nvSpPr>
        <p:spPr>
          <a:xfrm>
            <a:off x="4359275" y="3109913"/>
            <a:ext cx="484188" cy="584200"/>
          </a:xfrm>
          <a:prstGeom prst="downArrow">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2249B2C2-A9A8-4418-9672-014BCAAF9051}"/>
              </a:ext>
            </a:extLst>
          </p:cNvPr>
          <p:cNvSpPr/>
          <p:nvPr/>
        </p:nvSpPr>
        <p:spPr>
          <a:xfrm>
            <a:off x="4646613" y="1662113"/>
            <a:ext cx="165100" cy="1371600"/>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A42BB732-9162-4B91-B307-36141C0858F4}"/>
              </a:ext>
            </a:extLst>
          </p:cNvPr>
          <p:cNvSpPr/>
          <p:nvPr/>
        </p:nvSpPr>
        <p:spPr>
          <a:xfrm>
            <a:off x="3517900" y="4762500"/>
            <a:ext cx="896938" cy="1082675"/>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6DD45616-4DF6-4789-8857-3E0ADBDCA8E5}"/>
              </a:ext>
            </a:extLst>
          </p:cNvPr>
          <p:cNvSpPr/>
          <p:nvPr/>
        </p:nvSpPr>
        <p:spPr>
          <a:xfrm>
            <a:off x="2302329" y="1371600"/>
            <a:ext cx="762000" cy="290513"/>
          </a:xfrm>
          <a:prstGeom prst="rect">
            <a:avLst/>
          </a:prstGeom>
          <a:solidFill>
            <a:srgbClr val="EE0000">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Rectangle 10">
            <a:extLst>
              <a:ext uri="{FF2B5EF4-FFF2-40B4-BE49-F238E27FC236}">
                <a16:creationId xmlns:a16="http://schemas.microsoft.com/office/drawing/2014/main" id="{7DD7477B-FA81-4609-960C-10235E230EA6}"/>
              </a:ext>
            </a:extLst>
          </p:cNvPr>
          <p:cNvSpPr/>
          <p:nvPr/>
        </p:nvSpPr>
        <p:spPr>
          <a:xfrm>
            <a:off x="1311728" y="4531860"/>
            <a:ext cx="2193471" cy="225198"/>
          </a:xfrm>
          <a:prstGeom prst="rect">
            <a:avLst/>
          </a:prstGeom>
          <a:solidFill>
            <a:srgbClr val="EE0000">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2" name="Rectangle 11">
            <a:extLst>
              <a:ext uri="{FF2B5EF4-FFF2-40B4-BE49-F238E27FC236}">
                <a16:creationId xmlns:a16="http://schemas.microsoft.com/office/drawing/2014/main" id="{2F7763B7-43DA-4F7D-B198-AFB30AF7D0B0}"/>
              </a:ext>
            </a:extLst>
          </p:cNvPr>
          <p:cNvSpPr/>
          <p:nvPr/>
        </p:nvSpPr>
        <p:spPr>
          <a:xfrm>
            <a:off x="2302325" y="1654631"/>
            <a:ext cx="762000" cy="290513"/>
          </a:xfrm>
          <a:prstGeom prst="rect">
            <a:avLst/>
          </a:prstGeom>
          <a:solidFill>
            <a:schemeClr val="accent3">
              <a:alpha val="50196"/>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3" name="Rectangle 12">
            <a:extLst>
              <a:ext uri="{FF2B5EF4-FFF2-40B4-BE49-F238E27FC236}">
                <a16:creationId xmlns:a16="http://schemas.microsoft.com/office/drawing/2014/main" id="{B20986DD-9E03-43D3-93F5-1E1270D9B36F}"/>
              </a:ext>
            </a:extLst>
          </p:cNvPr>
          <p:cNvSpPr/>
          <p:nvPr/>
        </p:nvSpPr>
        <p:spPr>
          <a:xfrm>
            <a:off x="1311724" y="4749575"/>
            <a:ext cx="2193471" cy="1095600"/>
          </a:xfrm>
          <a:prstGeom prst="rect">
            <a:avLst/>
          </a:prstGeom>
          <a:solidFill>
            <a:schemeClr val="accent3">
              <a:alpha val="50196"/>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 name="Rectangle 2">
            <a:extLst>
              <a:ext uri="{FF2B5EF4-FFF2-40B4-BE49-F238E27FC236}">
                <a16:creationId xmlns:a16="http://schemas.microsoft.com/office/drawing/2014/main" id="{C83BBF86-332C-464D-A338-554DBFC326C2}"/>
              </a:ext>
            </a:extLst>
          </p:cNvPr>
          <p:cNvSpPr/>
          <p:nvPr/>
        </p:nvSpPr>
        <p:spPr>
          <a:xfrm>
            <a:off x="4663698" y="3102391"/>
            <a:ext cx="992579" cy="369332"/>
          </a:xfrm>
          <a:prstGeom prst="rect">
            <a:avLst/>
          </a:prstGeom>
        </p:spPr>
        <p:txBody>
          <a:bodyPr wrap="none">
            <a:spAutoFit/>
          </a:bodyPr>
          <a:lstStyle/>
          <a:p>
            <a:pPr lvl="0" eaLnBrk="1" hangingPunct="1">
              <a:spcBef>
                <a:spcPct val="20000"/>
              </a:spcBef>
              <a:buClr>
                <a:schemeClr val="folHlink"/>
              </a:buClr>
              <a:buSzPct val="60000"/>
            </a:pPr>
            <a:r>
              <a:rPr lang="en-US" dirty="0">
                <a:solidFill>
                  <a:schemeClr val="tx2">
                    <a:lumMod val="60000"/>
                    <a:lumOff val="40000"/>
                  </a:schemeClr>
                </a:solidFill>
                <a:latin typeface="Arial" charset="0"/>
              </a:rPr>
              <a:t>Simplify</a:t>
            </a:r>
            <a:endParaRPr lang="en-AU" dirty="0">
              <a:solidFill>
                <a:schemeClr val="tx2">
                  <a:lumMod val="60000"/>
                  <a:lumOff val="40000"/>
                </a:schemeClr>
              </a:solidFill>
              <a:latin typeface="Arial" charset="0"/>
            </a:endParaRPr>
          </a:p>
        </p:txBody>
      </p:sp>
      <p:sp>
        <p:nvSpPr>
          <p:cNvPr id="4" name="Rectangle 3">
            <a:extLst>
              <a:ext uri="{FF2B5EF4-FFF2-40B4-BE49-F238E27FC236}">
                <a16:creationId xmlns:a16="http://schemas.microsoft.com/office/drawing/2014/main" id="{F960A208-F172-458F-8AE1-490E81BCEB59}"/>
              </a:ext>
            </a:extLst>
          </p:cNvPr>
          <p:cNvSpPr/>
          <p:nvPr/>
        </p:nvSpPr>
        <p:spPr>
          <a:xfrm>
            <a:off x="1311724" y="3752850"/>
            <a:ext cx="4936676" cy="2092325"/>
          </a:xfrm>
          <a:prstGeom prst="rect">
            <a:avLst/>
          </a:prstGeom>
          <a:noFill/>
          <a:ln w="38100">
            <a:solidFill>
              <a:srgbClr val="E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10045B8-52B7-4860-8A53-971CB93B5E58}"/>
              </a:ext>
            </a:extLst>
          </p:cNvPr>
          <p:cNvSpPr/>
          <p:nvPr/>
        </p:nvSpPr>
        <p:spPr>
          <a:xfrm>
            <a:off x="6261101" y="3750270"/>
            <a:ext cx="1546223" cy="2092325"/>
          </a:xfrm>
          <a:prstGeom prst="rect">
            <a:avLst/>
          </a:prstGeom>
          <a:noFill/>
          <a:ln w="38100">
            <a:solidFill>
              <a:srgbClr val="E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8B2223-A483-4AD5-AFC9-4E16459A11A3}"/>
              </a:ext>
            </a:extLst>
          </p:cNvPr>
          <p:cNvSpPr/>
          <p:nvPr/>
        </p:nvSpPr>
        <p:spPr>
          <a:xfrm>
            <a:off x="2484891" y="3347779"/>
            <a:ext cx="1729961" cy="369332"/>
          </a:xfrm>
          <a:prstGeom prst="rect">
            <a:avLst/>
          </a:prstGeom>
        </p:spPr>
        <p:txBody>
          <a:bodyPr wrap="none">
            <a:spAutoFit/>
          </a:bodyPr>
          <a:lstStyle/>
          <a:p>
            <a:pPr lvl="0" eaLnBrk="1" hangingPunct="1">
              <a:spcBef>
                <a:spcPct val="20000"/>
              </a:spcBef>
              <a:buClr>
                <a:schemeClr val="folHlink"/>
              </a:buClr>
              <a:buSzPct val="60000"/>
            </a:pPr>
            <a:r>
              <a:rPr lang="en-US" dirty="0">
                <a:solidFill>
                  <a:schemeClr val="tx2">
                    <a:lumMod val="60000"/>
                    <a:lumOff val="40000"/>
                  </a:schemeClr>
                </a:solidFill>
                <a:latin typeface="Arial" charset="0"/>
              </a:rPr>
              <a:t>(2+6)-line input</a:t>
            </a:r>
            <a:endParaRPr lang="en-AU" dirty="0">
              <a:solidFill>
                <a:schemeClr val="tx2">
                  <a:lumMod val="60000"/>
                  <a:lumOff val="40000"/>
                </a:schemeClr>
              </a:solidFill>
              <a:latin typeface="Arial" charset="0"/>
            </a:endParaRPr>
          </a:p>
        </p:txBody>
      </p:sp>
      <p:sp>
        <p:nvSpPr>
          <p:cNvPr id="18" name="Rectangle 17">
            <a:extLst>
              <a:ext uri="{FF2B5EF4-FFF2-40B4-BE49-F238E27FC236}">
                <a16:creationId xmlns:a16="http://schemas.microsoft.com/office/drawing/2014/main" id="{FFFFF805-62E4-48AB-82E6-9AD56F330A08}"/>
              </a:ext>
            </a:extLst>
          </p:cNvPr>
          <p:cNvSpPr/>
          <p:nvPr/>
        </p:nvSpPr>
        <p:spPr>
          <a:xfrm>
            <a:off x="6302648" y="3352948"/>
            <a:ext cx="1454244" cy="369332"/>
          </a:xfrm>
          <a:prstGeom prst="rect">
            <a:avLst/>
          </a:prstGeom>
        </p:spPr>
        <p:txBody>
          <a:bodyPr wrap="none">
            <a:spAutoFit/>
          </a:bodyPr>
          <a:lstStyle/>
          <a:p>
            <a:pPr lvl="0" eaLnBrk="1" hangingPunct="1">
              <a:spcBef>
                <a:spcPct val="20000"/>
              </a:spcBef>
              <a:buClr>
                <a:schemeClr val="folHlink"/>
              </a:buClr>
              <a:buSzPct val="60000"/>
            </a:pPr>
            <a:r>
              <a:rPr lang="en-US" dirty="0">
                <a:solidFill>
                  <a:schemeClr val="tx2">
                    <a:lumMod val="60000"/>
                    <a:lumOff val="40000"/>
                  </a:schemeClr>
                </a:solidFill>
                <a:latin typeface="Arial" charset="0"/>
              </a:rPr>
              <a:t>4-line output</a:t>
            </a:r>
            <a:endParaRPr lang="en-AU" dirty="0">
              <a:solidFill>
                <a:schemeClr val="tx2">
                  <a:lumMod val="60000"/>
                  <a:lumOff val="40000"/>
                </a:schemeClr>
              </a:solidFill>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FA2AB5B4-CC0C-4F6F-83AA-A0F44E803850}"/>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2EF720B0-46AA-402A-832E-4EE8280285E4}" type="slidenum">
              <a:rPr lang="en-US" altLang="en-US" sz="1200"/>
              <a:pPr algn="r" eaLnBrk="1" hangingPunct="1">
                <a:spcBef>
                  <a:spcPct val="0"/>
                </a:spcBef>
                <a:buFontTx/>
                <a:buNone/>
              </a:pPr>
              <a:t>6</a:t>
            </a:fld>
            <a:endParaRPr lang="en-US" altLang="en-US" sz="1200"/>
          </a:p>
        </p:txBody>
      </p:sp>
      <p:sp>
        <p:nvSpPr>
          <p:cNvPr id="11267" name="Footer Placeholder 7">
            <a:extLst>
              <a:ext uri="{FF2B5EF4-FFF2-40B4-BE49-F238E27FC236}">
                <a16:creationId xmlns:a16="http://schemas.microsoft.com/office/drawing/2014/main" id="{DF392C18-3FA3-45F7-8A54-C9C52D36E0C5}"/>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pic>
        <p:nvPicPr>
          <p:cNvPr id="11268" name="Picture 6" descr="3">
            <a:extLst>
              <a:ext uri="{FF2B5EF4-FFF2-40B4-BE49-F238E27FC236}">
                <a16:creationId xmlns:a16="http://schemas.microsoft.com/office/drawing/2014/main" id="{28E06FB4-041B-4788-B171-9F6DEFE61AD6}"/>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733550" y="2538413"/>
            <a:ext cx="5791200" cy="3792537"/>
          </a:xfrm>
        </p:spPr>
      </p:pic>
      <p:sp>
        <p:nvSpPr>
          <p:cNvPr id="11269" name="TextBox 1">
            <a:extLst>
              <a:ext uri="{FF2B5EF4-FFF2-40B4-BE49-F238E27FC236}">
                <a16:creationId xmlns:a16="http://schemas.microsoft.com/office/drawing/2014/main" id="{F1F4920E-D585-49D5-8ED1-3567579BE4C5}"/>
              </a:ext>
            </a:extLst>
          </p:cNvPr>
          <p:cNvSpPr txBox="1">
            <a:spLocks noChangeArrowheads="1"/>
          </p:cNvSpPr>
          <p:nvPr/>
        </p:nvSpPr>
        <p:spPr bwMode="auto">
          <a:xfrm>
            <a:off x="1990725" y="2963863"/>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a:latin typeface="Arial" panose="020B0604020202020204" pitchFamily="34" charset="0"/>
              </a:rPr>
              <a:t>X</a:t>
            </a:r>
          </a:p>
        </p:txBody>
      </p:sp>
      <p:pic>
        <p:nvPicPr>
          <p:cNvPr id="11270" name="Picture 7" descr="2">
            <a:extLst>
              <a:ext uri="{FF2B5EF4-FFF2-40B4-BE49-F238E27FC236}">
                <a16:creationId xmlns:a16="http://schemas.microsoft.com/office/drawing/2014/main" id="{8653BEBA-34B3-4217-AFAB-EE220ACBBA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5138" y="381000"/>
            <a:ext cx="57912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782056C2-A226-4AE4-8AB3-C49F096EF58E}"/>
              </a:ext>
            </a:extLst>
          </p:cNvPr>
          <p:cNvSpPr/>
          <p:nvPr/>
        </p:nvSpPr>
        <p:spPr>
          <a:xfrm>
            <a:off x="6667500" y="895350"/>
            <a:ext cx="76200" cy="1333500"/>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8" name="Straight Arrow Connector 7">
            <a:extLst>
              <a:ext uri="{FF2B5EF4-FFF2-40B4-BE49-F238E27FC236}">
                <a16:creationId xmlns:a16="http://schemas.microsoft.com/office/drawing/2014/main" id="{78A30A7E-CCD3-4540-8E95-BAED7A3E7163}"/>
              </a:ext>
            </a:extLst>
          </p:cNvPr>
          <p:cNvCxnSpPr>
            <a:cxnSpLocks/>
          </p:cNvCxnSpPr>
          <p:nvPr/>
        </p:nvCxnSpPr>
        <p:spPr>
          <a:xfrm flipV="1">
            <a:off x="6629536" y="2187285"/>
            <a:ext cx="152400" cy="438150"/>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D3D5F76-DAF3-40BB-BEB2-8B91CE3D6774}"/>
              </a:ext>
            </a:extLst>
          </p:cNvPr>
          <p:cNvCxnSpPr>
            <a:cxnSpLocks/>
          </p:cNvCxnSpPr>
          <p:nvPr/>
        </p:nvCxnSpPr>
        <p:spPr>
          <a:xfrm flipV="1">
            <a:off x="6864299" y="2187286"/>
            <a:ext cx="0" cy="1775114"/>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70F2827-DEA7-44B6-B7BB-D4E254EAF91B}"/>
              </a:ext>
            </a:extLst>
          </p:cNvPr>
          <p:cNvCxnSpPr>
            <a:cxnSpLocks/>
          </p:cNvCxnSpPr>
          <p:nvPr/>
        </p:nvCxnSpPr>
        <p:spPr>
          <a:xfrm flipH="1" flipV="1">
            <a:off x="6944033" y="2204271"/>
            <a:ext cx="299729" cy="3053529"/>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41936688-756F-4F60-849D-E4E9DC1F1BA4}"/>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3CBC9A0A-9F15-4A13-B16F-5D8EA8879466}" type="slidenum">
              <a:rPr lang="en-US" altLang="en-US" sz="1200"/>
              <a:pPr algn="r" eaLnBrk="1" hangingPunct="1">
                <a:spcBef>
                  <a:spcPct val="0"/>
                </a:spcBef>
                <a:buFontTx/>
                <a:buNone/>
              </a:pPr>
              <a:t>7</a:t>
            </a:fld>
            <a:endParaRPr lang="en-US" altLang="en-US" sz="1200"/>
          </a:p>
        </p:txBody>
      </p:sp>
      <p:sp>
        <p:nvSpPr>
          <p:cNvPr id="12291" name="Footer Placeholder 7">
            <a:extLst>
              <a:ext uri="{FF2B5EF4-FFF2-40B4-BE49-F238E27FC236}">
                <a16:creationId xmlns:a16="http://schemas.microsoft.com/office/drawing/2014/main" id="{EC4F7866-D832-498A-8D04-B5051A63BD94}"/>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pic>
        <p:nvPicPr>
          <p:cNvPr id="12292" name="Picture 6" descr="3">
            <a:extLst>
              <a:ext uri="{FF2B5EF4-FFF2-40B4-BE49-F238E27FC236}">
                <a16:creationId xmlns:a16="http://schemas.microsoft.com/office/drawing/2014/main" id="{B29707F4-466A-437C-B580-304C83F56D8F}"/>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733550" y="2538413"/>
            <a:ext cx="5791200" cy="3792537"/>
          </a:xfrm>
        </p:spPr>
      </p:pic>
      <p:sp>
        <p:nvSpPr>
          <p:cNvPr id="12293" name="TextBox 1">
            <a:extLst>
              <a:ext uri="{FF2B5EF4-FFF2-40B4-BE49-F238E27FC236}">
                <a16:creationId xmlns:a16="http://schemas.microsoft.com/office/drawing/2014/main" id="{6C7538F4-4510-42DF-AF62-1F89D11C2EF1}"/>
              </a:ext>
            </a:extLst>
          </p:cNvPr>
          <p:cNvSpPr txBox="1">
            <a:spLocks noChangeArrowheads="1"/>
          </p:cNvSpPr>
          <p:nvPr/>
        </p:nvSpPr>
        <p:spPr bwMode="auto">
          <a:xfrm>
            <a:off x="1990725" y="2963863"/>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a:latin typeface="Arial" panose="020B0604020202020204" pitchFamily="34" charset="0"/>
              </a:rPr>
              <a:t>X</a:t>
            </a:r>
          </a:p>
        </p:txBody>
      </p:sp>
      <p:pic>
        <p:nvPicPr>
          <p:cNvPr id="12294" name="Picture 7" descr="2">
            <a:extLst>
              <a:ext uri="{FF2B5EF4-FFF2-40B4-BE49-F238E27FC236}">
                <a16:creationId xmlns:a16="http://schemas.microsoft.com/office/drawing/2014/main" id="{9B2B0FA3-DD64-4B1E-90E0-8A0E967E0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5138" y="381000"/>
            <a:ext cx="57912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17753845-4168-4E29-8D47-D6E05CBE1F3D}"/>
              </a:ext>
            </a:extLst>
          </p:cNvPr>
          <p:cNvSpPr/>
          <p:nvPr/>
        </p:nvSpPr>
        <p:spPr>
          <a:xfrm>
            <a:off x="6751638" y="895350"/>
            <a:ext cx="76200" cy="1333500"/>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Rectangle 1">
            <a:extLst>
              <a:ext uri="{FF2B5EF4-FFF2-40B4-BE49-F238E27FC236}">
                <a16:creationId xmlns:a16="http://schemas.microsoft.com/office/drawing/2014/main" id="{B0A2A135-BE8B-4F8F-90FB-70F101ED71DC}"/>
              </a:ext>
            </a:extLst>
          </p:cNvPr>
          <p:cNvSpPr/>
          <p:nvPr/>
        </p:nvSpPr>
        <p:spPr>
          <a:xfrm>
            <a:off x="1676400" y="3886200"/>
            <a:ext cx="5848350" cy="2444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5" name="Straight Arrow Connector 4">
            <a:extLst>
              <a:ext uri="{FF2B5EF4-FFF2-40B4-BE49-F238E27FC236}">
                <a16:creationId xmlns:a16="http://schemas.microsoft.com/office/drawing/2014/main" id="{70A6480D-96D0-47AF-A1FA-D2077C674E4B}"/>
              </a:ext>
            </a:extLst>
          </p:cNvPr>
          <p:cNvCxnSpPr/>
          <p:nvPr/>
        </p:nvCxnSpPr>
        <p:spPr>
          <a:xfrm flipH="1">
            <a:off x="7162800" y="1184275"/>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22D9E0C-5B4A-41E6-999C-21D5F65AACFF}"/>
              </a:ext>
            </a:extLst>
          </p:cNvPr>
          <p:cNvCxnSpPr/>
          <p:nvPr/>
        </p:nvCxnSpPr>
        <p:spPr>
          <a:xfrm flipH="1">
            <a:off x="7178675" y="1570038"/>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5AD34CD-C639-44A4-A3EA-6BD36E222137}"/>
              </a:ext>
            </a:extLst>
          </p:cNvPr>
          <p:cNvCxnSpPr/>
          <p:nvPr/>
        </p:nvCxnSpPr>
        <p:spPr>
          <a:xfrm flipH="1">
            <a:off x="7177088" y="2139950"/>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300" name="Picture 3">
            <a:extLst>
              <a:ext uri="{FF2B5EF4-FFF2-40B4-BE49-F238E27FC236}">
                <a16:creationId xmlns:a16="http://schemas.microsoft.com/office/drawing/2014/main" id="{9D0E58FB-4F4B-4E6A-A469-4D228018A66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08300" y="4114800"/>
            <a:ext cx="3327400"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a:extLst>
              <a:ext uri="{FF2B5EF4-FFF2-40B4-BE49-F238E27FC236}">
                <a16:creationId xmlns:a16="http://schemas.microsoft.com/office/drawing/2014/main" id="{3DBE1AEE-3CD6-4996-90AF-70E74DBEFCA4}"/>
              </a:ext>
            </a:extLst>
          </p:cNvPr>
          <p:cNvSpPr/>
          <p:nvPr/>
        </p:nvSpPr>
        <p:spPr>
          <a:xfrm>
            <a:off x="5329238" y="1276350"/>
            <a:ext cx="377825" cy="971550"/>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70F75881-15E4-4CF5-8842-E6E5CCF6407F}"/>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0739ED12-C8B5-43C3-AB02-DE75DCC7EC72}" type="slidenum">
              <a:rPr lang="en-US" altLang="en-US" sz="1200"/>
              <a:pPr algn="r" eaLnBrk="1" hangingPunct="1">
                <a:spcBef>
                  <a:spcPct val="0"/>
                </a:spcBef>
                <a:buFontTx/>
                <a:buNone/>
              </a:pPr>
              <a:t>8</a:t>
            </a:fld>
            <a:endParaRPr lang="en-US" altLang="en-US" sz="1200"/>
          </a:p>
        </p:txBody>
      </p:sp>
      <p:sp>
        <p:nvSpPr>
          <p:cNvPr id="13315" name="Footer Placeholder 7">
            <a:extLst>
              <a:ext uri="{FF2B5EF4-FFF2-40B4-BE49-F238E27FC236}">
                <a16:creationId xmlns:a16="http://schemas.microsoft.com/office/drawing/2014/main" id="{24FD5164-F6A2-4920-A55E-726EC4229589}"/>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pic>
        <p:nvPicPr>
          <p:cNvPr id="13316" name="Picture 6" descr="3">
            <a:extLst>
              <a:ext uri="{FF2B5EF4-FFF2-40B4-BE49-F238E27FC236}">
                <a16:creationId xmlns:a16="http://schemas.microsoft.com/office/drawing/2014/main" id="{B275B5E6-1AC8-4402-AB37-99DB63FFD1D8}"/>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726019" y="2574583"/>
            <a:ext cx="5791200" cy="3792537"/>
          </a:xfrm>
        </p:spPr>
      </p:pic>
      <p:sp>
        <p:nvSpPr>
          <p:cNvPr id="13317" name="TextBox 1">
            <a:extLst>
              <a:ext uri="{FF2B5EF4-FFF2-40B4-BE49-F238E27FC236}">
                <a16:creationId xmlns:a16="http://schemas.microsoft.com/office/drawing/2014/main" id="{9EB06F03-E0AD-4EDA-9139-2B5C3F7C81C5}"/>
              </a:ext>
            </a:extLst>
          </p:cNvPr>
          <p:cNvSpPr txBox="1">
            <a:spLocks noChangeArrowheads="1"/>
          </p:cNvSpPr>
          <p:nvPr/>
        </p:nvSpPr>
        <p:spPr bwMode="auto">
          <a:xfrm>
            <a:off x="1990725" y="2963863"/>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a:latin typeface="Arial" panose="020B0604020202020204" pitchFamily="34" charset="0"/>
              </a:rPr>
              <a:t>X</a:t>
            </a:r>
          </a:p>
        </p:txBody>
      </p:sp>
      <p:pic>
        <p:nvPicPr>
          <p:cNvPr id="13318" name="Picture 7" descr="2">
            <a:extLst>
              <a:ext uri="{FF2B5EF4-FFF2-40B4-BE49-F238E27FC236}">
                <a16:creationId xmlns:a16="http://schemas.microsoft.com/office/drawing/2014/main" id="{95DF6D6D-B0DE-4465-899E-F14C872BCF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5138" y="381000"/>
            <a:ext cx="57912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8FB1E19B-06C6-4930-B409-231E4AF71A86}"/>
              </a:ext>
            </a:extLst>
          </p:cNvPr>
          <p:cNvSpPr/>
          <p:nvPr/>
        </p:nvSpPr>
        <p:spPr>
          <a:xfrm>
            <a:off x="6826250" y="895350"/>
            <a:ext cx="76200" cy="1333500"/>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a:extLst>
              <a:ext uri="{FF2B5EF4-FFF2-40B4-BE49-F238E27FC236}">
                <a16:creationId xmlns:a16="http://schemas.microsoft.com/office/drawing/2014/main" id="{05D86BCD-A9D7-49D8-8C10-73EFF86682D0}"/>
              </a:ext>
            </a:extLst>
          </p:cNvPr>
          <p:cNvSpPr/>
          <p:nvPr/>
        </p:nvSpPr>
        <p:spPr>
          <a:xfrm>
            <a:off x="1676400" y="2562226"/>
            <a:ext cx="5848350" cy="13319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DB820043-C1F6-45C7-B79B-5620B7759FEF}"/>
              </a:ext>
            </a:extLst>
          </p:cNvPr>
          <p:cNvSpPr/>
          <p:nvPr/>
        </p:nvSpPr>
        <p:spPr>
          <a:xfrm>
            <a:off x="1676400" y="5070475"/>
            <a:ext cx="5902001"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0" name="Straight Arrow Connector 9">
            <a:extLst>
              <a:ext uri="{FF2B5EF4-FFF2-40B4-BE49-F238E27FC236}">
                <a16:creationId xmlns:a16="http://schemas.microsoft.com/office/drawing/2014/main" id="{550F9C6D-2FB0-4654-B668-1FB17386AB53}"/>
              </a:ext>
            </a:extLst>
          </p:cNvPr>
          <p:cNvCxnSpPr/>
          <p:nvPr/>
        </p:nvCxnSpPr>
        <p:spPr>
          <a:xfrm flipH="1">
            <a:off x="7162800" y="976313"/>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741DCB3-CF1B-4A91-8993-077FB01E77C5}"/>
              </a:ext>
            </a:extLst>
          </p:cNvPr>
          <p:cNvCxnSpPr/>
          <p:nvPr/>
        </p:nvCxnSpPr>
        <p:spPr>
          <a:xfrm flipH="1">
            <a:off x="7173913" y="1362075"/>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F218E3C-0F5B-495A-A715-E533BE6F2F2D}"/>
              </a:ext>
            </a:extLst>
          </p:cNvPr>
          <p:cNvCxnSpPr/>
          <p:nvPr/>
        </p:nvCxnSpPr>
        <p:spPr>
          <a:xfrm flipH="1">
            <a:off x="7177088" y="2138363"/>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645DC2A-0AA9-43E1-9CBD-9795E609294E}"/>
              </a:ext>
            </a:extLst>
          </p:cNvPr>
          <p:cNvCxnSpPr/>
          <p:nvPr/>
        </p:nvCxnSpPr>
        <p:spPr>
          <a:xfrm flipH="1">
            <a:off x="7177088" y="1550988"/>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F1F6AC9-58D2-412B-8C0C-ABAF7CA5C583}"/>
              </a:ext>
            </a:extLst>
          </p:cNvPr>
          <p:cNvCxnSpPr/>
          <p:nvPr/>
        </p:nvCxnSpPr>
        <p:spPr>
          <a:xfrm flipH="1">
            <a:off x="7173913" y="1177925"/>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327" name="Picture 1">
            <a:extLst>
              <a:ext uri="{FF2B5EF4-FFF2-40B4-BE49-F238E27FC236}">
                <a16:creationId xmlns:a16="http://schemas.microsoft.com/office/drawing/2014/main" id="{596C5EB1-9977-4941-9F67-74298B261F6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55850" y="2254250"/>
            <a:ext cx="4627563" cy="168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5">
            <a:extLst>
              <a:ext uri="{FF2B5EF4-FFF2-40B4-BE49-F238E27FC236}">
                <a16:creationId xmlns:a16="http://schemas.microsoft.com/office/drawing/2014/main" id="{7140685C-E439-4D1C-8D04-B99C509ADD58}"/>
              </a:ext>
            </a:extLst>
          </p:cNvPr>
          <p:cNvSpPr/>
          <p:nvPr/>
        </p:nvSpPr>
        <p:spPr>
          <a:xfrm>
            <a:off x="4921250" y="1276350"/>
            <a:ext cx="377825" cy="971550"/>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extBox 1">
            <a:extLst>
              <a:ext uri="{FF2B5EF4-FFF2-40B4-BE49-F238E27FC236}">
                <a16:creationId xmlns:a16="http://schemas.microsoft.com/office/drawing/2014/main" id="{CEAD240E-013D-4869-9B1F-2F3D6B60EA4C}"/>
              </a:ext>
            </a:extLst>
          </p:cNvPr>
          <p:cNvSpPr txBox="1">
            <a:spLocks noChangeArrowheads="1"/>
          </p:cNvSpPr>
          <p:nvPr/>
        </p:nvSpPr>
        <p:spPr bwMode="auto">
          <a:xfrm>
            <a:off x="1336351" y="5243513"/>
            <a:ext cx="3430587"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i="1" dirty="0">
                <a:solidFill>
                  <a:srgbClr val="E10000"/>
                </a:solidFill>
                <a:latin typeface="Times New Roman" panose="02020603050405020304" pitchFamily="18" charset="0"/>
                <a:cs typeface="Times New Roman" panose="02020603050405020304" pitchFamily="18" charset="0"/>
              </a:rPr>
              <a:t>ALUOp</a:t>
            </a:r>
            <a:r>
              <a:rPr lang="en-US" altLang="en-US" sz="1400" dirty="0">
                <a:solidFill>
                  <a:srgbClr val="E10000"/>
                </a:solidFill>
                <a:latin typeface="Times New Roman" panose="02020603050405020304" pitchFamily="18" charset="0"/>
                <a:cs typeface="Times New Roman" panose="02020603050405020304" pitchFamily="18" charset="0"/>
              </a:rPr>
              <a:t>0</a:t>
            </a:r>
            <a:r>
              <a:rPr lang="en-US" altLang="en-US" sz="1400" i="1" dirty="0">
                <a:solidFill>
                  <a:srgbClr val="E10000"/>
                </a:solidFill>
                <a:latin typeface="Times New Roman" panose="02020603050405020304" pitchFamily="18" charset="0"/>
                <a:cs typeface="Times New Roman" panose="02020603050405020304" pitchFamily="18" charset="0"/>
              </a:rPr>
              <a:t> = </a:t>
            </a:r>
            <a:r>
              <a:rPr lang="en-US" altLang="en-US" sz="1400" dirty="0">
                <a:solidFill>
                  <a:srgbClr val="E10000"/>
                </a:solidFill>
                <a:latin typeface="Times New Roman" panose="02020603050405020304" pitchFamily="18" charset="0"/>
                <a:cs typeface="Times New Roman" panose="02020603050405020304" pitchFamily="18" charset="0"/>
              </a:rPr>
              <a:t>(</a:t>
            </a:r>
            <a:r>
              <a:rPr lang="en-US" altLang="en-US" sz="1400" i="1" dirty="0">
                <a:solidFill>
                  <a:srgbClr val="E10000"/>
                </a:solidFill>
                <a:latin typeface="Times New Roman" panose="02020603050405020304" pitchFamily="18" charset="0"/>
                <a:cs typeface="Times New Roman" panose="02020603050405020304" pitchFamily="18" charset="0"/>
              </a:rPr>
              <a:t>ALUOp</a:t>
            </a:r>
            <a:r>
              <a:rPr lang="en-US" altLang="en-US" sz="1400" dirty="0">
                <a:solidFill>
                  <a:srgbClr val="E10000"/>
                </a:solidFill>
                <a:latin typeface="Times New Roman" panose="02020603050405020304" pitchFamily="18" charset="0"/>
                <a:cs typeface="Times New Roman" panose="02020603050405020304" pitchFamily="18" charset="0"/>
              </a:rPr>
              <a:t>1</a:t>
            </a:r>
            <a:r>
              <a:rPr lang="en-US" altLang="en-US" sz="1400" i="1" dirty="0">
                <a:solidFill>
                  <a:srgbClr val="E10000"/>
                </a:solidFill>
                <a:latin typeface="Times New Roman" panose="02020603050405020304" pitchFamily="18" charset="0"/>
                <a:cs typeface="Times New Roman" panose="02020603050405020304" pitchFamily="18" charset="0"/>
              </a:rPr>
              <a:t> + ALUOp</a:t>
            </a:r>
            <a:r>
              <a:rPr lang="en-US" altLang="en-US" sz="1400" dirty="0">
                <a:solidFill>
                  <a:srgbClr val="E10000"/>
                </a:solidFill>
                <a:latin typeface="Times New Roman" panose="02020603050405020304" pitchFamily="18" charset="0"/>
                <a:cs typeface="Times New Roman" panose="02020603050405020304" pitchFamily="18" charset="0"/>
              </a:rPr>
              <a:t>1)</a:t>
            </a:r>
            <a:r>
              <a:rPr lang="en-US" altLang="en-US" sz="1400" i="1" dirty="0">
                <a:solidFill>
                  <a:srgbClr val="E10000"/>
                </a:solidFill>
                <a:latin typeface="Times New Roman" panose="02020603050405020304" pitchFamily="18" charset="0"/>
                <a:cs typeface="Times New Roman" panose="02020603050405020304" pitchFamily="18" charset="0"/>
              </a:rPr>
              <a:t> ALUOp</a:t>
            </a:r>
            <a:r>
              <a:rPr lang="en-US" altLang="en-US" sz="1400" dirty="0">
                <a:solidFill>
                  <a:srgbClr val="E10000"/>
                </a:solidFill>
                <a:latin typeface="Times New Roman" panose="02020603050405020304" pitchFamily="18" charset="0"/>
                <a:cs typeface="Times New Roman" panose="02020603050405020304" pitchFamily="18" charset="0"/>
              </a:rPr>
              <a:t>0 = </a:t>
            </a:r>
            <a:r>
              <a:rPr lang="en-US" altLang="en-US" sz="1400" i="1" dirty="0">
                <a:solidFill>
                  <a:srgbClr val="E10000"/>
                </a:solidFill>
                <a:latin typeface="Times New Roman" panose="02020603050405020304" pitchFamily="18" charset="0"/>
                <a:cs typeface="Times New Roman" panose="02020603050405020304" pitchFamily="18" charset="0"/>
              </a:rPr>
              <a:t>ALUOp</a:t>
            </a:r>
            <a:r>
              <a:rPr lang="en-US" altLang="en-US" sz="1400" dirty="0">
                <a:solidFill>
                  <a:srgbClr val="E10000"/>
                </a:solidFill>
                <a:latin typeface="Times New Roman" panose="02020603050405020304" pitchFamily="18" charset="0"/>
                <a:cs typeface="Times New Roman" panose="02020603050405020304" pitchFamily="18" charset="0"/>
              </a:rPr>
              <a:t>1</a:t>
            </a:r>
            <a:r>
              <a:rPr lang="en-US" altLang="en-US" sz="1400" i="1" dirty="0">
                <a:solidFill>
                  <a:srgbClr val="E10000"/>
                </a:solidFill>
                <a:latin typeface="Times New Roman" panose="02020603050405020304" pitchFamily="18" charset="0"/>
                <a:cs typeface="Times New Roman" panose="02020603050405020304" pitchFamily="18" charset="0"/>
              </a:rPr>
              <a:t> ∙ ALUOp</a:t>
            </a:r>
            <a:r>
              <a:rPr lang="en-US" altLang="en-US" sz="1400" dirty="0">
                <a:solidFill>
                  <a:srgbClr val="E10000"/>
                </a:solidFill>
                <a:latin typeface="Times New Roman" panose="02020603050405020304" pitchFamily="18" charset="0"/>
                <a:cs typeface="Times New Roman" panose="02020603050405020304" pitchFamily="18" charset="0"/>
              </a:rPr>
              <a:t>0 </a:t>
            </a:r>
            <a:r>
              <a:rPr lang="en-US" altLang="en-US" sz="1400" i="1" dirty="0">
                <a:solidFill>
                  <a:srgbClr val="E10000"/>
                </a:solidFill>
                <a:latin typeface="Times New Roman" panose="02020603050405020304" pitchFamily="18" charset="0"/>
                <a:cs typeface="Times New Roman" panose="02020603050405020304" pitchFamily="18" charset="0"/>
              </a:rPr>
              <a:t>+ ALUOp</a:t>
            </a:r>
            <a:r>
              <a:rPr lang="en-US" altLang="en-US" sz="1400" dirty="0">
                <a:solidFill>
                  <a:srgbClr val="E10000"/>
                </a:solidFill>
                <a:latin typeface="Times New Roman" panose="02020603050405020304" pitchFamily="18" charset="0"/>
                <a:cs typeface="Times New Roman" panose="02020603050405020304" pitchFamily="18" charset="0"/>
              </a:rPr>
              <a:t>1 </a:t>
            </a:r>
            <a:r>
              <a:rPr lang="en-US" altLang="en-US" sz="1400" i="1" dirty="0">
                <a:solidFill>
                  <a:srgbClr val="E10000"/>
                </a:solidFill>
                <a:latin typeface="Times New Roman" panose="02020603050405020304" pitchFamily="18" charset="0"/>
                <a:cs typeface="Times New Roman" panose="02020603050405020304" pitchFamily="18" charset="0"/>
              </a:rPr>
              <a:t>∙ ALUOp</a:t>
            </a:r>
            <a:r>
              <a:rPr lang="en-US" altLang="en-US" sz="1400" dirty="0">
                <a:solidFill>
                  <a:srgbClr val="E10000"/>
                </a:solidFill>
                <a:latin typeface="Times New Roman" panose="02020603050405020304" pitchFamily="18" charset="0"/>
                <a:cs typeface="Times New Roman" panose="02020603050405020304" pitchFamily="18" charset="0"/>
              </a:rPr>
              <a:t>0</a:t>
            </a:r>
            <a:r>
              <a:rPr lang="en-US" altLang="en-US" sz="1400" i="1" dirty="0">
                <a:solidFill>
                  <a:srgbClr val="E10000"/>
                </a:solidFill>
                <a:latin typeface="Times New Roman" panose="02020603050405020304" pitchFamily="18" charset="0"/>
                <a:cs typeface="Times New Roman" panose="02020603050405020304" pitchFamily="18" charset="0"/>
              </a:rPr>
              <a:t> </a:t>
            </a:r>
            <a:r>
              <a:rPr lang="en-US" altLang="en-US" sz="1400" dirty="0">
                <a:solidFill>
                  <a:srgbClr val="E10000"/>
                </a:solidFill>
                <a:latin typeface="Times New Roman" panose="02020603050405020304" pitchFamily="18" charset="0"/>
                <a:cs typeface="Times New Roman" panose="02020603050405020304" pitchFamily="18" charset="0"/>
              </a:rPr>
              <a:t>= </a:t>
            </a:r>
            <a:r>
              <a:rPr lang="en-US" altLang="en-US" sz="1400" i="1" dirty="0">
                <a:solidFill>
                  <a:srgbClr val="E10000"/>
                </a:solidFill>
                <a:latin typeface="Times New Roman" panose="02020603050405020304" pitchFamily="18" charset="0"/>
                <a:cs typeface="Times New Roman" panose="02020603050405020304" pitchFamily="18" charset="0"/>
              </a:rPr>
              <a:t>ALUOp</a:t>
            </a:r>
            <a:r>
              <a:rPr lang="en-US" altLang="en-US" sz="1400" dirty="0">
                <a:solidFill>
                  <a:srgbClr val="E10000"/>
                </a:solidFill>
                <a:latin typeface="Times New Roman" panose="02020603050405020304" pitchFamily="18" charset="0"/>
                <a:cs typeface="Times New Roman" panose="02020603050405020304" pitchFamily="18" charset="0"/>
              </a:rPr>
              <a:t>1</a:t>
            </a:r>
            <a:r>
              <a:rPr lang="en-US" altLang="en-US" sz="1400" i="1" dirty="0">
                <a:solidFill>
                  <a:srgbClr val="E10000"/>
                </a:solidFill>
                <a:latin typeface="Times New Roman" panose="02020603050405020304" pitchFamily="18" charset="0"/>
                <a:cs typeface="Times New Roman" panose="02020603050405020304" pitchFamily="18" charset="0"/>
              </a:rPr>
              <a:t> ∙ ALUOp</a:t>
            </a:r>
            <a:r>
              <a:rPr lang="en-US" altLang="en-US" sz="1400" dirty="0">
                <a:solidFill>
                  <a:srgbClr val="E10000"/>
                </a:solidFill>
                <a:latin typeface="Times New Roman" panose="02020603050405020304" pitchFamily="18" charset="0"/>
                <a:cs typeface="Times New Roman" panose="02020603050405020304" pitchFamily="18" charset="0"/>
              </a:rPr>
              <a:t>0</a:t>
            </a:r>
          </a:p>
        </p:txBody>
      </p:sp>
      <p:cxnSp>
        <p:nvCxnSpPr>
          <p:cNvPr id="5" name="Straight Connector 4">
            <a:extLst>
              <a:ext uri="{FF2B5EF4-FFF2-40B4-BE49-F238E27FC236}">
                <a16:creationId xmlns:a16="http://schemas.microsoft.com/office/drawing/2014/main" id="{FCCF0454-8E19-4915-A7F4-280550B28389}"/>
              </a:ext>
            </a:extLst>
          </p:cNvPr>
          <p:cNvCxnSpPr/>
          <p:nvPr/>
        </p:nvCxnSpPr>
        <p:spPr>
          <a:xfrm>
            <a:off x="2363348" y="5313363"/>
            <a:ext cx="595312" cy="0"/>
          </a:xfrm>
          <a:prstGeom prst="line">
            <a:avLst/>
          </a:prstGeom>
          <a:ln w="12700">
            <a:solidFill>
              <a:srgbClr val="E1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10F64B3-26A4-485F-BF68-AA61B13D4B75}"/>
              </a:ext>
            </a:extLst>
          </p:cNvPr>
          <p:cNvSpPr txBox="1">
            <a:spLocks noChangeArrowheads="1"/>
          </p:cNvSpPr>
          <p:nvPr/>
        </p:nvSpPr>
        <p:spPr bwMode="auto">
          <a:xfrm>
            <a:off x="5227198" y="5251450"/>
            <a:ext cx="2644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i="1">
                <a:solidFill>
                  <a:srgbClr val="0000FF"/>
                </a:solidFill>
                <a:latin typeface="Times New Roman" panose="02020603050405020304" pitchFamily="18" charset="0"/>
                <a:cs typeface="Times New Roman" panose="02020603050405020304" pitchFamily="18" charset="0"/>
              </a:rPr>
              <a:t>ALUOp</a:t>
            </a:r>
            <a:r>
              <a:rPr lang="en-US" altLang="en-US" sz="1400">
                <a:solidFill>
                  <a:srgbClr val="0000FF"/>
                </a:solidFill>
                <a:latin typeface="Times New Roman" panose="02020603050405020304" pitchFamily="18" charset="0"/>
                <a:cs typeface="Times New Roman" panose="02020603050405020304" pitchFamily="18" charset="0"/>
              </a:rPr>
              <a:t>1</a:t>
            </a:r>
            <a:r>
              <a:rPr lang="en-US" altLang="en-US" sz="1400" i="1">
                <a:solidFill>
                  <a:srgbClr val="0000FF"/>
                </a:solidFill>
                <a:latin typeface="Times New Roman" panose="02020603050405020304" pitchFamily="18" charset="0"/>
                <a:cs typeface="Times New Roman" panose="02020603050405020304" pitchFamily="18" charset="0"/>
              </a:rPr>
              <a:t> = ALUOp</a:t>
            </a:r>
            <a:r>
              <a:rPr lang="en-US" altLang="en-US" sz="1400">
                <a:solidFill>
                  <a:srgbClr val="0000FF"/>
                </a:solidFill>
                <a:latin typeface="Times New Roman" panose="02020603050405020304" pitchFamily="18" charset="0"/>
                <a:cs typeface="Times New Roman" panose="02020603050405020304" pitchFamily="18" charset="0"/>
              </a:rPr>
              <a:t>1(1</a:t>
            </a:r>
            <a:r>
              <a:rPr lang="en-US" altLang="en-US" sz="1400" i="1">
                <a:solidFill>
                  <a:srgbClr val="0000FF"/>
                </a:solidFill>
                <a:latin typeface="Times New Roman" panose="02020603050405020304" pitchFamily="18" charset="0"/>
                <a:cs typeface="Times New Roman" panose="02020603050405020304" pitchFamily="18" charset="0"/>
              </a:rPr>
              <a:t> + F</a:t>
            </a:r>
            <a:r>
              <a:rPr lang="en-US" altLang="en-US" sz="1400">
                <a:solidFill>
                  <a:srgbClr val="0000FF"/>
                </a:solidFill>
                <a:latin typeface="Times New Roman" panose="02020603050405020304" pitchFamily="18" charset="0"/>
                <a:cs typeface="Times New Roman" panose="02020603050405020304" pitchFamily="18" charset="0"/>
              </a:rPr>
              <a:t>2)</a:t>
            </a:r>
          </a:p>
          <a:p>
            <a:pPr>
              <a:spcBef>
                <a:spcPct val="0"/>
              </a:spcBef>
              <a:buFontTx/>
              <a:buNone/>
            </a:pPr>
            <a:r>
              <a:rPr lang="en-US" altLang="en-US" sz="1400" i="1">
                <a:solidFill>
                  <a:srgbClr val="0000FF"/>
                </a:solidFill>
                <a:latin typeface="Times New Roman" panose="02020603050405020304" pitchFamily="18" charset="0"/>
                <a:cs typeface="Times New Roman" panose="02020603050405020304" pitchFamily="18" charset="0"/>
              </a:rPr>
              <a:t>= ALUOp</a:t>
            </a:r>
            <a:r>
              <a:rPr lang="en-US" altLang="en-US" sz="1400">
                <a:solidFill>
                  <a:srgbClr val="0000FF"/>
                </a:solidFill>
                <a:latin typeface="Times New Roman" panose="02020603050405020304" pitchFamily="18" charset="0"/>
                <a:cs typeface="Times New Roman" panose="02020603050405020304" pitchFamily="18" charset="0"/>
              </a:rPr>
              <a:t>1</a:t>
            </a:r>
            <a:r>
              <a:rPr lang="en-US" altLang="en-US" sz="1400" i="1">
                <a:solidFill>
                  <a:srgbClr val="0000FF"/>
                </a:solidFill>
                <a:latin typeface="Times New Roman" panose="02020603050405020304" pitchFamily="18" charset="0"/>
                <a:cs typeface="Times New Roman" panose="02020603050405020304" pitchFamily="18" charset="0"/>
              </a:rPr>
              <a:t> + ALUOp</a:t>
            </a:r>
            <a:r>
              <a:rPr lang="en-US" altLang="en-US" sz="1400">
                <a:solidFill>
                  <a:srgbClr val="0000FF"/>
                </a:solidFill>
                <a:latin typeface="Times New Roman" panose="02020603050405020304" pitchFamily="18" charset="0"/>
                <a:cs typeface="Times New Roman" panose="02020603050405020304" pitchFamily="18" charset="0"/>
              </a:rPr>
              <a:t>1</a:t>
            </a:r>
            <a:r>
              <a:rPr lang="en-US" altLang="en-US" sz="1400" i="1">
                <a:solidFill>
                  <a:srgbClr val="0000FF"/>
                </a:solidFill>
                <a:latin typeface="Times New Roman" panose="02020603050405020304" pitchFamily="18" charset="0"/>
                <a:cs typeface="Times New Roman" panose="02020603050405020304" pitchFamily="18" charset="0"/>
              </a:rPr>
              <a:t>∙ F</a:t>
            </a:r>
            <a:r>
              <a:rPr lang="en-US" altLang="en-US" sz="1400">
                <a:solidFill>
                  <a:srgbClr val="0000FF"/>
                </a:solidFill>
                <a:latin typeface="Times New Roman" panose="02020603050405020304" pitchFamily="18" charset="0"/>
                <a:cs typeface="Times New Roman" panose="02020603050405020304" pitchFamily="18" charset="0"/>
              </a:rPr>
              <a:t>2</a:t>
            </a:r>
          </a:p>
        </p:txBody>
      </p:sp>
      <p:cxnSp>
        <p:nvCxnSpPr>
          <p:cNvPr id="24" name="Straight Connector 23">
            <a:extLst>
              <a:ext uri="{FF2B5EF4-FFF2-40B4-BE49-F238E27FC236}">
                <a16:creationId xmlns:a16="http://schemas.microsoft.com/office/drawing/2014/main" id="{FCAF518F-321F-4512-AF57-9393096316AE}"/>
              </a:ext>
            </a:extLst>
          </p:cNvPr>
          <p:cNvCxnSpPr/>
          <p:nvPr/>
        </p:nvCxnSpPr>
        <p:spPr>
          <a:xfrm>
            <a:off x="5343085" y="5314950"/>
            <a:ext cx="59372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FC397C2-3B36-470F-857E-E680115A5B00}"/>
              </a:ext>
            </a:extLst>
          </p:cNvPr>
          <p:cNvCxnSpPr/>
          <p:nvPr/>
        </p:nvCxnSpPr>
        <p:spPr>
          <a:xfrm>
            <a:off x="7171885" y="5310188"/>
            <a:ext cx="182563"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2598052-5D44-4271-B11B-EAB89C10AD31}"/>
              </a:ext>
            </a:extLst>
          </p:cNvPr>
          <p:cNvCxnSpPr/>
          <p:nvPr/>
        </p:nvCxnSpPr>
        <p:spPr>
          <a:xfrm>
            <a:off x="1596585" y="5534025"/>
            <a:ext cx="593725" cy="0"/>
          </a:xfrm>
          <a:prstGeom prst="line">
            <a:avLst/>
          </a:prstGeom>
          <a:ln w="12700">
            <a:solidFill>
              <a:srgbClr val="E1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DF77B21-8AB8-4F02-9340-AEF63A273DF9}"/>
              </a:ext>
            </a:extLst>
          </p:cNvPr>
          <p:cNvCxnSpPr/>
          <p:nvPr/>
        </p:nvCxnSpPr>
        <p:spPr>
          <a:xfrm>
            <a:off x="1609285" y="5738813"/>
            <a:ext cx="595313" cy="0"/>
          </a:xfrm>
          <a:prstGeom prst="line">
            <a:avLst/>
          </a:prstGeom>
          <a:ln w="12700">
            <a:solidFill>
              <a:srgbClr val="E1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B1BFBCC-6733-47C3-9DA6-414E00A9BCA6}"/>
              </a:ext>
            </a:extLst>
          </p:cNvPr>
          <p:cNvCxnSpPr/>
          <p:nvPr/>
        </p:nvCxnSpPr>
        <p:spPr>
          <a:xfrm>
            <a:off x="6189223" y="5311775"/>
            <a:ext cx="59372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C6B04ED-0C63-49EB-B550-B6A052C91F09}"/>
              </a:ext>
            </a:extLst>
          </p:cNvPr>
          <p:cNvCxnSpPr/>
          <p:nvPr/>
        </p:nvCxnSpPr>
        <p:spPr>
          <a:xfrm>
            <a:off x="5497073" y="5538788"/>
            <a:ext cx="59372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C2C1C31-5242-4953-BD68-AFBE174303DB}"/>
              </a:ext>
            </a:extLst>
          </p:cNvPr>
          <p:cNvCxnSpPr/>
          <p:nvPr/>
        </p:nvCxnSpPr>
        <p:spPr>
          <a:xfrm>
            <a:off x="6338448" y="5535613"/>
            <a:ext cx="59372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6C7C5C7-669B-4087-A119-C2BED4E90F12}"/>
              </a:ext>
            </a:extLst>
          </p:cNvPr>
          <p:cNvCxnSpPr/>
          <p:nvPr/>
        </p:nvCxnSpPr>
        <p:spPr>
          <a:xfrm>
            <a:off x="7075048" y="5538788"/>
            <a:ext cx="184150"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F688011-DB15-42B7-BF4B-7C11212CDE3C}"/>
              </a:ext>
            </a:extLst>
          </p:cNvPr>
          <p:cNvCxnSpPr/>
          <p:nvPr/>
        </p:nvCxnSpPr>
        <p:spPr>
          <a:xfrm>
            <a:off x="3234885" y="5619750"/>
            <a:ext cx="1371600" cy="0"/>
          </a:xfrm>
          <a:prstGeom prst="line">
            <a:avLst/>
          </a:prstGeom>
          <a:ln w="28575">
            <a:solidFill>
              <a:srgbClr val="E10000"/>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56431C2-E23C-44C5-AA02-1AB186F3AD82}"/>
              </a:ext>
            </a:extLst>
          </p:cNvPr>
          <p:cNvSpPr>
            <a:spLocks noChangeArrowheads="1"/>
          </p:cNvSpPr>
          <p:nvPr/>
        </p:nvSpPr>
        <p:spPr bwMode="auto">
          <a:xfrm>
            <a:off x="1364926" y="6000750"/>
            <a:ext cx="32575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i="1" dirty="0">
                <a:solidFill>
                  <a:srgbClr val="E10000"/>
                </a:solidFill>
                <a:latin typeface="Times New Roman" panose="02020603050405020304" pitchFamily="18" charset="0"/>
                <a:cs typeface="Times New Roman" panose="02020603050405020304" pitchFamily="18" charset="0"/>
              </a:rPr>
              <a:t>Since ALUOp</a:t>
            </a:r>
            <a:r>
              <a:rPr lang="en-US" altLang="en-US" sz="1400" b="1" dirty="0">
                <a:solidFill>
                  <a:srgbClr val="E10000"/>
                </a:solidFill>
                <a:latin typeface="Times New Roman" panose="02020603050405020304" pitchFamily="18" charset="0"/>
                <a:cs typeface="Times New Roman" panose="02020603050405020304" pitchFamily="18" charset="0"/>
              </a:rPr>
              <a:t>1 </a:t>
            </a:r>
            <a:r>
              <a:rPr lang="en-US" altLang="en-US" sz="1400" b="1" i="1" dirty="0">
                <a:solidFill>
                  <a:srgbClr val="E10000"/>
                </a:solidFill>
                <a:latin typeface="Times New Roman" panose="02020603050405020304" pitchFamily="18" charset="0"/>
                <a:cs typeface="Times New Roman" panose="02020603050405020304" pitchFamily="18" charset="0"/>
              </a:rPr>
              <a:t>ALUOp</a:t>
            </a:r>
            <a:r>
              <a:rPr lang="en-US" altLang="en-US" sz="1400" b="1" dirty="0">
                <a:solidFill>
                  <a:srgbClr val="E10000"/>
                </a:solidFill>
                <a:latin typeface="Times New Roman" panose="02020603050405020304" pitchFamily="18" charset="0"/>
                <a:cs typeface="Times New Roman" panose="02020603050405020304" pitchFamily="18" charset="0"/>
              </a:rPr>
              <a:t>0 </a:t>
            </a:r>
            <a:r>
              <a:rPr lang="en-US" altLang="en-US" sz="1400" b="1" i="1" dirty="0">
                <a:solidFill>
                  <a:srgbClr val="E10000"/>
                </a:solidFill>
                <a:latin typeface="Times New Roman" panose="02020603050405020304" pitchFamily="18" charset="0"/>
                <a:cs typeface="Times New Roman" panose="02020603050405020304" pitchFamily="18" charset="0"/>
              </a:rPr>
              <a:t>= </a:t>
            </a:r>
            <a:r>
              <a:rPr lang="en-US" altLang="en-US" sz="1400" b="1" dirty="0">
                <a:solidFill>
                  <a:srgbClr val="E10000"/>
                </a:solidFill>
                <a:latin typeface="Times New Roman" panose="02020603050405020304" pitchFamily="18" charset="0"/>
                <a:cs typeface="Times New Roman" panose="02020603050405020304" pitchFamily="18" charset="0"/>
              </a:rPr>
              <a:t>11 </a:t>
            </a:r>
            <a:r>
              <a:rPr lang="en-US" altLang="en-US" sz="1400" b="1" i="1" dirty="0">
                <a:solidFill>
                  <a:srgbClr val="E10000"/>
                </a:solidFill>
                <a:latin typeface="Times New Roman" panose="02020603050405020304" pitchFamily="18" charset="0"/>
                <a:cs typeface="Times New Roman" panose="02020603050405020304" pitchFamily="18" charset="0"/>
              </a:rPr>
              <a:t>is not input</a:t>
            </a:r>
            <a:endParaRPr lang="en-US" altLang="en-US" sz="1400" b="1" dirty="0">
              <a:solidFill>
                <a:srgbClr val="E1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CC547389-925E-4F1F-9DD4-0528CD819737}"/>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5F888683-EB7E-41C4-ACDD-22BBCDD6BEC0}" type="slidenum">
              <a:rPr lang="en-US" altLang="en-US" sz="1200"/>
              <a:pPr algn="r" eaLnBrk="1" hangingPunct="1">
                <a:spcBef>
                  <a:spcPct val="0"/>
                </a:spcBef>
                <a:buFontTx/>
                <a:buNone/>
              </a:pPr>
              <a:t>9</a:t>
            </a:fld>
            <a:endParaRPr lang="en-US" altLang="en-US" sz="1200"/>
          </a:p>
        </p:txBody>
      </p:sp>
      <p:sp>
        <p:nvSpPr>
          <p:cNvPr id="14339" name="Footer Placeholder 7">
            <a:extLst>
              <a:ext uri="{FF2B5EF4-FFF2-40B4-BE49-F238E27FC236}">
                <a16:creationId xmlns:a16="http://schemas.microsoft.com/office/drawing/2014/main" id="{714CDCCD-0B62-4D80-B2C1-3812A4C394D2}"/>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pic>
        <p:nvPicPr>
          <p:cNvPr id="14340" name="Picture 6" descr="3">
            <a:extLst>
              <a:ext uri="{FF2B5EF4-FFF2-40B4-BE49-F238E27FC236}">
                <a16:creationId xmlns:a16="http://schemas.microsoft.com/office/drawing/2014/main" id="{E5A54F34-D696-4583-9282-9454D5F4A378}"/>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733550" y="2538413"/>
            <a:ext cx="5791200" cy="3792537"/>
          </a:xfrm>
        </p:spPr>
      </p:pic>
      <p:sp>
        <p:nvSpPr>
          <p:cNvPr id="14341" name="TextBox 1">
            <a:extLst>
              <a:ext uri="{FF2B5EF4-FFF2-40B4-BE49-F238E27FC236}">
                <a16:creationId xmlns:a16="http://schemas.microsoft.com/office/drawing/2014/main" id="{2A19D1B4-00C9-4922-B526-2D04DAB8227F}"/>
              </a:ext>
            </a:extLst>
          </p:cNvPr>
          <p:cNvSpPr txBox="1">
            <a:spLocks noChangeArrowheads="1"/>
          </p:cNvSpPr>
          <p:nvPr/>
        </p:nvSpPr>
        <p:spPr bwMode="auto">
          <a:xfrm>
            <a:off x="1990725" y="2963863"/>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a:latin typeface="Arial" panose="020B0604020202020204" pitchFamily="34" charset="0"/>
              </a:rPr>
              <a:t>X</a:t>
            </a:r>
          </a:p>
        </p:txBody>
      </p:sp>
      <p:pic>
        <p:nvPicPr>
          <p:cNvPr id="14342" name="Picture 7" descr="2">
            <a:extLst>
              <a:ext uri="{FF2B5EF4-FFF2-40B4-BE49-F238E27FC236}">
                <a16:creationId xmlns:a16="http://schemas.microsoft.com/office/drawing/2014/main" id="{E7CD1247-254C-472C-8C91-18BAA911C5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5138" y="381000"/>
            <a:ext cx="5732462"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00FB747-A22B-4C07-AE49-D27BE2CC223C}"/>
              </a:ext>
            </a:extLst>
          </p:cNvPr>
          <p:cNvSpPr/>
          <p:nvPr/>
        </p:nvSpPr>
        <p:spPr>
          <a:xfrm>
            <a:off x="6853238" y="895350"/>
            <a:ext cx="76200" cy="1333500"/>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a:extLst>
              <a:ext uri="{FF2B5EF4-FFF2-40B4-BE49-F238E27FC236}">
                <a16:creationId xmlns:a16="http://schemas.microsoft.com/office/drawing/2014/main" id="{1028245C-C2DE-40B3-BB9D-C4DBFE33798F}"/>
              </a:ext>
            </a:extLst>
          </p:cNvPr>
          <p:cNvSpPr/>
          <p:nvPr/>
        </p:nvSpPr>
        <p:spPr>
          <a:xfrm>
            <a:off x="1676400" y="2452688"/>
            <a:ext cx="5848350" cy="25765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9" name="Straight Arrow Connector 8">
            <a:extLst>
              <a:ext uri="{FF2B5EF4-FFF2-40B4-BE49-F238E27FC236}">
                <a16:creationId xmlns:a16="http://schemas.microsoft.com/office/drawing/2014/main" id="{33EEB9B6-1F21-44E5-8D27-B7D6F2D7C44A}"/>
              </a:ext>
            </a:extLst>
          </p:cNvPr>
          <p:cNvCxnSpPr/>
          <p:nvPr/>
        </p:nvCxnSpPr>
        <p:spPr>
          <a:xfrm flipH="1">
            <a:off x="7162800" y="1955800"/>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E4AE2D3-EB7B-4F0E-B8F1-AD75EB904C91}"/>
              </a:ext>
            </a:extLst>
          </p:cNvPr>
          <p:cNvCxnSpPr/>
          <p:nvPr/>
        </p:nvCxnSpPr>
        <p:spPr>
          <a:xfrm flipH="1">
            <a:off x="7169150" y="2139950"/>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347" name="Picture 3">
            <a:extLst>
              <a:ext uri="{FF2B5EF4-FFF2-40B4-BE49-F238E27FC236}">
                <a16:creationId xmlns:a16="http://schemas.microsoft.com/office/drawing/2014/main" id="{23B75E3B-6C95-4F4A-9DF5-B09E1F7C9F5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87663" y="3632200"/>
            <a:ext cx="3690937"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855A5E37-0FB2-47C5-8610-C3BF40068EDD}"/>
              </a:ext>
            </a:extLst>
          </p:cNvPr>
          <p:cNvSpPr/>
          <p:nvPr/>
        </p:nvSpPr>
        <p:spPr>
          <a:xfrm>
            <a:off x="4489450" y="1276350"/>
            <a:ext cx="377825" cy="971550"/>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3" name="Rectangle 12">
            <a:extLst>
              <a:ext uri="{FF2B5EF4-FFF2-40B4-BE49-F238E27FC236}">
                <a16:creationId xmlns:a16="http://schemas.microsoft.com/office/drawing/2014/main" id="{E1D1E16B-20C1-4E2E-9701-CEF1C93FC367}"/>
              </a:ext>
            </a:extLst>
          </p:cNvPr>
          <p:cNvSpPr/>
          <p:nvPr/>
        </p:nvSpPr>
        <p:spPr>
          <a:xfrm>
            <a:off x="5702300" y="1270000"/>
            <a:ext cx="368300" cy="971550"/>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a:extLst>
              <a:ext uri="{FF2B5EF4-FFF2-40B4-BE49-F238E27FC236}">
                <a16:creationId xmlns:a16="http://schemas.microsoft.com/office/drawing/2014/main" id="{D9A886B0-DD8E-4055-B937-358F82A6F056}"/>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5F6D68E4-B7AB-4390-9CC7-FFE98BC6EC2E}" type="slidenum">
              <a:rPr lang="en-AU" altLang="en-US" sz="1400" smtClean="0">
                <a:latin typeface="Arial" panose="020B0604020202020204" pitchFamily="34" charset="0"/>
              </a:rPr>
              <a:pPr algn="l">
                <a:spcBef>
                  <a:spcPct val="0"/>
                </a:spcBef>
                <a:buFontTx/>
                <a:buNone/>
              </a:pPr>
              <a:t>10</a:t>
            </a:fld>
            <a:endParaRPr lang="en-AU" altLang="en-US" sz="1400">
              <a:latin typeface="Arial" panose="020B0604020202020204" pitchFamily="34" charset="0"/>
            </a:endParaRPr>
          </a:p>
        </p:txBody>
      </p:sp>
      <p:pic>
        <p:nvPicPr>
          <p:cNvPr id="15363" name="Picture 5" descr="f04-17-P374493">
            <a:extLst>
              <a:ext uri="{FF2B5EF4-FFF2-40B4-BE49-F238E27FC236}">
                <a16:creationId xmlns:a16="http://schemas.microsoft.com/office/drawing/2014/main" id="{8771E28F-55A2-4D3E-982A-CF3DA62776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900" y="833437"/>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4">
            <a:extLst>
              <a:ext uri="{FF2B5EF4-FFF2-40B4-BE49-F238E27FC236}">
                <a16:creationId xmlns:a16="http://schemas.microsoft.com/office/drawing/2014/main" id="{9B52F44B-9E1E-4AB0-AEEA-10502227F47F}"/>
              </a:ext>
            </a:extLst>
          </p:cNvPr>
          <p:cNvSpPr>
            <a:spLocks noGrp="1"/>
          </p:cNvSpPr>
          <p:nvPr>
            <p:ph type="title"/>
          </p:nvPr>
        </p:nvSpPr>
        <p:spPr/>
        <p:txBody>
          <a:bodyPr/>
          <a:lstStyle/>
          <a:p>
            <a:pPr eaLnBrk="1" hangingPunct="1"/>
            <a:r>
              <a:rPr lang="en-AU" altLang="en-US"/>
              <a:t>Datapath With Control</a:t>
            </a:r>
          </a:p>
        </p:txBody>
      </p:sp>
      <p:sp>
        <p:nvSpPr>
          <p:cNvPr id="4102" name="Rectangle 4">
            <a:extLst>
              <a:ext uri="{FF2B5EF4-FFF2-40B4-BE49-F238E27FC236}">
                <a16:creationId xmlns:a16="http://schemas.microsoft.com/office/drawing/2014/main" id="{269493EE-011D-4973-A400-5BF78D731665}"/>
              </a:ext>
            </a:extLst>
          </p:cNvPr>
          <p:cNvSpPr>
            <a:spLocks noChangeArrowheads="1"/>
          </p:cNvSpPr>
          <p:nvPr/>
        </p:nvSpPr>
        <p:spPr bwMode="auto">
          <a:xfrm>
            <a:off x="5237359" y="5248275"/>
            <a:ext cx="603250" cy="890588"/>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p>
            <a:pPr>
              <a:defRPr/>
            </a:pPr>
            <a:endParaRPr lang="en-US" altLang="en-US">
              <a:latin typeface="Arial" charset="0"/>
            </a:endParaRPr>
          </a:p>
        </p:txBody>
      </p:sp>
      <p:sp>
        <p:nvSpPr>
          <p:cNvPr id="15366" name="TextBox 1">
            <a:extLst>
              <a:ext uri="{FF2B5EF4-FFF2-40B4-BE49-F238E27FC236}">
                <a16:creationId xmlns:a16="http://schemas.microsoft.com/office/drawing/2014/main" id="{7CB2784F-0889-436F-975C-A2C56B80EF9A}"/>
              </a:ext>
            </a:extLst>
          </p:cNvPr>
          <p:cNvSpPr txBox="1">
            <a:spLocks noChangeArrowheads="1"/>
          </p:cNvSpPr>
          <p:nvPr/>
        </p:nvSpPr>
        <p:spPr bwMode="auto">
          <a:xfrm>
            <a:off x="4814888" y="3527425"/>
            <a:ext cx="28733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2</a:t>
            </a:r>
          </a:p>
        </p:txBody>
      </p:sp>
      <p:sp>
        <p:nvSpPr>
          <p:cNvPr id="15367" name="TextBox 7">
            <a:extLst>
              <a:ext uri="{FF2B5EF4-FFF2-40B4-BE49-F238E27FC236}">
                <a16:creationId xmlns:a16="http://schemas.microsoft.com/office/drawing/2014/main" id="{A387C545-8620-47F2-BD65-3E9250CC73DF}"/>
              </a:ext>
            </a:extLst>
          </p:cNvPr>
          <p:cNvSpPr txBox="1">
            <a:spLocks noChangeArrowheads="1"/>
          </p:cNvSpPr>
          <p:nvPr/>
        </p:nvSpPr>
        <p:spPr bwMode="auto">
          <a:xfrm>
            <a:off x="5710238" y="4940300"/>
            <a:ext cx="2889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4</a:t>
            </a:r>
          </a:p>
        </p:txBody>
      </p:sp>
      <p:sp>
        <p:nvSpPr>
          <p:cNvPr id="15368" name="TextBox 1">
            <a:extLst>
              <a:ext uri="{FF2B5EF4-FFF2-40B4-BE49-F238E27FC236}">
                <a16:creationId xmlns:a16="http://schemas.microsoft.com/office/drawing/2014/main" id="{6E6679B8-1877-43BD-A333-C3EDC4D40387}"/>
              </a:ext>
            </a:extLst>
          </p:cNvPr>
          <p:cNvSpPr txBox="1">
            <a:spLocks noChangeArrowheads="1"/>
          </p:cNvSpPr>
          <p:nvPr/>
        </p:nvSpPr>
        <p:spPr bwMode="auto">
          <a:xfrm>
            <a:off x="5478463" y="6107113"/>
            <a:ext cx="28733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2</a:t>
            </a:r>
          </a:p>
        </p:txBody>
      </p:sp>
      <p:sp>
        <p:nvSpPr>
          <p:cNvPr id="15369" name="Rectangle 4">
            <a:extLst>
              <a:ext uri="{FF2B5EF4-FFF2-40B4-BE49-F238E27FC236}">
                <a16:creationId xmlns:a16="http://schemas.microsoft.com/office/drawing/2014/main" id="{B7B77CBB-F290-484F-9DFD-35D7AD10D11C}"/>
              </a:ext>
            </a:extLst>
          </p:cNvPr>
          <p:cNvSpPr>
            <a:spLocks noChangeArrowheads="1"/>
          </p:cNvSpPr>
          <p:nvPr/>
        </p:nvSpPr>
        <p:spPr bwMode="auto">
          <a:xfrm>
            <a:off x="3448050" y="2438400"/>
            <a:ext cx="792163" cy="1320800"/>
          </a:xfrm>
          <a:prstGeom prst="rect">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160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a:extLst>
              <a:ext uri="{FF2B5EF4-FFF2-40B4-BE49-F238E27FC236}">
                <a16:creationId xmlns:a16="http://schemas.microsoft.com/office/drawing/2014/main" id="{D9A886B0-DD8E-4055-B937-358F82A6F056}"/>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5F6D68E4-B7AB-4390-9CC7-FFE98BC6EC2E}" type="slidenum">
              <a:rPr lang="en-AU" altLang="en-US" sz="1400" smtClean="0">
                <a:latin typeface="Arial" panose="020B0604020202020204" pitchFamily="34" charset="0"/>
              </a:rPr>
              <a:pPr algn="l">
                <a:spcBef>
                  <a:spcPct val="0"/>
                </a:spcBef>
                <a:buFontTx/>
                <a:buNone/>
              </a:pPr>
              <a:t>11</a:t>
            </a:fld>
            <a:endParaRPr lang="en-AU" altLang="en-US" sz="1400">
              <a:latin typeface="Arial" panose="020B0604020202020204" pitchFamily="34" charset="0"/>
            </a:endParaRPr>
          </a:p>
        </p:txBody>
      </p:sp>
      <p:pic>
        <p:nvPicPr>
          <p:cNvPr id="15363" name="Picture 5" descr="f04-17-P374493">
            <a:extLst>
              <a:ext uri="{FF2B5EF4-FFF2-40B4-BE49-F238E27FC236}">
                <a16:creationId xmlns:a16="http://schemas.microsoft.com/office/drawing/2014/main" id="{8771E28F-55A2-4D3E-982A-CF3DA62776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013" y="1206500"/>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4">
            <a:extLst>
              <a:ext uri="{FF2B5EF4-FFF2-40B4-BE49-F238E27FC236}">
                <a16:creationId xmlns:a16="http://schemas.microsoft.com/office/drawing/2014/main" id="{9B52F44B-9E1E-4AB0-AEEA-10502227F47F}"/>
              </a:ext>
            </a:extLst>
          </p:cNvPr>
          <p:cNvSpPr>
            <a:spLocks noGrp="1"/>
          </p:cNvSpPr>
          <p:nvPr>
            <p:ph type="title"/>
          </p:nvPr>
        </p:nvSpPr>
        <p:spPr/>
        <p:txBody>
          <a:bodyPr/>
          <a:lstStyle/>
          <a:p>
            <a:pPr eaLnBrk="1" hangingPunct="1"/>
            <a:r>
              <a:rPr lang="en-AU" altLang="en-US"/>
              <a:t>Datapath With Control</a:t>
            </a:r>
          </a:p>
        </p:txBody>
      </p:sp>
      <p:sp>
        <p:nvSpPr>
          <p:cNvPr id="4102" name="Rectangle 4">
            <a:extLst>
              <a:ext uri="{FF2B5EF4-FFF2-40B4-BE49-F238E27FC236}">
                <a16:creationId xmlns:a16="http://schemas.microsoft.com/office/drawing/2014/main" id="{269493EE-011D-4973-A400-5BF78D731665}"/>
              </a:ext>
            </a:extLst>
          </p:cNvPr>
          <p:cNvSpPr>
            <a:spLocks noChangeArrowheads="1"/>
          </p:cNvSpPr>
          <p:nvPr/>
        </p:nvSpPr>
        <p:spPr bwMode="auto">
          <a:xfrm>
            <a:off x="5237359" y="5248275"/>
            <a:ext cx="603250" cy="890588"/>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p>
            <a:pPr>
              <a:defRPr/>
            </a:pPr>
            <a:endParaRPr lang="en-US" altLang="en-US">
              <a:latin typeface="Arial" charset="0"/>
            </a:endParaRPr>
          </a:p>
        </p:txBody>
      </p:sp>
      <p:sp>
        <p:nvSpPr>
          <p:cNvPr id="15366" name="TextBox 1">
            <a:extLst>
              <a:ext uri="{FF2B5EF4-FFF2-40B4-BE49-F238E27FC236}">
                <a16:creationId xmlns:a16="http://schemas.microsoft.com/office/drawing/2014/main" id="{7CB2784F-0889-436F-975C-A2C56B80EF9A}"/>
              </a:ext>
            </a:extLst>
          </p:cNvPr>
          <p:cNvSpPr txBox="1">
            <a:spLocks noChangeArrowheads="1"/>
          </p:cNvSpPr>
          <p:nvPr/>
        </p:nvSpPr>
        <p:spPr bwMode="auto">
          <a:xfrm>
            <a:off x="4814888" y="3527425"/>
            <a:ext cx="28733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2</a:t>
            </a:r>
          </a:p>
        </p:txBody>
      </p:sp>
      <p:sp>
        <p:nvSpPr>
          <p:cNvPr id="15369" name="Rectangle 4">
            <a:extLst>
              <a:ext uri="{FF2B5EF4-FFF2-40B4-BE49-F238E27FC236}">
                <a16:creationId xmlns:a16="http://schemas.microsoft.com/office/drawing/2014/main" id="{B7B77CBB-F290-484F-9DFD-35D7AD10D11C}"/>
              </a:ext>
            </a:extLst>
          </p:cNvPr>
          <p:cNvSpPr>
            <a:spLocks noChangeArrowheads="1"/>
          </p:cNvSpPr>
          <p:nvPr/>
        </p:nvSpPr>
        <p:spPr bwMode="auto">
          <a:xfrm>
            <a:off x="3448050" y="2438400"/>
            <a:ext cx="792163" cy="1320800"/>
          </a:xfrm>
          <a:prstGeom prst="rect">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1600">
              <a:latin typeface="Arial" panose="020B0604020202020204" pitchFamily="34" charset="0"/>
            </a:endParaRPr>
          </a:p>
        </p:txBody>
      </p:sp>
      <p:sp>
        <p:nvSpPr>
          <p:cNvPr id="2" name="TextBox 1">
            <a:extLst>
              <a:ext uri="{FF2B5EF4-FFF2-40B4-BE49-F238E27FC236}">
                <a16:creationId xmlns:a16="http://schemas.microsoft.com/office/drawing/2014/main" id="{2BEBC5C8-237E-43B7-B188-5E871E038876}"/>
              </a:ext>
            </a:extLst>
          </p:cNvPr>
          <p:cNvSpPr txBox="1"/>
          <p:nvPr/>
        </p:nvSpPr>
        <p:spPr>
          <a:xfrm>
            <a:off x="5834148" y="4876800"/>
            <a:ext cx="228600" cy="276999"/>
          </a:xfrm>
          <a:prstGeom prst="rect">
            <a:avLst/>
          </a:prstGeom>
          <a:noFill/>
        </p:spPr>
        <p:txBody>
          <a:bodyPr wrap="square" rtlCol="0">
            <a:spAutoFit/>
          </a:bodyPr>
          <a:lstStyle/>
          <a:p>
            <a:r>
              <a:rPr lang="en-US" sz="1200" dirty="0"/>
              <a:t>4</a:t>
            </a:r>
          </a:p>
        </p:txBody>
      </p:sp>
      <p:sp>
        <p:nvSpPr>
          <p:cNvPr id="9" name="TextBox 8">
            <a:extLst>
              <a:ext uri="{FF2B5EF4-FFF2-40B4-BE49-F238E27FC236}">
                <a16:creationId xmlns:a16="http://schemas.microsoft.com/office/drawing/2014/main" id="{E04ECE62-3C3C-4DC9-8FEC-4EB9B132DE36}"/>
              </a:ext>
            </a:extLst>
          </p:cNvPr>
          <p:cNvSpPr txBox="1"/>
          <p:nvPr/>
        </p:nvSpPr>
        <p:spPr>
          <a:xfrm>
            <a:off x="5479470" y="6096000"/>
            <a:ext cx="228600" cy="276999"/>
          </a:xfrm>
          <a:prstGeom prst="rect">
            <a:avLst/>
          </a:prstGeom>
          <a:noFill/>
        </p:spPr>
        <p:txBody>
          <a:bodyPr wrap="square" rtlCol="0">
            <a:spAutoFit/>
          </a:bodyPr>
          <a:lstStyle/>
          <a:p>
            <a:r>
              <a:rPr lang="en-US" sz="1200" dirty="0"/>
              <a:t>2</a:t>
            </a:r>
          </a:p>
        </p:txBody>
      </p:sp>
    </p:spTree>
    <p:extLst>
      <p:ext uri="{BB962C8B-B14F-4D97-AF65-F5344CB8AC3E}">
        <p14:creationId xmlns:p14="http://schemas.microsoft.com/office/powerpoint/2010/main" val="934608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4953BBAF-F1EE-47CB-8EF4-4180CFBA4A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D441440-4C42-4CBD-9D29-17C9C5B3A80E}" type="slidenum">
              <a:rPr lang="en-US" altLang="en-US" sz="1200" smtClean="0"/>
              <a:pPr>
                <a:spcBef>
                  <a:spcPct val="0"/>
                </a:spcBef>
                <a:buFontTx/>
                <a:buNone/>
              </a:pPr>
              <a:t>12</a:t>
            </a:fld>
            <a:endParaRPr lang="en-US" altLang="en-US" sz="1200"/>
          </a:p>
        </p:txBody>
      </p:sp>
      <p:sp>
        <p:nvSpPr>
          <p:cNvPr id="10243" name="Footer Placeholder 7">
            <a:extLst>
              <a:ext uri="{FF2B5EF4-FFF2-40B4-BE49-F238E27FC236}">
                <a16:creationId xmlns:a16="http://schemas.microsoft.com/office/drawing/2014/main" id="{F4B51B1B-8DA5-4B67-8EA1-FC7F7446531B}"/>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10244" name="TextBox 3">
            <a:extLst>
              <a:ext uri="{FF2B5EF4-FFF2-40B4-BE49-F238E27FC236}">
                <a16:creationId xmlns:a16="http://schemas.microsoft.com/office/drawing/2014/main" id="{54DB9072-E9C3-49A8-B8F4-E9D218AFB716}"/>
              </a:ext>
            </a:extLst>
          </p:cNvPr>
          <p:cNvSpPr txBox="1">
            <a:spLocks noChangeArrowheads="1"/>
          </p:cNvSpPr>
          <p:nvPr/>
        </p:nvSpPr>
        <p:spPr bwMode="auto">
          <a:xfrm>
            <a:off x="685800" y="6034088"/>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D.2.1</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truth table for the 4 ALU control bits (called Operation) as a function of the ALUOp and function code field. </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This table is the same as that shown in Figure 4.13.</a:t>
            </a:r>
          </a:p>
        </p:txBody>
      </p:sp>
      <p:pic>
        <p:nvPicPr>
          <p:cNvPr id="10245" name="Picture 7" descr="2">
            <a:extLst>
              <a:ext uri="{FF2B5EF4-FFF2-40B4-BE49-F238E27FC236}">
                <a16:creationId xmlns:a16="http://schemas.microsoft.com/office/drawing/2014/main" id="{F4B42255-2B33-432C-A034-6468EDE0001D}"/>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14450" y="3752850"/>
            <a:ext cx="6492875" cy="2092325"/>
          </a:xfrm>
        </p:spPr>
      </p:pic>
      <p:graphicFrame>
        <p:nvGraphicFramePr>
          <p:cNvPr id="6" name="Group 69">
            <a:extLst>
              <a:ext uri="{FF2B5EF4-FFF2-40B4-BE49-F238E27FC236}">
                <a16:creationId xmlns:a16="http://schemas.microsoft.com/office/drawing/2014/main" id="{7D6F1230-2891-415A-801A-4D7C49A7BBAD}"/>
              </a:ext>
            </a:extLst>
          </p:cNvPr>
          <p:cNvGraphicFramePr>
            <a:graphicFrameLocks noGrp="1"/>
          </p:cNvGraphicFramePr>
          <p:nvPr>
            <p:extLst>
              <p:ext uri="{D42A27DB-BD31-4B8C-83A1-F6EECF244321}">
                <p14:modId xmlns:p14="http://schemas.microsoft.com/office/powerpoint/2010/main" val="1811858785"/>
              </p:ext>
            </p:extLst>
          </p:nvPr>
        </p:nvGraphicFramePr>
        <p:xfrm>
          <a:off x="1323975" y="557213"/>
          <a:ext cx="6488112" cy="2476504"/>
        </p:xfrm>
        <a:graphic>
          <a:graphicData uri="http://schemas.openxmlformats.org/drawingml/2006/table">
            <a:tbl>
              <a:tblPr/>
              <a:tblGrid>
                <a:gridCol w="989469">
                  <a:extLst>
                    <a:ext uri="{9D8B030D-6E8A-4147-A177-3AD203B41FA5}">
                      <a16:colId xmlns:a16="http://schemas.microsoft.com/office/drawing/2014/main" val="20000"/>
                    </a:ext>
                  </a:extLst>
                </a:gridCol>
                <a:gridCol w="742428">
                  <a:extLst>
                    <a:ext uri="{9D8B030D-6E8A-4147-A177-3AD203B41FA5}">
                      <a16:colId xmlns:a16="http://schemas.microsoft.com/office/drawing/2014/main" val="20001"/>
                    </a:ext>
                  </a:extLst>
                </a:gridCol>
                <a:gridCol w="1419843">
                  <a:extLst>
                    <a:ext uri="{9D8B030D-6E8A-4147-A177-3AD203B41FA5}">
                      <a16:colId xmlns:a16="http://schemas.microsoft.com/office/drawing/2014/main" val="20002"/>
                    </a:ext>
                  </a:extLst>
                </a:gridCol>
                <a:gridCol w="865949">
                  <a:extLst>
                    <a:ext uri="{9D8B030D-6E8A-4147-A177-3AD203B41FA5}">
                      <a16:colId xmlns:a16="http://schemas.microsoft.com/office/drawing/2014/main" val="20003"/>
                    </a:ext>
                  </a:extLst>
                </a:gridCol>
                <a:gridCol w="1419843">
                  <a:extLst>
                    <a:ext uri="{9D8B030D-6E8A-4147-A177-3AD203B41FA5}">
                      <a16:colId xmlns:a16="http://schemas.microsoft.com/office/drawing/2014/main" val="20004"/>
                    </a:ext>
                  </a:extLst>
                </a:gridCol>
                <a:gridCol w="1050580">
                  <a:extLst>
                    <a:ext uri="{9D8B030D-6E8A-4147-A177-3AD203B41FA5}">
                      <a16:colId xmlns:a16="http://schemas.microsoft.com/office/drawing/2014/main" val="20005"/>
                    </a:ext>
                  </a:extLst>
                </a:gridCol>
              </a:tblGrid>
              <a:tr h="27300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err="1">
                          <a:ln>
                            <a:noFill/>
                          </a:ln>
                          <a:solidFill>
                            <a:schemeClr val="tx1"/>
                          </a:solidFill>
                          <a:effectLst/>
                          <a:latin typeface="Arial" charset="0"/>
                        </a:rPr>
                        <a:t>opcode</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ALUOp</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Operation</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funct</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ALU function</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ALU control</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93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lw</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load word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XXXXXX</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add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59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err="1">
                          <a:ln>
                            <a:noFill/>
                          </a:ln>
                          <a:solidFill>
                            <a:schemeClr val="tx1"/>
                          </a:solidFill>
                          <a:effectLst/>
                          <a:latin typeface="Arial" charset="0"/>
                        </a:rPr>
                        <a:t>sw</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store word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XXXXXX</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add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563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beq</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01</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branch equal</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XXXXXX</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subtract</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0110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592">
                <a:tc rowSpan="5">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R-type</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10</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add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100000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add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5632">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subtract</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100010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subtract</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0110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592">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AND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100100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AND</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0000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6932">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OR</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100101</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OR</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0001</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592">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set-on-less-than</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101010</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a:ln>
                            <a:noFill/>
                          </a:ln>
                          <a:solidFill>
                            <a:schemeClr val="tx1"/>
                          </a:solidFill>
                          <a:effectLst/>
                          <a:latin typeface="Arial" charset="0"/>
                        </a:rPr>
                        <a:t>set-on-less-than</a:t>
                      </a:r>
                      <a:endParaRPr kumimoji="0" lang="en-AU" sz="1300" b="0" i="0" u="none" strike="noStrike" cap="none" normalizeH="0" baseline="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300" b="0" i="0" u="none" strike="noStrike" cap="none" normalizeH="0" baseline="0" dirty="0">
                          <a:ln>
                            <a:noFill/>
                          </a:ln>
                          <a:solidFill>
                            <a:schemeClr val="tx1"/>
                          </a:solidFill>
                          <a:effectLst/>
                          <a:latin typeface="Arial" charset="0"/>
                        </a:rPr>
                        <a:t>0111</a:t>
                      </a:r>
                      <a:endParaRPr kumimoji="0" lang="en-AU" sz="1300" b="0" i="0" u="none" strike="noStrike" cap="none" normalizeH="0" baseline="0" dirty="0">
                        <a:ln>
                          <a:noFill/>
                        </a:ln>
                        <a:solidFill>
                          <a:schemeClr val="tx1"/>
                        </a:solidFill>
                        <a:effectLst/>
                        <a:latin typeface="Arial" charset="0"/>
                      </a:endParaRPr>
                    </a:p>
                  </a:txBody>
                  <a:tcPr marL="74893" marR="74893" marT="37444" marB="37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Down Arrow 1">
            <a:extLst>
              <a:ext uri="{FF2B5EF4-FFF2-40B4-BE49-F238E27FC236}">
                <a16:creationId xmlns:a16="http://schemas.microsoft.com/office/drawing/2014/main" id="{D2693590-53F6-4A6F-B3CE-A267124BF021}"/>
              </a:ext>
            </a:extLst>
          </p:cNvPr>
          <p:cNvSpPr/>
          <p:nvPr/>
        </p:nvSpPr>
        <p:spPr>
          <a:xfrm>
            <a:off x="2590800" y="3109913"/>
            <a:ext cx="228600" cy="584200"/>
          </a:xfrm>
          <a:prstGeom prst="downArrow">
            <a:avLst/>
          </a:prstGeom>
          <a:solidFill>
            <a:schemeClr val="tx2">
              <a:lumMod val="60000"/>
              <a:lumOff val="4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2249B2C2-A9A8-4418-9672-014BCAAF9051}"/>
              </a:ext>
            </a:extLst>
          </p:cNvPr>
          <p:cNvSpPr/>
          <p:nvPr/>
        </p:nvSpPr>
        <p:spPr>
          <a:xfrm>
            <a:off x="4478439" y="557209"/>
            <a:ext cx="849774" cy="2476504"/>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A42BB732-9162-4B91-B307-36141C0858F4}"/>
              </a:ext>
            </a:extLst>
          </p:cNvPr>
          <p:cNvSpPr/>
          <p:nvPr/>
        </p:nvSpPr>
        <p:spPr>
          <a:xfrm>
            <a:off x="1326042" y="4332767"/>
            <a:ext cx="4911725" cy="1501775"/>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6629BEE7-F48D-4E0B-92B8-ECE7E300228E}"/>
              </a:ext>
            </a:extLst>
          </p:cNvPr>
          <p:cNvSpPr/>
          <p:nvPr/>
        </p:nvSpPr>
        <p:spPr>
          <a:xfrm>
            <a:off x="2304854" y="557213"/>
            <a:ext cx="743146" cy="2476499"/>
          </a:xfrm>
          <a:prstGeom prst="rect">
            <a:avLst/>
          </a:prstGeom>
          <a:solidFill>
            <a:srgbClr val="4F81BD">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4" name="TextBox 3">
            <a:extLst>
              <a:ext uri="{FF2B5EF4-FFF2-40B4-BE49-F238E27FC236}">
                <a16:creationId xmlns:a16="http://schemas.microsoft.com/office/drawing/2014/main" id="{E1CC862A-16D1-4E51-8853-61B3F451E810}"/>
              </a:ext>
            </a:extLst>
          </p:cNvPr>
          <p:cNvSpPr txBox="1"/>
          <p:nvPr/>
        </p:nvSpPr>
        <p:spPr>
          <a:xfrm>
            <a:off x="1994991" y="18131"/>
            <a:ext cx="1394254" cy="523220"/>
          </a:xfrm>
          <a:prstGeom prst="rect">
            <a:avLst/>
          </a:prstGeom>
          <a:noFill/>
        </p:spPr>
        <p:txBody>
          <a:bodyPr wrap="square" rtlCol="0">
            <a:spAutoFit/>
          </a:bodyPr>
          <a:lstStyle/>
          <a:p>
            <a:pPr algn="ctr"/>
            <a:r>
              <a:rPr lang="en-US" sz="1400" b="1" dirty="0">
                <a:solidFill>
                  <a:srgbClr val="4F81BD"/>
                </a:solidFill>
              </a:rPr>
              <a:t>ALU Control </a:t>
            </a:r>
          </a:p>
          <a:p>
            <a:pPr algn="ctr"/>
            <a:r>
              <a:rPr lang="en-US" sz="1400" b="1" dirty="0">
                <a:solidFill>
                  <a:srgbClr val="4F81BD"/>
                </a:solidFill>
              </a:rPr>
              <a:t>Input</a:t>
            </a:r>
          </a:p>
        </p:txBody>
      </p:sp>
      <p:sp>
        <p:nvSpPr>
          <p:cNvPr id="15" name="TextBox 14">
            <a:extLst>
              <a:ext uri="{FF2B5EF4-FFF2-40B4-BE49-F238E27FC236}">
                <a16:creationId xmlns:a16="http://schemas.microsoft.com/office/drawing/2014/main" id="{B074BE06-558F-4560-8183-D6DDE4D3AF31}"/>
              </a:ext>
            </a:extLst>
          </p:cNvPr>
          <p:cNvSpPr txBox="1"/>
          <p:nvPr/>
        </p:nvSpPr>
        <p:spPr>
          <a:xfrm>
            <a:off x="6665565" y="20675"/>
            <a:ext cx="1239442" cy="523220"/>
          </a:xfrm>
          <a:prstGeom prst="rect">
            <a:avLst/>
          </a:prstGeom>
          <a:noFill/>
        </p:spPr>
        <p:txBody>
          <a:bodyPr wrap="none" rtlCol="0">
            <a:spAutoFit/>
          </a:bodyPr>
          <a:lstStyle/>
          <a:p>
            <a:pPr algn="ctr"/>
            <a:r>
              <a:rPr lang="en-US" sz="1400" b="1" dirty="0">
                <a:solidFill>
                  <a:srgbClr val="FF0000"/>
                </a:solidFill>
              </a:rPr>
              <a:t>ALU Control</a:t>
            </a:r>
          </a:p>
          <a:p>
            <a:pPr algn="ctr"/>
            <a:r>
              <a:rPr lang="en-US" sz="1400" b="1" dirty="0">
                <a:solidFill>
                  <a:srgbClr val="FF0000"/>
                </a:solidFill>
              </a:rPr>
              <a:t>Output</a:t>
            </a:r>
          </a:p>
        </p:txBody>
      </p:sp>
      <p:sp>
        <p:nvSpPr>
          <p:cNvPr id="16" name="Rectangle 15">
            <a:extLst>
              <a:ext uri="{FF2B5EF4-FFF2-40B4-BE49-F238E27FC236}">
                <a16:creationId xmlns:a16="http://schemas.microsoft.com/office/drawing/2014/main" id="{268A475F-7918-42D9-9270-B4DC33723163}"/>
              </a:ext>
            </a:extLst>
          </p:cNvPr>
          <p:cNvSpPr/>
          <p:nvPr/>
        </p:nvSpPr>
        <p:spPr>
          <a:xfrm>
            <a:off x="6757351" y="560750"/>
            <a:ext cx="1049974" cy="2476504"/>
          </a:xfrm>
          <a:prstGeom prst="rect">
            <a:avLst/>
          </a:prstGeom>
          <a:solidFill>
            <a:srgbClr val="FF0000">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7" name="Rectangle 16">
            <a:extLst>
              <a:ext uri="{FF2B5EF4-FFF2-40B4-BE49-F238E27FC236}">
                <a16:creationId xmlns:a16="http://schemas.microsoft.com/office/drawing/2014/main" id="{42EDBCF6-07B7-4905-81D6-F7AA90D90247}"/>
              </a:ext>
            </a:extLst>
          </p:cNvPr>
          <p:cNvSpPr/>
          <p:nvPr/>
        </p:nvSpPr>
        <p:spPr>
          <a:xfrm>
            <a:off x="6250525" y="4305296"/>
            <a:ext cx="1556799" cy="1529246"/>
          </a:xfrm>
          <a:prstGeom prst="rect">
            <a:avLst/>
          </a:prstGeom>
          <a:solidFill>
            <a:srgbClr val="FF0000">
              <a:alpha val="50196"/>
            </a:srgb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8" name="Down Arrow 1">
            <a:extLst>
              <a:ext uri="{FF2B5EF4-FFF2-40B4-BE49-F238E27FC236}">
                <a16:creationId xmlns:a16="http://schemas.microsoft.com/office/drawing/2014/main" id="{C2331076-26B4-40EA-97A0-08BA919B666D}"/>
              </a:ext>
            </a:extLst>
          </p:cNvPr>
          <p:cNvSpPr/>
          <p:nvPr/>
        </p:nvSpPr>
        <p:spPr>
          <a:xfrm>
            <a:off x="4832350" y="3111237"/>
            <a:ext cx="228600" cy="584200"/>
          </a:xfrm>
          <a:prstGeom prst="downArrow">
            <a:avLst/>
          </a:prstGeom>
          <a:solidFill>
            <a:schemeClr val="tx2">
              <a:lumMod val="60000"/>
              <a:lumOff val="4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p>
        </p:txBody>
      </p:sp>
      <p:cxnSp>
        <p:nvCxnSpPr>
          <p:cNvPr id="7" name="Straight Connector 6">
            <a:extLst>
              <a:ext uri="{FF2B5EF4-FFF2-40B4-BE49-F238E27FC236}">
                <a16:creationId xmlns:a16="http://schemas.microsoft.com/office/drawing/2014/main" id="{A18EDE80-D393-4ACC-8D9B-BF774432BDB5}"/>
              </a:ext>
            </a:extLst>
          </p:cNvPr>
          <p:cNvCxnSpPr>
            <a:cxnSpLocks/>
          </p:cNvCxnSpPr>
          <p:nvPr/>
        </p:nvCxnSpPr>
        <p:spPr>
          <a:xfrm>
            <a:off x="3517900" y="3757612"/>
            <a:ext cx="0" cy="208328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B87BD37-C2FC-4B3A-847B-459C14DF8B3B}"/>
              </a:ext>
            </a:extLst>
          </p:cNvPr>
          <p:cNvSpPr txBox="1"/>
          <p:nvPr/>
        </p:nvSpPr>
        <p:spPr>
          <a:xfrm>
            <a:off x="4214734" y="19456"/>
            <a:ext cx="1394254" cy="523220"/>
          </a:xfrm>
          <a:prstGeom prst="rect">
            <a:avLst/>
          </a:prstGeom>
          <a:noFill/>
        </p:spPr>
        <p:txBody>
          <a:bodyPr wrap="square" rtlCol="0">
            <a:spAutoFit/>
          </a:bodyPr>
          <a:lstStyle/>
          <a:p>
            <a:pPr algn="ctr"/>
            <a:r>
              <a:rPr lang="en-US" sz="1400" b="1" dirty="0">
                <a:solidFill>
                  <a:srgbClr val="4F81BD"/>
                </a:solidFill>
              </a:rPr>
              <a:t>ALU Control </a:t>
            </a:r>
          </a:p>
          <a:p>
            <a:pPr algn="ctr"/>
            <a:r>
              <a:rPr lang="en-US" sz="1400" b="1" dirty="0">
                <a:solidFill>
                  <a:srgbClr val="4F81BD"/>
                </a:solidFill>
              </a:rPr>
              <a:t>Input</a:t>
            </a:r>
          </a:p>
        </p:txBody>
      </p:sp>
    </p:spTree>
    <p:extLst>
      <p:ext uri="{BB962C8B-B14F-4D97-AF65-F5344CB8AC3E}">
        <p14:creationId xmlns:p14="http://schemas.microsoft.com/office/powerpoint/2010/main" val="3837761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9307375F-DD07-4F05-A226-684B6DAF97C0}"/>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BDAB17E1-F040-4015-80CE-CCB8D0B6D3EB}" type="slidenum">
              <a:rPr lang="en-US" altLang="en-US" sz="1200"/>
              <a:pPr algn="r" eaLnBrk="1" hangingPunct="1">
                <a:spcBef>
                  <a:spcPct val="0"/>
                </a:spcBef>
                <a:buFontTx/>
                <a:buNone/>
              </a:pPr>
              <a:t>13</a:t>
            </a:fld>
            <a:endParaRPr lang="en-US" altLang="en-US" sz="1200"/>
          </a:p>
        </p:txBody>
      </p:sp>
      <p:sp>
        <p:nvSpPr>
          <p:cNvPr id="17411" name="Footer Placeholder 7">
            <a:extLst>
              <a:ext uri="{FF2B5EF4-FFF2-40B4-BE49-F238E27FC236}">
                <a16:creationId xmlns:a16="http://schemas.microsoft.com/office/drawing/2014/main" id="{5D254371-F3BF-47EB-921F-8A0F348B15AF}"/>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17412" name="TextBox 3">
            <a:extLst>
              <a:ext uri="{FF2B5EF4-FFF2-40B4-BE49-F238E27FC236}">
                <a16:creationId xmlns:a16="http://schemas.microsoft.com/office/drawing/2014/main" id="{5715FCC4-A6CA-440E-9630-D2A8339CFEDC}"/>
              </a:ext>
            </a:extLst>
          </p:cNvPr>
          <p:cNvSpPr txBox="1">
            <a:spLocks noChangeArrowheads="1"/>
          </p:cNvSpPr>
          <p:nvPr/>
        </p:nvSpPr>
        <p:spPr bwMode="auto">
          <a:xfrm>
            <a:off x="685800" y="4495800"/>
            <a:ext cx="77724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D.2.3</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 The ALU control block generates the four ALU control bits, based on the function code and ALUOp bits.</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This logic is generated directly from the truth table in Figure D.2.2. Only four of the six bits in the function code are actually needed as inputs, since the upper two bits are alwa ys don’t cares. Let’s examine how this logic relates to the truth table of Figure D.2.2. Consider the Operation2 output, which is generated by two lines in the truth table for Operation2. The second line is the AND of two terms (F1 </a:t>
            </a:r>
            <a:r>
              <a:rPr lang="en-US" altLang="en-US" sz="1200">
                <a:solidFill>
                  <a:srgbClr val="000000"/>
                </a:solidFill>
                <a:latin typeface="Arial" panose="020B0604020202020204" pitchFamily="34" charset="0"/>
                <a:ea typeface="Times New Roman" panose="02020603050405020304" pitchFamily="18" charset="0"/>
                <a:cs typeface="MathematicalPi-One" charset="0"/>
              </a:rPr>
              <a:t>5</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1 and ALUOp1 </a:t>
            </a:r>
            <a:r>
              <a:rPr lang="en-US" altLang="en-US" sz="1200">
                <a:solidFill>
                  <a:srgbClr val="000000"/>
                </a:solidFill>
                <a:latin typeface="Arial" panose="020B0604020202020204" pitchFamily="34" charset="0"/>
                <a:ea typeface="Times New Roman" panose="02020603050405020304" pitchFamily="18" charset="0"/>
                <a:cs typeface="MathematicalPi-One" charset="0"/>
              </a:rPr>
              <a:t>5</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1); the top two-input AND gate corresponds to this term. The other term that causes Operation2 to be asserted is simply ALUOp0. These two terms are combined with an OR gate whose output is Operation2. The outputs Operation0 and Operation1 are derived in similar fashion from the truth table. Since Operation3 is always 0, we connect a signal and its complement as inputs to an AND gate to generate 0.</a:t>
            </a:r>
          </a:p>
        </p:txBody>
      </p:sp>
      <p:pic>
        <p:nvPicPr>
          <p:cNvPr id="18437" name="Picture 6" descr="4">
            <a:extLst>
              <a:ext uri="{FF2B5EF4-FFF2-40B4-BE49-F238E27FC236}">
                <a16:creationId xmlns:a16="http://schemas.microsoft.com/office/drawing/2014/main" id="{C519C739-2318-413A-BAB5-31A69F19AA60}"/>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62075" y="685800"/>
            <a:ext cx="6419850" cy="3440113"/>
          </a:xfr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cap="flat" algn="ctr">
            <a:solidFill>
              <a:schemeClr val="tx1"/>
            </a:solidFill>
            <a:round/>
            <a:headEnd type="none" w="med" len="med"/>
            <a:tailEnd type="none" w="med" len="med"/>
          </a:ln>
        </p:spPr>
      </p:pic>
      <p:sp>
        <p:nvSpPr>
          <p:cNvPr id="2" name="Rectangle 1">
            <a:extLst>
              <a:ext uri="{FF2B5EF4-FFF2-40B4-BE49-F238E27FC236}">
                <a16:creationId xmlns:a16="http://schemas.microsoft.com/office/drawing/2014/main" id="{C3874C97-F2A8-42F7-9697-38C229B35E68}"/>
              </a:ext>
            </a:extLst>
          </p:cNvPr>
          <p:cNvSpPr/>
          <p:nvPr/>
        </p:nvSpPr>
        <p:spPr>
          <a:xfrm>
            <a:off x="5272088" y="1884363"/>
            <a:ext cx="1057275" cy="307975"/>
          </a:xfrm>
          <a:prstGeom prst="rect">
            <a:avLst/>
          </a:prstGeom>
        </p:spPr>
        <p:txBody>
          <a:bodyPr wrap="none">
            <a:spAutoFit/>
          </a:bodyPr>
          <a:lstStyle/>
          <a:p>
            <a:pPr eaLnBrk="1" hangingPunct="1">
              <a:defRPr/>
            </a:pPr>
            <a:r>
              <a:rPr lang="en-US" sz="1400" dirty="0">
                <a:solidFill>
                  <a:schemeClr val="tx2">
                    <a:lumMod val="60000"/>
                    <a:lumOff val="40000"/>
                  </a:schemeClr>
                </a:solidFill>
                <a:latin typeface="Arial" charset="0"/>
              </a:rPr>
              <a:t>Always = 0</a:t>
            </a:r>
            <a:endParaRPr lang="en-US" sz="1400" dirty="0">
              <a:solidFill>
                <a:schemeClr val="tx2">
                  <a:lumMod val="60000"/>
                  <a:lumOff val="40000"/>
                </a:schemeClr>
              </a:solidFill>
            </a:endParaRPr>
          </a:p>
        </p:txBody>
      </p:sp>
      <p:pic>
        <p:nvPicPr>
          <p:cNvPr id="17415" name="Picture 2">
            <a:extLst>
              <a:ext uri="{FF2B5EF4-FFF2-40B4-BE49-F238E27FC236}">
                <a16:creationId xmlns:a16="http://schemas.microsoft.com/office/drawing/2014/main" id="{1660CD5B-2173-463F-89DF-E142E57E72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12713"/>
            <a:ext cx="363855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B48ECAAF-EDAD-4F20-A960-2FA926962E15}"/>
              </a:ext>
            </a:extLst>
          </p:cNvPr>
          <p:cNvSpPr/>
          <p:nvPr/>
        </p:nvSpPr>
        <p:spPr>
          <a:xfrm>
            <a:off x="2219520" y="1362075"/>
            <a:ext cx="4389120" cy="2770632"/>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p>
            <a:pPr>
              <a:defRPr/>
            </a:pPr>
            <a:endParaRPr lang="en-US">
              <a:latin typeface="Arial" charset="0"/>
            </a:endParaRPr>
          </a:p>
        </p:txBody>
      </p:sp>
      <p:sp>
        <p:nvSpPr>
          <p:cNvPr id="17417" name="TextBox 3">
            <a:extLst>
              <a:ext uri="{FF2B5EF4-FFF2-40B4-BE49-F238E27FC236}">
                <a16:creationId xmlns:a16="http://schemas.microsoft.com/office/drawing/2014/main" id="{9FE2849B-2BF1-46D8-A1D8-826DEB854CC6}"/>
              </a:ext>
            </a:extLst>
          </p:cNvPr>
          <p:cNvSpPr txBox="1">
            <a:spLocks noChangeArrowheads="1"/>
          </p:cNvSpPr>
          <p:nvPr/>
        </p:nvSpPr>
        <p:spPr bwMode="auto">
          <a:xfrm>
            <a:off x="3124200" y="857250"/>
            <a:ext cx="304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t>2</a:t>
            </a:r>
          </a:p>
        </p:txBody>
      </p:sp>
      <p:sp>
        <p:nvSpPr>
          <p:cNvPr id="17418" name="TextBox 9">
            <a:extLst>
              <a:ext uri="{FF2B5EF4-FFF2-40B4-BE49-F238E27FC236}">
                <a16:creationId xmlns:a16="http://schemas.microsoft.com/office/drawing/2014/main" id="{C891DD59-6C3E-46FF-B7A8-51143928162E}"/>
              </a:ext>
            </a:extLst>
          </p:cNvPr>
          <p:cNvSpPr txBox="1">
            <a:spLocks noChangeArrowheads="1"/>
          </p:cNvSpPr>
          <p:nvPr/>
        </p:nvSpPr>
        <p:spPr bwMode="auto">
          <a:xfrm>
            <a:off x="6591300" y="2543175"/>
            <a:ext cx="304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t>4</a:t>
            </a:r>
          </a:p>
        </p:txBody>
      </p:sp>
      <p:sp>
        <p:nvSpPr>
          <p:cNvPr id="4" name="TextBox 3">
            <a:extLst>
              <a:ext uri="{FF2B5EF4-FFF2-40B4-BE49-F238E27FC236}">
                <a16:creationId xmlns:a16="http://schemas.microsoft.com/office/drawing/2014/main" id="{DD68AA14-F662-438D-8068-797194254489}"/>
              </a:ext>
            </a:extLst>
          </p:cNvPr>
          <p:cNvSpPr txBox="1"/>
          <p:nvPr/>
        </p:nvSpPr>
        <p:spPr>
          <a:xfrm>
            <a:off x="4828952" y="2324063"/>
            <a:ext cx="304800" cy="461665"/>
          </a:xfrm>
          <a:prstGeom prst="rect">
            <a:avLst/>
          </a:prstGeom>
          <a:noFill/>
        </p:spPr>
        <p:txBody>
          <a:bodyPr wrap="square" rtlCol="0">
            <a:spAutoFit/>
          </a:bodyPr>
          <a:lstStyle/>
          <a:p>
            <a:r>
              <a:rPr lang="en-US" sz="2400" dirty="0"/>
              <a:t>+</a:t>
            </a:r>
          </a:p>
        </p:txBody>
      </p:sp>
      <p:sp>
        <p:nvSpPr>
          <p:cNvPr id="12" name="TextBox 11">
            <a:extLst>
              <a:ext uri="{FF2B5EF4-FFF2-40B4-BE49-F238E27FC236}">
                <a16:creationId xmlns:a16="http://schemas.microsoft.com/office/drawing/2014/main" id="{4A6346A0-D36B-4B11-BB6C-309966402886}"/>
              </a:ext>
            </a:extLst>
          </p:cNvPr>
          <p:cNvSpPr txBox="1"/>
          <p:nvPr/>
        </p:nvSpPr>
        <p:spPr>
          <a:xfrm>
            <a:off x="4832499" y="2884961"/>
            <a:ext cx="304800" cy="461665"/>
          </a:xfrm>
          <a:prstGeom prst="rect">
            <a:avLst/>
          </a:prstGeom>
          <a:noFill/>
        </p:spPr>
        <p:txBody>
          <a:bodyPr wrap="square" rtlCol="0">
            <a:spAutoFit/>
          </a:bodyPr>
          <a:lstStyle/>
          <a:p>
            <a:r>
              <a:rPr lang="en-US" sz="2400" dirty="0"/>
              <a:t>+</a:t>
            </a:r>
          </a:p>
        </p:txBody>
      </p:sp>
      <p:sp>
        <p:nvSpPr>
          <p:cNvPr id="13" name="TextBox 12">
            <a:extLst>
              <a:ext uri="{FF2B5EF4-FFF2-40B4-BE49-F238E27FC236}">
                <a16:creationId xmlns:a16="http://schemas.microsoft.com/office/drawing/2014/main" id="{530D27ED-1032-447D-80F5-8F5763F38D43}"/>
              </a:ext>
            </a:extLst>
          </p:cNvPr>
          <p:cNvSpPr txBox="1"/>
          <p:nvPr/>
        </p:nvSpPr>
        <p:spPr>
          <a:xfrm>
            <a:off x="3141931" y="3550349"/>
            <a:ext cx="304800" cy="461665"/>
          </a:xfrm>
          <a:prstGeom prst="rect">
            <a:avLst/>
          </a:prstGeom>
          <a:noFill/>
        </p:spPr>
        <p:txBody>
          <a:bodyPr wrap="square" rtlCol="0">
            <a:spAutoFit/>
          </a:bodyPr>
          <a:lstStyle/>
          <a:p>
            <a:r>
              <a:rPr lang="en-US" sz="2400" dirty="0"/>
              <a:t>+</a:t>
            </a:r>
          </a:p>
        </p:txBody>
      </p:sp>
      <p:sp>
        <p:nvSpPr>
          <p:cNvPr id="14" name="TextBox 13">
            <a:extLst>
              <a:ext uri="{FF2B5EF4-FFF2-40B4-BE49-F238E27FC236}">
                <a16:creationId xmlns:a16="http://schemas.microsoft.com/office/drawing/2014/main" id="{B095D212-641A-4660-B5E2-61071E12D9CE}"/>
              </a:ext>
            </a:extLst>
          </p:cNvPr>
          <p:cNvSpPr txBox="1"/>
          <p:nvPr/>
        </p:nvSpPr>
        <p:spPr>
          <a:xfrm>
            <a:off x="4052778" y="2348024"/>
            <a:ext cx="304800" cy="461665"/>
          </a:xfrm>
          <a:prstGeom prst="rect">
            <a:avLst/>
          </a:prstGeom>
          <a:noFill/>
        </p:spPr>
        <p:txBody>
          <a:bodyPr wrap="square" rtlCol="0">
            <a:spAutoFit/>
          </a:bodyPr>
          <a:lstStyle/>
          <a:p>
            <a:r>
              <a:rPr lang="en-US" sz="2400" dirty="0"/>
              <a:t>.</a:t>
            </a:r>
          </a:p>
        </p:txBody>
      </p:sp>
      <p:sp>
        <p:nvSpPr>
          <p:cNvPr id="15" name="TextBox 14">
            <a:extLst>
              <a:ext uri="{FF2B5EF4-FFF2-40B4-BE49-F238E27FC236}">
                <a16:creationId xmlns:a16="http://schemas.microsoft.com/office/drawing/2014/main" id="{46A21BD0-E779-4038-9BCB-61F6F9B89CC2}"/>
              </a:ext>
            </a:extLst>
          </p:cNvPr>
          <p:cNvSpPr txBox="1"/>
          <p:nvPr/>
        </p:nvSpPr>
        <p:spPr>
          <a:xfrm>
            <a:off x="4052776" y="3359888"/>
            <a:ext cx="304800" cy="461665"/>
          </a:xfrm>
          <a:prstGeom prst="rect">
            <a:avLst/>
          </a:prstGeom>
          <a:noFill/>
        </p:spPr>
        <p:txBody>
          <a:bodyPr wrap="square" rtlCol="0">
            <a:spAutoFit/>
          </a:bodyPr>
          <a:lstStyle/>
          <a:p>
            <a:r>
              <a:rPr lang="en-US" sz="2400" dirty="0"/>
              <a:t>.</a:t>
            </a:r>
          </a:p>
        </p:txBody>
      </p:sp>
      <p:sp>
        <p:nvSpPr>
          <p:cNvPr id="16" name="TextBox 15">
            <a:extLst>
              <a:ext uri="{FF2B5EF4-FFF2-40B4-BE49-F238E27FC236}">
                <a16:creationId xmlns:a16="http://schemas.microsoft.com/office/drawing/2014/main" id="{17BE706A-58E7-48D0-829D-D925FD40DF63}"/>
              </a:ext>
            </a:extLst>
          </p:cNvPr>
          <p:cNvSpPr txBox="1"/>
          <p:nvPr/>
        </p:nvSpPr>
        <p:spPr>
          <a:xfrm>
            <a:off x="4919328" y="1594891"/>
            <a:ext cx="304800" cy="461665"/>
          </a:xfrm>
          <a:prstGeom prst="rect">
            <a:avLst/>
          </a:prstGeom>
          <a:noFill/>
        </p:spPr>
        <p:txBody>
          <a:bodyPr wrap="square" rtlCol="0">
            <a:spAutoFit/>
          </a:bodyPr>
          <a:lstStyle/>
          <a:p>
            <a:r>
              <a:rPr lang="en-US" sz="24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a:extLst>
              <a:ext uri="{FF2B5EF4-FFF2-40B4-BE49-F238E27FC236}">
                <a16:creationId xmlns:a16="http://schemas.microsoft.com/office/drawing/2014/main" id="{D9A886B0-DD8E-4055-B937-358F82A6F056}"/>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5F6D68E4-B7AB-4390-9CC7-FFE98BC6EC2E}" type="slidenum">
              <a:rPr lang="en-AU" altLang="en-US" sz="1400" smtClean="0">
                <a:latin typeface="Arial" panose="020B0604020202020204" pitchFamily="34" charset="0"/>
              </a:rPr>
              <a:pPr algn="l">
                <a:spcBef>
                  <a:spcPct val="0"/>
                </a:spcBef>
                <a:buFontTx/>
                <a:buNone/>
              </a:pPr>
              <a:t>14</a:t>
            </a:fld>
            <a:endParaRPr lang="en-AU" altLang="en-US" sz="1400">
              <a:latin typeface="Arial" panose="020B0604020202020204" pitchFamily="34" charset="0"/>
            </a:endParaRPr>
          </a:p>
        </p:txBody>
      </p:sp>
      <p:pic>
        <p:nvPicPr>
          <p:cNvPr id="15363" name="Picture 5" descr="f04-17-P374493">
            <a:extLst>
              <a:ext uri="{FF2B5EF4-FFF2-40B4-BE49-F238E27FC236}">
                <a16:creationId xmlns:a16="http://schemas.microsoft.com/office/drawing/2014/main" id="{8771E28F-55A2-4D3E-982A-CF3DA62776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013" y="1206500"/>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4">
            <a:extLst>
              <a:ext uri="{FF2B5EF4-FFF2-40B4-BE49-F238E27FC236}">
                <a16:creationId xmlns:a16="http://schemas.microsoft.com/office/drawing/2014/main" id="{9B52F44B-9E1E-4AB0-AEEA-10502227F47F}"/>
              </a:ext>
            </a:extLst>
          </p:cNvPr>
          <p:cNvSpPr>
            <a:spLocks noGrp="1"/>
          </p:cNvSpPr>
          <p:nvPr>
            <p:ph type="title"/>
          </p:nvPr>
        </p:nvSpPr>
        <p:spPr/>
        <p:txBody>
          <a:bodyPr/>
          <a:lstStyle/>
          <a:p>
            <a:pPr eaLnBrk="1" hangingPunct="1"/>
            <a:r>
              <a:rPr lang="en-AU" altLang="en-US"/>
              <a:t>Datapath With Control</a:t>
            </a:r>
          </a:p>
        </p:txBody>
      </p:sp>
      <p:sp>
        <p:nvSpPr>
          <p:cNvPr id="4102" name="Rectangle 4">
            <a:extLst>
              <a:ext uri="{FF2B5EF4-FFF2-40B4-BE49-F238E27FC236}">
                <a16:creationId xmlns:a16="http://schemas.microsoft.com/office/drawing/2014/main" id="{269493EE-011D-4973-A400-5BF78D731665}"/>
              </a:ext>
            </a:extLst>
          </p:cNvPr>
          <p:cNvSpPr>
            <a:spLocks noChangeArrowheads="1"/>
          </p:cNvSpPr>
          <p:nvPr/>
        </p:nvSpPr>
        <p:spPr bwMode="auto">
          <a:xfrm>
            <a:off x="5256213" y="5248275"/>
            <a:ext cx="603250" cy="890588"/>
          </a:xfrm>
          <a:prstGeom prst="rect">
            <a:avLst/>
          </a:prstGeom>
          <a:solidFill>
            <a:schemeClr val="accent1">
              <a:alpha val="50195"/>
            </a:schemeClr>
          </a:solidFill>
          <a:ln w="9525" algn="ctr">
            <a:solidFill>
              <a:schemeClr val="tx1"/>
            </a:solidFill>
            <a:round/>
            <a:headEnd/>
            <a:tailEnd/>
          </a:ln>
        </p:spPr>
        <p:txBody>
          <a:bodyPr anchor="ctr"/>
          <a:lstStyle/>
          <a:p>
            <a:pPr algn="ctr"/>
            <a:endParaRPr lang="en-US" altLang="en-US" sz="1600"/>
          </a:p>
        </p:txBody>
      </p:sp>
      <p:sp>
        <p:nvSpPr>
          <p:cNvPr id="15366" name="TextBox 1">
            <a:extLst>
              <a:ext uri="{FF2B5EF4-FFF2-40B4-BE49-F238E27FC236}">
                <a16:creationId xmlns:a16="http://schemas.microsoft.com/office/drawing/2014/main" id="{7CB2784F-0889-436F-975C-A2C56B80EF9A}"/>
              </a:ext>
            </a:extLst>
          </p:cNvPr>
          <p:cNvSpPr txBox="1">
            <a:spLocks noChangeArrowheads="1"/>
          </p:cNvSpPr>
          <p:nvPr/>
        </p:nvSpPr>
        <p:spPr bwMode="auto">
          <a:xfrm>
            <a:off x="4814888" y="3527425"/>
            <a:ext cx="28733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2</a:t>
            </a:r>
          </a:p>
        </p:txBody>
      </p:sp>
      <p:sp>
        <p:nvSpPr>
          <p:cNvPr id="15367" name="TextBox 7">
            <a:extLst>
              <a:ext uri="{FF2B5EF4-FFF2-40B4-BE49-F238E27FC236}">
                <a16:creationId xmlns:a16="http://schemas.microsoft.com/office/drawing/2014/main" id="{A387C545-8620-47F2-BD65-3E9250CC73DF}"/>
              </a:ext>
            </a:extLst>
          </p:cNvPr>
          <p:cNvSpPr txBox="1">
            <a:spLocks noChangeArrowheads="1"/>
          </p:cNvSpPr>
          <p:nvPr/>
        </p:nvSpPr>
        <p:spPr bwMode="auto">
          <a:xfrm>
            <a:off x="5710238" y="4940300"/>
            <a:ext cx="2889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dirty="0">
                <a:latin typeface="Arial" panose="020B0604020202020204" pitchFamily="34" charset="0"/>
              </a:rPr>
              <a:t>4</a:t>
            </a:r>
          </a:p>
        </p:txBody>
      </p:sp>
      <p:sp>
        <p:nvSpPr>
          <p:cNvPr id="15368" name="TextBox 1">
            <a:extLst>
              <a:ext uri="{FF2B5EF4-FFF2-40B4-BE49-F238E27FC236}">
                <a16:creationId xmlns:a16="http://schemas.microsoft.com/office/drawing/2014/main" id="{6E6679B8-1877-43BD-A333-C3EDC4D40387}"/>
              </a:ext>
            </a:extLst>
          </p:cNvPr>
          <p:cNvSpPr txBox="1">
            <a:spLocks noChangeArrowheads="1"/>
          </p:cNvSpPr>
          <p:nvPr/>
        </p:nvSpPr>
        <p:spPr bwMode="auto">
          <a:xfrm>
            <a:off x="5478463" y="6107113"/>
            <a:ext cx="28733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2</a:t>
            </a:r>
          </a:p>
        </p:txBody>
      </p:sp>
      <p:sp>
        <p:nvSpPr>
          <p:cNvPr id="15369" name="Rectangle 4">
            <a:extLst>
              <a:ext uri="{FF2B5EF4-FFF2-40B4-BE49-F238E27FC236}">
                <a16:creationId xmlns:a16="http://schemas.microsoft.com/office/drawing/2014/main" id="{B7B77CBB-F290-484F-9DFD-35D7AD10D11C}"/>
              </a:ext>
            </a:extLst>
          </p:cNvPr>
          <p:cNvSpPr>
            <a:spLocks noChangeArrowheads="1"/>
          </p:cNvSpPr>
          <p:nvPr/>
        </p:nvSpPr>
        <p:spPr bwMode="auto">
          <a:xfrm>
            <a:off x="3448050" y="2438400"/>
            <a:ext cx="792163" cy="1320800"/>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endParaRPr lang="en-US" altLang="en-US">
              <a:latin typeface="Arial" charset="0"/>
            </a:endParaRPr>
          </a:p>
        </p:txBody>
      </p:sp>
      <p:sp>
        <p:nvSpPr>
          <p:cNvPr id="10" name="TextBox 1">
            <a:extLst>
              <a:ext uri="{FF2B5EF4-FFF2-40B4-BE49-F238E27FC236}">
                <a16:creationId xmlns:a16="http://schemas.microsoft.com/office/drawing/2014/main" id="{E95041D6-5936-4437-B738-2C3EC017A833}"/>
              </a:ext>
            </a:extLst>
          </p:cNvPr>
          <p:cNvSpPr txBox="1">
            <a:spLocks noChangeArrowheads="1"/>
          </p:cNvSpPr>
          <p:nvPr/>
        </p:nvSpPr>
        <p:spPr bwMode="auto">
          <a:xfrm>
            <a:off x="4959927" y="5825750"/>
            <a:ext cx="28733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dirty="0">
                <a:latin typeface="Arial" panose="020B0604020202020204" pitchFamily="34" charset="0"/>
              </a:rPr>
              <a:t>6</a:t>
            </a:r>
          </a:p>
        </p:txBody>
      </p:sp>
    </p:spTree>
    <p:extLst>
      <p:ext uri="{BB962C8B-B14F-4D97-AF65-F5344CB8AC3E}">
        <p14:creationId xmlns:p14="http://schemas.microsoft.com/office/powerpoint/2010/main" val="3077430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163BFCE-40E6-4B8B-95F6-2F9311FBA584}"/>
              </a:ext>
            </a:extLst>
          </p:cNvPr>
          <p:cNvSpPr>
            <a:spLocks noGrp="1"/>
          </p:cNvSpPr>
          <p:nvPr>
            <p:ph type="title"/>
          </p:nvPr>
        </p:nvSpPr>
        <p:spPr/>
        <p:txBody>
          <a:bodyPr/>
          <a:lstStyle/>
          <a:p>
            <a:pPr eaLnBrk="1" hangingPunct="1"/>
            <a:r>
              <a:rPr lang="en-US" altLang="en-US"/>
              <a:t>The Main Control Unit</a:t>
            </a:r>
            <a:endParaRPr lang="en-AU" altLang="en-US"/>
          </a:p>
        </p:txBody>
      </p:sp>
      <p:sp>
        <p:nvSpPr>
          <p:cNvPr id="18435" name="Rectangle 3">
            <a:extLst>
              <a:ext uri="{FF2B5EF4-FFF2-40B4-BE49-F238E27FC236}">
                <a16:creationId xmlns:a16="http://schemas.microsoft.com/office/drawing/2014/main" id="{BE3B8E75-E33B-4A6A-B837-21DA7C58CB36}"/>
              </a:ext>
            </a:extLst>
          </p:cNvPr>
          <p:cNvSpPr>
            <a:spLocks noGrp="1"/>
          </p:cNvSpPr>
          <p:nvPr>
            <p:ph type="body" idx="1"/>
          </p:nvPr>
        </p:nvSpPr>
        <p:spPr>
          <a:xfrm>
            <a:off x="684213" y="1125538"/>
            <a:ext cx="8270875" cy="690562"/>
          </a:xfrm>
        </p:spPr>
        <p:txBody>
          <a:bodyPr/>
          <a:lstStyle/>
          <a:p>
            <a:pPr eaLnBrk="1" hangingPunct="1"/>
            <a:r>
              <a:rPr lang="en-US" altLang="en-US"/>
              <a:t>Control signals derived from instruction</a:t>
            </a:r>
            <a:endParaRPr lang="en-AU" altLang="en-US"/>
          </a:p>
        </p:txBody>
      </p:sp>
      <p:grpSp>
        <p:nvGrpSpPr>
          <p:cNvPr id="18436" name="Group 4">
            <a:extLst>
              <a:ext uri="{FF2B5EF4-FFF2-40B4-BE49-F238E27FC236}">
                <a16:creationId xmlns:a16="http://schemas.microsoft.com/office/drawing/2014/main" id="{2D5F91B1-C191-458D-A760-CB778203AEB4}"/>
              </a:ext>
            </a:extLst>
          </p:cNvPr>
          <p:cNvGrpSpPr>
            <a:grpSpLocks/>
          </p:cNvGrpSpPr>
          <p:nvPr/>
        </p:nvGrpSpPr>
        <p:grpSpPr bwMode="auto">
          <a:xfrm>
            <a:off x="1619250" y="3993036"/>
            <a:ext cx="6913563" cy="773113"/>
            <a:chOff x="703" y="981"/>
            <a:chExt cx="4355" cy="487"/>
          </a:xfrm>
        </p:grpSpPr>
        <p:sp>
          <p:nvSpPr>
            <p:cNvPr id="18464" name="Text Box 5">
              <a:extLst>
                <a:ext uri="{FF2B5EF4-FFF2-40B4-BE49-F238E27FC236}">
                  <a16:creationId xmlns:a16="http://schemas.microsoft.com/office/drawing/2014/main" id="{F539408B-EBBD-49BE-849F-CF57A08B7265}"/>
                </a:ext>
              </a:extLst>
            </p:cNvPr>
            <p:cNvSpPr txBox="1">
              <a:spLocks noChangeArrowheads="1"/>
            </p:cNvSpPr>
            <p:nvPr/>
          </p:nvSpPr>
          <p:spPr bwMode="auto">
            <a:xfrm>
              <a:off x="703"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0</a:t>
              </a:r>
              <a:endParaRPr lang="en-AU" altLang="en-US" sz="2000">
                <a:latin typeface="Arial" panose="020B0604020202020204" pitchFamily="34" charset="0"/>
              </a:endParaRPr>
            </a:p>
          </p:txBody>
        </p:sp>
        <p:sp>
          <p:nvSpPr>
            <p:cNvPr id="18465" name="Text Box 6">
              <a:extLst>
                <a:ext uri="{FF2B5EF4-FFF2-40B4-BE49-F238E27FC236}">
                  <a16:creationId xmlns:a16="http://schemas.microsoft.com/office/drawing/2014/main" id="{84699923-CE39-4245-AC50-9204F2D8D8D3}"/>
                </a:ext>
              </a:extLst>
            </p:cNvPr>
            <p:cNvSpPr txBox="1">
              <a:spLocks noChangeArrowheads="1"/>
            </p:cNvSpPr>
            <p:nvPr/>
          </p:nvSpPr>
          <p:spPr bwMode="auto">
            <a:xfrm>
              <a:off x="152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rs</a:t>
              </a:r>
              <a:endParaRPr lang="en-AU" altLang="en-US" sz="2000">
                <a:latin typeface="Arial" panose="020B0604020202020204" pitchFamily="34" charset="0"/>
              </a:endParaRPr>
            </a:p>
          </p:txBody>
        </p:sp>
        <p:sp>
          <p:nvSpPr>
            <p:cNvPr id="18466" name="Text Box 7">
              <a:extLst>
                <a:ext uri="{FF2B5EF4-FFF2-40B4-BE49-F238E27FC236}">
                  <a16:creationId xmlns:a16="http://schemas.microsoft.com/office/drawing/2014/main" id="{27E9D860-9E99-4D2A-A40B-BEC54065D5E2}"/>
                </a:ext>
              </a:extLst>
            </p:cNvPr>
            <p:cNvSpPr txBox="1">
              <a:spLocks noChangeArrowheads="1"/>
            </p:cNvSpPr>
            <p:nvPr/>
          </p:nvSpPr>
          <p:spPr bwMode="auto">
            <a:xfrm>
              <a:off x="220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rt</a:t>
              </a:r>
              <a:endParaRPr lang="en-AU" altLang="en-US" sz="2000">
                <a:latin typeface="Arial" panose="020B0604020202020204" pitchFamily="34" charset="0"/>
              </a:endParaRPr>
            </a:p>
          </p:txBody>
        </p:sp>
        <p:sp>
          <p:nvSpPr>
            <p:cNvPr id="18467" name="Text Box 8">
              <a:extLst>
                <a:ext uri="{FF2B5EF4-FFF2-40B4-BE49-F238E27FC236}">
                  <a16:creationId xmlns:a16="http://schemas.microsoft.com/office/drawing/2014/main" id="{A36F975E-C0CA-4153-A734-092925FE4B06}"/>
                </a:ext>
              </a:extLst>
            </p:cNvPr>
            <p:cNvSpPr txBox="1">
              <a:spLocks noChangeArrowheads="1"/>
            </p:cNvSpPr>
            <p:nvPr/>
          </p:nvSpPr>
          <p:spPr bwMode="auto">
            <a:xfrm>
              <a:off x="288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rd</a:t>
              </a:r>
              <a:endParaRPr lang="en-AU" altLang="en-US" sz="2000">
                <a:latin typeface="Arial" panose="020B0604020202020204" pitchFamily="34" charset="0"/>
              </a:endParaRPr>
            </a:p>
          </p:txBody>
        </p:sp>
        <p:sp>
          <p:nvSpPr>
            <p:cNvPr id="18468" name="Text Box 9">
              <a:extLst>
                <a:ext uri="{FF2B5EF4-FFF2-40B4-BE49-F238E27FC236}">
                  <a16:creationId xmlns:a16="http://schemas.microsoft.com/office/drawing/2014/main" id="{0957F82A-14EC-4E87-98B8-036A40EB2317}"/>
                </a:ext>
              </a:extLst>
            </p:cNvPr>
            <p:cNvSpPr txBox="1">
              <a:spLocks noChangeArrowheads="1"/>
            </p:cNvSpPr>
            <p:nvPr/>
          </p:nvSpPr>
          <p:spPr bwMode="auto">
            <a:xfrm>
              <a:off x="356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shamt</a:t>
              </a:r>
              <a:endParaRPr lang="en-AU" altLang="en-US" sz="2000">
                <a:latin typeface="Arial" panose="020B0604020202020204" pitchFamily="34" charset="0"/>
              </a:endParaRPr>
            </a:p>
          </p:txBody>
        </p:sp>
        <p:sp>
          <p:nvSpPr>
            <p:cNvPr id="18469" name="Text Box 10">
              <a:extLst>
                <a:ext uri="{FF2B5EF4-FFF2-40B4-BE49-F238E27FC236}">
                  <a16:creationId xmlns:a16="http://schemas.microsoft.com/office/drawing/2014/main" id="{DAE5C6CB-7CA0-4DAE-AD62-0E613D8DA3DE}"/>
                </a:ext>
              </a:extLst>
            </p:cNvPr>
            <p:cNvSpPr txBox="1">
              <a:spLocks noChangeArrowheads="1"/>
            </p:cNvSpPr>
            <p:nvPr/>
          </p:nvSpPr>
          <p:spPr bwMode="auto">
            <a:xfrm>
              <a:off x="4241"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funct</a:t>
              </a:r>
              <a:endParaRPr lang="en-AU" altLang="en-US" sz="2000">
                <a:latin typeface="Arial" panose="020B0604020202020204" pitchFamily="34" charset="0"/>
              </a:endParaRPr>
            </a:p>
          </p:txBody>
        </p:sp>
        <p:sp>
          <p:nvSpPr>
            <p:cNvPr id="18470" name="Text Box 11">
              <a:extLst>
                <a:ext uri="{FF2B5EF4-FFF2-40B4-BE49-F238E27FC236}">
                  <a16:creationId xmlns:a16="http://schemas.microsoft.com/office/drawing/2014/main" id="{9F52EC55-3C0D-4789-AC1A-183510D1538D}"/>
                </a:ext>
              </a:extLst>
            </p:cNvPr>
            <p:cNvSpPr txBox="1">
              <a:spLocks noChangeArrowheads="1"/>
            </p:cNvSpPr>
            <p:nvPr/>
          </p:nvSpPr>
          <p:spPr bwMode="auto">
            <a:xfrm>
              <a:off x="879"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31:26</a:t>
              </a:r>
              <a:endParaRPr lang="en-AU" altLang="en-US" sz="1600">
                <a:latin typeface="Arial" panose="020B0604020202020204" pitchFamily="34" charset="0"/>
              </a:endParaRPr>
            </a:p>
          </p:txBody>
        </p:sp>
        <p:sp>
          <p:nvSpPr>
            <p:cNvPr id="18471" name="Text Box 12">
              <a:extLst>
                <a:ext uri="{FF2B5EF4-FFF2-40B4-BE49-F238E27FC236}">
                  <a16:creationId xmlns:a16="http://schemas.microsoft.com/office/drawing/2014/main" id="{26003A79-3EAD-40E6-B572-15D0135E72B9}"/>
                </a:ext>
              </a:extLst>
            </p:cNvPr>
            <p:cNvSpPr txBox="1">
              <a:spLocks noChangeArrowheads="1"/>
            </p:cNvSpPr>
            <p:nvPr/>
          </p:nvSpPr>
          <p:spPr bwMode="auto">
            <a:xfrm>
              <a:off x="4488" y="1256"/>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5:0</a:t>
              </a:r>
              <a:endParaRPr lang="en-AU" altLang="en-US" sz="1600">
                <a:latin typeface="Arial" panose="020B0604020202020204" pitchFamily="34" charset="0"/>
              </a:endParaRPr>
            </a:p>
          </p:txBody>
        </p:sp>
        <p:sp>
          <p:nvSpPr>
            <p:cNvPr id="18472" name="Text Box 13">
              <a:extLst>
                <a:ext uri="{FF2B5EF4-FFF2-40B4-BE49-F238E27FC236}">
                  <a16:creationId xmlns:a16="http://schemas.microsoft.com/office/drawing/2014/main" id="{2F4B115C-9FFE-4474-9490-1E1EB19AB5DD}"/>
                </a:ext>
              </a:extLst>
            </p:cNvPr>
            <p:cNvSpPr txBox="1">
              <a:spLocks noChangeArrowheads="1"/>
            </p:cNvSpPr>
            <p:nvPr/>
          </p:nvSpPr>
          <p:spPr bwMode="auto">
            <a:xfrm>
              <a:off x="165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25:21</a:t>
              </a:r>
              <a:endParaRPr lang="en-AU" altLang="en-US" sz="1600">
                <a:latin typeface="Arial" panose="020B0604020202020204" pitchFamily="34" charset="0"/>
              </a:endParaRPr>
            </a:p>
          </p:txBody>
        </p:sp>
        <p:sp>
          <p:nvSpPr>
            <p:cNvPr id="18473" name="Text Box 14">
              <a:extLst>
                <a:ext uri="{FF2B5EF4-FFF2-40B4-BE49-F238E27FC236}">
                  <a16:creationId xmlns:a16="http://schemas.microsoft.com/office/drawing/2014/main" id="{BE4DD28B-4FF7-45D6-8B8F-9F7553FBF437}"/>
                </a:ext>
              </a:extLst>
            </p:cNvPr>
            <p:cNvSpPr txBox="1">
              <a:spLocks noChangeArrowheads="1"/>
            </p:cNvSpPr>
            <p:nvPr/>
          </p:nvSpPr>
          <p:spPr bwMode="auto">
            <a:xfrm>
              <a:off x="23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20:16</a:t>
              </a:r>
              <a:endParaRPr lang="en-AU" altLang="en-US" sz="1600">
                <a:latin typeface="Arial" panose="020B0604020202020204" pitchFamily="34" charset="0"/>
              </a:endParaRPr>
            </a:p>
          </p:txBody>
        </p:sp>
        <p:sp>
          <p:nvSpPr>
            <p:cNvPr id="18474" name="Text Box 15">
              <a:extLst>
                <a:ext uri="{FF2B5EF4-FFF2-40B4-BE49-F238E27FC236}">
                  <a16:creationId xmlns:a16="http://schemas.microsoft.com/office/drawing/2014/main" id="{9AE00A24-2B7D-4B0E-A052-71F739AE9342}"/>
                </a:ext>
              </a:extLst>
            </p:cNvPr>
            <p:cNvSpPr txBox="1">
              <a:spLocks noChangeArrowheads="1"/>
            </p:cNvSpPr>
            <p:nvPr/>
          </p:nvSpPr>
          <p:spPr bwMode="auto">
            <a:xfrm>
              <a:off x="301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15:11</a:t>
              </a:r>
              <a:endParaRPr lang="en-AU" altLang="en-US" sz="1600">
                <a:latin typeface="Arial" panose="020B0604020202020204" pitchFamily="34" charset="0"/>
              </a:endParaRPr>
            </a:p>
          </p:txBody>
        </p:sp>
        <p:sp>
          <p:nvSpPr>
            <p:cNvPr id="18475" name="Text Box 16">
              <a:extLst>
                <a:ext uri="{FF2B5EF4-FFF2-40B4-BE49-F238E27FC236}">
                  <a16:creationId xmlns:a16="http://schemas.microsoft.com/office/drawing/2014/main" id="{C49E3E3C-642E-4E67-BF16-D0924645F7FB}"/>
                </a:ext>
              </a:extLst>
            </p:cNvPr>
            <p:cNvSpPr txBox="1">
              <a:spLocks noChangeArrowheads="1"/>
            </p:cNvSpPr>
            <p:nvPr/>
          </p:nvSpPr>
          <p:spPr bwMode="auto">
            <a:xfrm>
              <a:off x="3727"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10:6</a:t>
              </a:r>
              <a:endParaRPr lang="en-AU" altLang="en-US" sz="1600">
                <a:latin typeface="Arial" panose="020B0604020202020204" pitchFamily="34" charset="0"/>
              </a:endParaRPr>
            </a:p>
          </p:txBody>
        </p:sp>
      </p:grpSp>
      <p:grpSp>
        <p:nvGrpSpPr>
          <p:cNvPr id="18437" name="Group 17">
            <a:extLst>
              <a:ext uri="{FF2B5EF4-FFF2-40B4-BE49-F238E27FC236}">
                <a16:creationId xmlns:a16="http://schemas.microsoft.com/office/drawing/2014/main" id="{F8284288-70F0-4C6C-AAD7-4A3AF921CA64}"/>
              </a:ext>
            </a:extLst>
          </p:cNvPr>
          <p:cNvGrpSpPr>
            <a:grpSpLocks/>
          </p:cNvGrpSpPr>
          <p:nvPr/>
        </p:nvGrpSpPr>
        <p:grpSpPr bwMode="auto">
          <a:xfrm>
            <a:off x="1619250" y="2045188"/>
            <a:ext cx="6913563" cy="773112"/>
            <a:chOff x="884" y="981"/>
            <a:chExt cx="4355" cy="487"/>
          </a:xfrm>
        </p:grpSpPr>
        <p:sp>
          <p:nvSpPr>
            <p:cNvPr id="18456" name="Text Box 18">
              <a:extLst>
                <a:ext uri="{FF2B5EF4-FFF2-40B4-BE49-F238E27FC236}">
                  <a16:creationId xmlns:a16="http://schemas.microsoft.com/office/drawing/2014/main" id="{F088174D-29C9-40FA-B326-75E06E0F8B29}"/>
                </a:ext>
              </a:extLst>
            </p:cNvPr>
            <p:cNvSpPr txBox="1">
              <a:spLocks noChangeArrowheads="1"/>
            </p:cNvSpPr>
            <p:nvPr/>
          </p:nvSpPr>
          <p:spPr bwMode="auto">
            <a:xfrm>
              <a:off x="884"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35 or 43</a:t>
              </a:r>
              <a:endParaRPr lang="en-AU" altLang="en-US" sz="2000">
                <a:latin typeface="Arial" panose="020B0604020202020204" pitchFamily="34" charset="0"/>
              </a:endParaRPr>
            </a:p>
          </p:txBody>
        </p:sp>
        <p:sp>
          <p:nvSpPr>
            <p:cNvPr id="18457" name="Text Box 19">
              <a:extLst>
                <a:ext uri="{FF2B5EF4-FFF2-40B4-BE49-F238E27FC236}">
                  <a16:creationId xmlns:a16="http://schemas.microsoft.com/office/drawing/2014/main" id="{5AA83A52-4560-4C18-8F69-D01136CA4A3D}"/>
                </a:ext>
              </a:extLst>
            </p:cNvPr>
            <p:cNvSpPr txBox="1">
              <a:spLocks noChangeArrowheads="1"/>
            </p:cNvSpPr>
            <p:nvPr/>
          </p:nvSpPr>
          <p:spPr bwMode="auto">
            <a:xfrm>
              <a:off x="170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rs</a:t>
              </a:r>
              <a:endParaRPr lang="en-AU" altLang="en-US" sz="2000">
                <a:latin typeface="Arial" panose="020B0604020202020204" pitchFamily="34" charset="0"/>
              </a:endParaRPr>
            </a:p>
          </p:txBody>
        </p:sp>
        <p:sp>
          <p:nvSpPr>
            <p:cNvPr id="18458" name="Text Box 20">
              <a:extLst>
                <a:ext uri="{FF2B5EF4-FFF2-40B4-BE49-F238E27FC236}">
                  <a16:creationId xmlns:a16="http://schemas.microsoft.com/office/drawing/2014/main" id="{DD0777B4-2F98-492E-8C5F-09CFDF086566}"/>
                </a:ext>
              </a:extLst>
            </p:cNvPr>
            <p:cNvSpPr txBox="1">
              <a:spLocks noChangeArrowheads="1"/>
            </p:cNvSpPr>
            <p:nvPr/>
          </p:nvSpPr>
          <p:spPr bwMode="auto">
            <a:xfrm>
              <a:off x="238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rt</a:t>
              </a:r>
              <a:endParaRPr lang="en-AU" altLang="en-US" sz="2000">
                <a:latin typeface="Arial" panose="020B0604020202020204" pitchFamily="34" charset="0"/>
              </a:endParaRPr>
            </a:p>
          </p:txBody>
        </p:sp>
        <p:sp>
          <p:nvSpPr>
            <p:cNvPr id="18459" name="Text Box 21">
              <a:extLst>
                <a:ext uri="{FF2B5EF4-FFF2-40B4-BE49-F238E27FC236}">
                  <a16:creationId xmlns:a16="http://schemas.microsoft.com/office/drawing/2014/main" id="{5EA502BC-BDD5-4A62-A112-34188E26EE64}"/>
                </a:ext>
              </a:extLst>
            </p:cNvPr>
            <p:cNvSpPr txBox="1">
              <a:spLocks noChangeArrowheads="1"/>
            </p:cNvSpPr>
            <p:nvPr/>
          </p:nvSpPr>
          <p:spPr bwMode="auto">
            <a:xfrm>
              <a:off x="3061" y="981"/>
              <a:ext cx="217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address</a:t>
              </a:r>
              <a:endParaRPr lang="en-AU" altLang="en-US" sz="2000">
                <a:latin typeface="Arial" panose="020B0604020202020204" pitchFamily="34" charset="0"/>
              </a:endParaRPr>
            </a:p>
          </p:txBody>
        </p:sp>
        <p:sp>
          <p:nvSpPr>
            <p:cNvPr id="18460" name="Text Box 22">
              <a:extLst>
                <a:ext uri="{FF2B5EF4-FFF2-40B4-BE49-F238E27FC236}">
                  <a16:creationId xmlns:a16="http://schemas.microsoft.com/office/drawing/2014/main" id="{06CAD7DF-8512-4398-8A87-573DDA506AB9}"/>
                </a:ext>
              </a:extLst>
            </p:cNvPr>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31:26</a:t>
              </a:r>
              <a:endParaRPr lang="en-AU" altLang="en-US" sz="1600">
                <a:latin typeface="Arial" panose="020B0604020202020204" pitchFamily="34" charset="0"/>
              </a:endParaRPr>
            </a:p>
          </p:txBody>
        </p:sp>
        <p:sp>
          <p:nvSpPr>
            <p:cNvPr id="18461" name="Text Box 23">
              <a:extLst>
                <a:ext uri="{FF2B5EF4-FFF2-40B4-BE49-F238E27FC236}">
                  <a16:creationId xmlns:a16="http://schemas.microsoft.com/office/drawing/2014/main" id="{97A416F0-E61F-49F9-AD91-86BB82BAB2CD}"/>
                </a:ext>
              </a:extLst>
            </p:cNvPr>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25:21</a:t>
              </a:r>
              <a:endParaRPr lang="en-AU" altLang="en-US" sz="1600">
                <a:latin typeface="Arial" panose="020B0604020202020204" pitchFamily="34" charset="0"/>
              </a:endParaRPr>
            </a:p>
          </p:txBody>
        </p:sp>
        <p:sp>
          <p:nvSpPr>
            <p:cNvPr id="18462" name="Text Box 24">
              <a:extLst>
                <a:ext uri="{FF2B5EF4-FFF2-40B4-BE49-F238E27FC236}">
                  <a16:creationId xmlns:a16="http://schemas.microsoft.com/office/drawing/2014/main" id="{33D3D5D8-B3C7-4D56-903D-F03C8607FDB8}"/>
                </a:ext>
              </a:extLst>
            </p:cNvPr>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20:16</a:t>
              </a:r>
              <a:endParaRPr lang="en-AU" altLang="en-US" sz="1600">
                <a:latin typeface="Arial" panose="020B0604020202020204" pitchFamily="34" charset="0"/>
              </a:endParaRPr>
            </a:p>
          </p:txBody>
        </p:sp>
        <p:sp>
          <p:nvSpPr>
            <p:cNvPr id="18463" name="Text Box 25">
              <a:extLst>
                <a:ext uri="{FF2B5EF4-FFF2-40B4-BE49-F238E27FC236}">
                  <a16:creationId xmlns:a16="http://schemas.microsoft.com/office/drawing/2014/main" id="{0CF2BD04-E6DD-4B3A-B74B-55F77343E276}"/>
                </a:ext>
              </a:extLst>
            </p:cNvPr>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15:0</a:t>
              </a:r>
              <a:endParaRPr lang="en-AU" altLang="en-US" sz="1600">
                <a:latin typeface="Arial" panose="020B0604020202020204" pitchFamily="34" charset="0"/>
              </a:endParaRPr>
            </a:p>
          </p:txBody>
        </p:sp>
      </p:grpSp>
      <p:grpSp>
        <p:nvGrpSpPr>
          <p:cNvPr id="18438" name="Group 26">
            <a:extLst>
              <a:ext uri="{FF2B5EF4-FFF2-40B4-BE49-F238E27FC236}">
                <a16:creationId xmlns:a16="http://schemas.microsoft.com/office/drawing/2014/main" id="{5A0709A5-124E-47CD-AD12-382DCB9CD994}"/>
              </a:ext>
            </a:extLst>
          </p:cNvPr>
          <p:cNvGrpSpPr>
            <a:grpSpLocks/>
          </p:cNvGrpSpPr>
          <p:nvPr/>
        </p:nvGrpSpPr>
        <p:grpSpPr bwMode="auto">
          <a:xfrm>
            <a:off x="1619250" y="3029438"/>
            <a:ext cx="6913563" cy="773112"/>
            <a:chOff x="884" y="981"/>
            <a:chExt cx="4355" cy="487"/>
          </a:xfrm>
        </p:grpSpPr>
        <p:sp>
          <p:nvSpPr>
            <p:cNvPr id="18448" name="Text Box 27">
              <a:extLst>
                <a:ext uri="{FF2B5EF4-FFF2-40B4-BE49-F238E27FC236}">
                  <a16:creationId xmlns:a16="http://schemas.microsoft.com/office/drawing/2014/main" id="{63F47EAD-E864-4C2E-8F3F-2688ECAB84BD}"/>
                </a:ext>
              </a:extLst>
            </p:cNvPr>
            <p:cNvSpPr txBox="1">
              <a:spLocks noChangeArrowheads="1"/>
            </p:cNvSpPr>
            <p:nvPr/>
          </p:nvSpPr>
          <p:spPr bwMode="auto">
            <a:xfrm>
              <a:off x="884"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4</a:t>
              </a:r>
              <a:endParaRPr lang="en-AU" altLang="en-US" sz="2000">
                <a:latin typeface="Arial" panose="020B0604020202020204" pitchFamily="34" charset="0"/>
              </a:endParaRPr>
            </a:p>
          </p:txBody>
        </p:sp>
        <p:sp>
          <p:nvSpPr>
            <p:cNvPr id="18449" name="Text Box 28">
              <a:extLst>
                <a:ext uri="{FF2B5EF4-FFF2-40B4-BE49-F238E27FC236}">
                  <a16:creationId xmlns:a16="http://schemas.microsoft.com/office/drawing/2014/main" id="{C4E4C2B0-F83B-4183-9FE1-1E8C43819EB7}"/>
                </a:ext>
              </a:extLst>
            </p:cNvPr>
            <p:cNvSpPr txBox="1">
              <a:spLocks noChangeArrowheads="1"/>
            </p:cNvSpPr>
            <p:nvPr/>
          </p:nvSpPr>
          <p:spPr bwMode="auto">
            <a:xfrm>
              <a:off x="170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rs</a:t>
              </a:r>
              <a:endParaRPr lang="en-AU" altLang="en-US" sz="2000">
                <a:latin typeface="Arial" panose="020B0604020202020204" pitchFamily="34" charset="0"/>
              </a:endParaRPr>
            </a:p>
          </p:txBody>
        </p:sp>
        <p:sp>
          <p:nvSpPr>
            <p:cNvPr id="18450" name="Text Box 29">
              <a:extLst>
                <a:ext uri="{FF2B5EF4-FFF2-40B4-BE49-F238E27FC236}">
                  <a16:creationId xmlns:a16="http://schemas.microsoft.com/office/drawing/2014/main" id="{2A8EA5BD-2B7F-450A-B538-917A3DBDAF5B}"/>
                </a:ext>
              </a:extLst>
            </p:cNvPr>
            <p:cNvSpPr txBox="1">
              <a:spLocks noChangeArrowheads="1"/>
            </p:cNvSpPr>
            <p:nvPr/>
          </p:nvSpPr>
          <p:spPr bwMode="auto">
            <a:xfrm>
              <a:off x="238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rt</a:t>
              </a:r>
              <a:endParaRPr lang="en-AU" altLang="en-US" sz="2000">
                <a:latin typeface="Arial" panose="020B0604020202020204" pitchFamily="34" charset="0"/>
              </a:endParaRPr>
            </a:p>
          </p:txBody>
        </p:sp>
        <p:sp>
          <p:nvSpPr>
            <p:cNvPr id="18451" name="Text Box 30">
              <a:extLst>
                <a:ext uri="{FF2B5EF4-FFF2-40B4-BE49-F238E27FC236}">
                  <a16:creationId xmlns:a16="http://schemas.microsoft.com/office/drawing/2014/main" id="{E00D9A8B-8A72-4470-8DFA-401D491BA7F2}"/>
                </a:ext>
              </a:extLst>
            </p:cNvPr>
            <p:cNvSpPr txBox="1">
              <a:spLocks noChangeArrowheads="1"/>
            </p:cNvSpPr>
            <p:nvPr/>
          </p:nvSpPr>
          <p:spPr bwMode="auto">
            <a:xfrm>
              <a:off x="3061" y="981"/>
              <a:ext cx="217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rPr>
                <a:t>address</a:t>
              </a:r>
              <a:endParaRPr lang="en-AU" altLang="en-US" sz="2000">
                <a:latin typeface="Arial" panose="020B0604020202020204" pitchFamily="34" charset="0"/>
              </a:endParaRPr>
            </a:p>
          </p:txBody>
        </p:sp>
        <p:sp>
          <p:nvSpPr>
            <p:cNvPr id="18452" name="Text Box 31">
              <a:extLst>
                <a:ext uri="{FF2B5EF4-FFF2-40B4-BE49-F238E27FC236}">
                  <a16:creationId xmlns:a16="http://schemas.microsoft.com/office/drawing/2014/main" id="{52ABF4E4-B64E-4943-BD77-ECE9D1C3C454}"/>
                </a:ext>
              </a:extLst>
            </p:cNvPr>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31:26</a:t>
              </a:r>
              <a:endParaRPr lang="en-AU" altLang="en-US" sz="1600">
                <a:latin typeface="Arial" panose="020B0604020202020204" pitchFamily="34" charset="0"/>
              </a:endParaRPr>
            </a:p>
          </p:txBody>
        </p:sp>
        <p:sp>
          <p:nvSpPr>
            <p:cNvPr id="18453" name="Text Box 32">
              <a:extLst>
                <a:ext uri="{FF2B5EF4-FFF2-40B4-BE49-F238E27FC236}">
                  <a16:creationId xmlns:a16="http://schemas.microsoft.com/office/drawing/2014/main" id="{0ED78C6E-DAC4-4BAA-B386-100306029A6D}"/>
                </a:ext>
              </a:extLst>
            </p:cNvPr>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25:21</a:t>
              </a:r>
              <a:endParaRPr lang="en-AU" altLang="en-US" sz="1600">
                <a:latin typeface="Arial" panose="020B0604020202020204" pitchFamily="34" charset="0"/>
              </a:endParaRPr>
            </a:p>
          </p:txBody>
        </p:sp>
        <p:sp>
          <p:nvSpPr>
            <p:cNvPr id="18454" name="Text Box 33">
              <a:extLst>
                <a:ext uri="{FF2B5EF4-FFF2-40B4-BE49-F238E27FC236}">
                  <a16:creationId xmlns:a16="http://schemas.microsoft.com/office/drawing/2014/main" id="{AC6159DC-165F-4572-8BC8-9415B1F45B2D}"/>
                </a:ext>
              </a:extLst>
            </p:cNvPr>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20:16</a:t>
              </a:r>
              <a:endParaRPr lang="en-AU" altLang="en-US" sz="1600">
                <a:latin typeface="Arial" panose="020B0604020202020204" pitchFamily="34" charset="0"/>
              </a:endParaRPr>
            </a:p>
          </p:txBody>
        </p:sp>
        <p:sp>
          <p:nvSpPr>
            <p:cNvPr id="18455" name="Text Box 34">
              <a:extLst>
                <a:ext uri="{FF2B5EF4-FFF2-40B4-BE49-F238E27FC236}">
                  <a16:creationId xmlns:a16="http://schemas.microsoft.com/office/drawing/2014/main" id="{D1E77385-3E8E-4353-A775-2FD6FCA477DF}"/>
                </a:ext>
              </a:extLst>
            </p:cNvPr>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15:0</a:t>
              </a:r>
              <a:endParaRPr lang="en-AU" altLang="en-US" sz="1600">
                <a:latin typeface="Arial" panose="020B0604020202020204" pitchFamily="34" charset="0"/>
              </a:endParaRPr>
            </a:p>
          </p:txBody>
        </p:sp>
      </p:grpSp>
      <p:sp>
        <p:nvSpPr>
          <p:cNvPr id="18439" name="Text Box 35">
            <a:extLst>
              <a:ext uri="{FF2B5EF4-FFF2-40B4-BE49-F238E27FC236}">
                <a16:creationId xmlns:a16="http://schemas.microsoft.com/office/drawing/2014/main" id="{57319896-9DB6-4271-A789-C7A8669FE40F}"/>
              </a:ext>
            </a:extLst>
          </p:cNvPr>
          <p:cNvSpPr txBox="1">
            <a:spLocks noChangeArrowheads="1"/>
          </p:cNvSpPr>
          <p:nvPr/>
        </p:nvSpPr>
        <p:spPr bwMode="auto">
          <a:xfrm>
            <a:off x="595313" y="4045424"/>
            <a:ext cx="857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R-type</a:t>
            </a:r>
            <a:endParaRPr lang="en-AU" altLang="en-US" sz="1800">
              <a:latin typeface="Arial" panose="020B0604020202020204" pitchFamily="34" charset="0"/>
            </a:endParaRPr>
          </a:p>
        </p:txBody>
      </p:sp>
      <p:sp>
        <p:nvSpPr>
          <p:cNvPr id="18440" name="Text Box 36">
            <a:extLst>
              <a:ext uri="{FF2B5EF4-FFF2-40B4-BE49-F238E27FC236}">
                <a16:creationId xmlns:a16="http://schemas.microsoft.com/office/drawing/2014/main" id="{70E8BC4D-6A93-409D-AA13-EC9374B0911B}"/>
              </a:ext>
            </a:extLst>
          </p:cNvPr>
          <p:cNvSpPr txBox="1">
            <a:spLocks noChangeArrowheads="1"/>
          </p:cNvSpPr>
          <p:nvPr/>
        </p:nvSpPr>
        <p:spPr bwMode="auto">
          <a:xfrm>
            <a:off x="595313" y="1954700"/>
            <a:ext cx="755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Load/</a:t>
            </a:r>
            <a:br>
              <a:rPr lang="en-US" altLang="en-US" sz="1800">
                <a:latin typeface="Arial" panose="020B0604020202020204" pitchFamily="34" charset="0"/>
              </a:rPr>
            </a:br>
            <a:r>
              <a:rPr lang="en-US" altLang="en-US" sz="1800">
                <a:latin typeface="Arial" panose="020B0604020202020204" pitchFamily="34" charset="0"/>
              </a:rPr>
              <a:t>Store</a:t>
            </a:r>
            <a:endParaRPr lang="en-AU" altLang="en-US" sz="1800">
              <a:latin typeface="Arial" panose="020B0604020202020204" pitchFamily="34" charset="0"/>
            </a:endParaRPr>
          </a:p>
        </p:txBody>
      </p:sp>
      <p:sp>
        <p:nvSpPr>
          <p:cNvPr id="18441" name="Text Box 37">
            <a:extLst>
              <a:ext uri="{FF2B5EF4-FFF2-40B4-BE49-F238E27FC236}">
                <a16:creationId xmlns:a16="http://schemas.microsoft.com/office/drawing/2014/main" id="{6AFAB5E6-388F-4246-989B-2450D067AE05}"/>
              </a:ext>
            </a:extLst>
          </p:cNvPr>
          <p:cNvSpPr txBox="1">
            <a:spLocks noChangeArrowheads="1"/>
          </p:cNvSpPr>
          <p:nvPr/>
        </p:nvSpPr>
        <p:spPr bwMode="auto">
          <a:xfrm>
            <a:off x="595313" y="31056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Branch</a:t>
            </a:r>
            <a:endParaRPr lang="en-AU" altLang="en-US" sz="1800">
              <a:latin typeface="Arial" panose="020B0604020202020204" pitchFamily="34" charset="0"/>
            </a:endParaRPr>
          </a:p>
        </p:txBody>
      </p:sp>
      <p:sp>
        <p:nvSpPr>
          <p:cNvPr id="18442" name="AutoShape 38">
            <a:extLst>
              <a:ext uri="{FF2B5EF4-FFF2-40B4-BE49-F238E27FC236}">
                <a16:creationId xmlns:a16="http://schemas.microsoft.com/office/drawing/2014/main" id="{A9566B42-6F0F-4B5B-9CCD-4C849EEB9C9A}"/>
              </a:ext>
            </a:extLst>
          </p:cNvPr>
          <p:cNvSpPr>
            <a:spLocks/>
          </p:cNvSpPr>
          <p:nvPr/>
        </p:nvSpPr>
        <p:spPr bwMode="auto">
          <a:xfrm rot="-5400000">
            <a:off x="2196307" y="4413922"/>
            <a:ext cx="144462" cy="1152525"/>
          </a:xfrm>
          <a:prstGeom prst="leftBrace">
            <a:avLst>
              <a:gd name="adj1" fmla="val 6648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Arial" panose="020B0604020202020204" pitchFamily="34" charset="0"/>
            </a:endParaRPr>
          </a:p>
        </p:txBody>
      </p:sp>
      <p:sp>
        <p:nvSpPr>
          <p:cNvPr id="18443" name="AutoShape 39">
            <a:extLst>
              <a:ext uri="{FF2B5EF4-FFF2-40B4-BE49-F238E27FC236}">
                <a16:creationId xmlns:a16="http://schemas.microsoft.com/office/drawing/2014/main" id="{009518AA-C3B6-449C-9F2E-4EF32257EA15}"/>
              </a:ext>
            </a:extLst>
          </p:cNvPr>
          <p:cNvSpPr>
            <a:spLocks/>
          </p:cNvSpPr>
          <p:nvPr/>
        </p:nvSpPr>
        <p:spPr bwMode="auto">
          <a:xfrm rot="-5400000">
            <a:off x="3384551" y="4522666"/>
            <a:ext cx="144462" cy="935037"/>
          </a:xfrm>
          <a:prstGeom prst="leftBrace">
            <a:avLst>
              <a:gd name="adj1" fmla="val 539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Arial" panose="020B0604020202020204" pitchFamily="34" charset="0"/>
            </a:endParaRPr>
          </a:p>
        </p:txBody>
      </p:sp>
      <p:sp>
        <p:nvSpPr>
          <p:cNvPr id="18444" name="AutoShape 40">
            <a:extLst>
              <a:ext uri="{FF2B5EF4-FFF2-40B4-BE49-F238E27FC236}">
                <a16:creationId xmlns:a16="http://schemas.microsoft.com/office/drawing/2014/main" id="{B0DB02E0-166D-4E60-A17C-EC37F3C333D8}"/>
              </a:ext>
            </a:extLst>
          </p:cNvPr>
          <p:cNvSpPr>
            <a:spLocks/>
          </p:cNvSpPr>
          <p:nvPr/>
        </p:nvSpPr>
        <p:spPr bwMode="auto">
          <a:xfrm rot="-5400000">
            <a:off x="4464051" y="4522666"/>
            <a:ext cx="144462" cy="935037"/>
          </a:xfrm>
          <a:prstGeom prst="leftBrace">
            <a:avLst>
              <a:gd name="adj1" fmla="val 539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Arial" panose="020B0604020202020204" pitchFamily="34" charset="0"/>
            </a:endParaRPr>
          </a:p>
        </p:txBody>
      </p:sp>
      <p:sp>
        <p:nvSpPr>
          <p:cNvPr id="18445" name="Text Box 41">
            <a:extLst>
              <a:ext uri="{FF2B5EF4-FFF2-40B4-BE49-F238E27FC236}">
                <a16:creationId xmlns:a16="http://schemas.microsoft.com/office/drawing/2014/main" id="{87F65B95-6D09-48C9-98CB-F27C20AB1BCF}"/>
              </a:ext>
            </a:extLst>
          </p:cNvPr>
          <p:cNvSpPr txBox="1">
            <a:spLocks noChangeArrowheads="1"/>
          </p:cNvSpPr>
          <p:nvPr/>
        </p:nvSpPr>
        <p:spPr bwMode="auto">
          <a:xfrm>
            <a:off x="1552575" y="5283146"/>
            <a:ext cx="1566863" cy="1077913"/>
          </a:xfrm>
          <a:prstGeom prst="rect">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600" dirty="0">
              <a:latin typeface="Arial" panose="020B0604020202020204" pitchFamily="34" charset="0"/>
            </a:endParaRPr>
          </a:p>
          <a:p>
            <a:pPr algn="ctr" eaLnBrk="1" hangingPunct="1">
              <a:spcBef>
                <a:spcPct val="0"/>
              </a:spcBef>
              <a:buFontTx/>
              <a:buNone/>
            </a:pPr>
            <a:endParaRPr lang="en-US" altLang="en-US" sz="1600" dirty="0">
              <a:latin typeface="Arial" panose="020B0604020202020204" pitchFamily="34" charset="0"/>
            </a:endParaRPr>
          </a:p>
          <a:p>
            <a:pPr algn="ctr" eaLnBrk="1" hangingPunct="1">
              <a:spcBef>
                <a:spcPct val="0"/>
              </a:spcBef>
              <a:buFontTx/>
              <a:buNone/>
            </a:pPr>
            <a:r>
              <a:rPr lang="en-US" altLang="en-US" sz="1600" dirty="0">
                <a:latin typeface="Arial" panose="020B0604020202020204" pitchFamily="34" charset="0"/>
              </a:rPr>
              <a:t>35 = 100011</a:t>
            </a:r>
          </a:p>
          <a:p>
            <a:pPr algn="ctr" eaLnBrk="1" hangingPunct="1">
              <a:spcBef>
                <a:spcPct val="0"/>
              </a:spcBef>
              <a:buFontTx/>
              <a:buNone/>
            </a:pPr>
            <a:r>
              <a:rPr lang="en-US" altLang="en-US" sz="1600" dirty="0">
                <a:latin typeface="Arial" panose="020B0604020202020204" pitchFamily="34" charset="0"/>
              </a:rPr>
              <a:t>43 = 101011</a:t>
            </a:r>
          </a:p>
          <a:p>
            <a:pPr algn="ctr" eaLnBrk="1" hangingPunct="1">
              <a:spcBef>
                <a:spcPct val="0"/>
              </a:spcBef>
              <a:buNone/>
            </a:pPr>
            <a:r>
              <a:rPr lang="en-US" altLang="en-US" sz="1600" dirty="0">
                <a:latin typeface="Arial" panose="020B0604020202020204" pitchFamily="34" charset="0"/>
              </a:rPr>
              <a:t>4   = 000100</a:t>
            </a:r>
          </a:p>
          <a:p>
            <a:pPr algn="ctr" eaLnBrk="1" hangingPunct="1">
              <a:spcBef>
                <a:spcPct val="0"/>
              </a:spcBef>
              <a:buNone/>
            </a:pPr>
            <a:r>
              <a:rPr lang="en-US" altLang="en-US" sz="1600" dirty="0">
                <a:latin typeface="Arial" panose="020B0604020202020204" pitchFamily="34" charset="0"/>
              </a:rPr>
              <a:t>0   = 000000</a:t>
            </a:r>
          </a:p>
          <a:p>
            <a:pPr algn="ctr" eaLnBrk="1" hangingPunct="1">
              <a:spcBef>
                <a:spcPct val="0"/>
              </a:spcBef>
              <a:buFontTx/>
              <a:buNone/>
            </a:pPr>
            <a:endParaRPr lang="en-US" altLang="en-US" sz="1600" dirty="0">
              <a:latin typeface="Arial" panose="020B0604020202020204" pitchFamily="34" charset="0"/>
            </a:endParaRPr>
          </a:p>
          <a:p>
            <a:pPr algn="ctr" eaLnBrk="1" hangingPunct="1">
              <a:spcBef>
                <a:spcPct val="0"/>
              </a:spcBef>
              <a:buFontTx/>
              <a:buNone/>
            </a:pPr>
            <a:endParaRPr lang="en-AU" altLang="en-US" sz="1600" dirty="0">
              <a:latin typeface="Arial" panose="020B0604020202020204" pitchFamily="34" charset="0"/>
            </a:endParaRPr>
          </a:p>
        </p:txBody>
      </p:sp>
      <p:sp>
        <p:nvSpPr>
          <p:cNvPr id="18446" name="Text Box 41">
            <a:extLst>
              <a:ext uri="{FF2B5EF4-FFF2-40B4-BE49-F238E27FC236}">
                <a16:creationId xmlns:a16="http://schemas.microsoft.com/office/drawing/2014/main" id="{003594B1-AE19-470A-98C0-FFD2175EFD86}"/>
              </a:ext>
            </a:extLst>
          </p:cNvPr>
          <p:cNvSpPr txBox="1">
            <a:spLocks noChangeArrowheads="1"/>
          </p:cNvSpPr>
          <p:nvPr/>
        </p:nvSpPr>
        <p:spPr bwMode="auto">
          <a:xfrm>
            <a:off x="4254500" y="5281559"/>
            <a:ext cx="1733550" cy="1076325"/>
          </a:xfrm>
          <a:prstGeom prst="rect">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600" dirty="0">
              <a:latin typeface="Arial" panose="020B0604020202020204" pitchFamily="34" charset="0"/>
            </a:endParaRPr>
          </a:p>
          <a:p>
            <a:pPr algn="ctr" eaLnBrk="1" hangingPunct="1">
              <a:spcBef>
                <a:spcPct val="0"/>
              </a:spcBef>
              <a:buFontTx/>
              <a:buNone/>
            </a:pPr>
            <a:r>
              <a:rPr lang="en-US" altLang="en-US" sz="1600" dirty="0" err="1">
                <a:latin typeface="Arial" panose="020B0604020202020204" pitchFamily="34" charset="0"/>
              </a:rPr>
              <a:t>ALUOp</a:t>
            </a:r>
            <a:r>
              <a:rPr lang="en-US" altLang="en-US" sz="1600" dirty="0">
                <a:latin typeface="Arial" panose="020B0604020202020204" pitchFamily="34" charset="0"/>
              </a:rPr>
              <a:t> = 00</a:t>
            </a:r>
          </a:p>
          <a:p>
            <a:pPr algn="ctr" eaLnBrk="1" hangingPunct="1">
              <a:spcBef>
                <a:spcPct val="0"/>
              </a:spcBef>
              <a:buFontTx/>
              <a:buNone/>
            </a:pPr>
            <a:r>
              <a:rPr lang="en-US" altLang="en-US" sz="1600" dirty="0" err="1">
                <a:latin typeface="Arial" panose="020B0604020202020204" pitchFamily="34" charset="0"/>
              </a:rPr>
              <a:t>ALUOp</a:t>
            </a:r>
            <a:r>
              <a:rPr lang="en-US" altLang="en-US" sz="1600" dirty="0">
                <a:latin typeface="Arial" panose="020B0604020202020204" pitchFamily="34" charset="0"/>
              </a:rPr>
              <a:t> = 00</a:t>
            </a:r>
          </a:p>
          <a:p>
            <a:pPr algn="ctr" eaLnBrk="1" hangingPunct="1">
              <a:spcBef>
                <a:spcPct val="0"/>
              </a:spcBef>
              <a:buNone/>
            </a:pPr>
            <a:r>
              <a:rPr lang="en-US" altLang="en-US" sz="1600" dirty="0" err="1">
                <a:latin typeface="Arial" panose="020B0604020202020204" pitchFamily="34" charset="0"/>
              </a:rPr>
              <a:t>ALUOp</a:t>
            </a:r>
            <a:r>
              <a:rPr lang="en-US" altLang="en-US" sz="1600" dirty="0">
                <a:latin typeface="Arial" panose="020B0604020202020204" pitchFamily="34" charset="0"/>
              </a:rPr>
              <a:t> = 01</a:t>
            </a:r>
          </a:p>
          <a:p>
            <a:pPr algn="ctr" eaLnBrk="1" hangingPunct="1">
              <a:spcBef>
                <a:spcPct val="0"/>
              </a:spcBef>
              <a:buNone/>
            </a:pPr>
            <a:r>
              <a:rPr lang="en-US" altLang="en-US" sz="1600" dirty="0" err="1">
                <a:latin typeface="Arial" panose="020B0604020202020204" pitchFamily="34" charset="0"/>
              </a:rPr>
              <a:t>ALUOp</a:t>
            </a:r>
            <a:r>
              <a:rPr lang="en-US" altLang="en-US" sz="1600" dirty="0">
                <a:latin typeface="Arial" panose="020B0604020202020204" pitchFamily="34" charset="0"/>
              </a:rPr>
              <a:t> = 10</a:t>
            </a:r>
          </a:p>
          <a:p>
            <a:pPr algn="ctr" eaLnBrk="1" hangingPunct="1">
              <a:spcBef>
                <a:spcPct val="0"/>
              </a:spcBef>
              <a:buFontTx/>
              <a:buNone/>
            </a:pPr>
            <a:endParaRPr lang="en-AU" altLang="en-US" sz="1600" dirty="0">
              <a:latin typeface="Arial" panose="020B0604020202020204" pitchFamily="34" charset="0"/>
            </a:endParaRPr>
          </a:p>
        </p:txBody>
      </p:sp>
      <p:sp>
        <p:nvSpPr>
          <p:cNvPr id="18447" name="Right Arrow 1">
            <a:extLst>
              <a:ext uri="{FF2B5EF4-FFF2-40B4-BE49-F238E27FC236}">
                <a16:creationId xmlns:a16="http://schemas.microsoft.com/office/drawing/2014/main" id="{D333BA49-DB54-49EB-BC16-BB92114553CB}"/>
              </a:ext>
            </a:extLst>
          </p:cNvPr>
          <p:cNvSpPr>
            <a:spLocks noChangeArrowheads="1"/>
          </p:cNvSpPr>
          <p:nvPr/>
        </p:nvSpPr>
        <p:spPr bwMode="auto">
          <a:xfrm>
            <a:off x="3206750" y="5645002"/>
            <a:ext cx="977900" cy="363537"/>
          </a:xfrm>
          <a:prstGeom prst="rightArrow">
            <a:avLst>
              <a:gd name="adj1" fmla="val 50000"/>
              <a:gd name="adj2" fmla="val 50051"/>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60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453AE00B-F4DD-4E63-9984-293F62364602}"/>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03B6F966-9612-40C7-A77B-86AB8DC4698C}" type="slidenum">
              <a:rPr lang="en-US" altLang="en-US" sz="1200"/>
              <a:pPr algn="r" eaLnBrk="1" hangingPunct="1">
                <a:spcBef>
                  <a:spcPct val="0"/>
                </a:spcBef>
                <a:buFontTx/>
                <a:buNone/>
              </a:pPr>
              <a:t>16</a:t>
            </a:fld>
            <a:endParaRPr lang="en-US" altLang="en-US" sz="1200"/>
          </a:p>
        </p:txBody>
      </p:sp>
      <p:sp>
        <p:nvSpPr>
          <p:cNvPr id="20483" name="Footer Placeholder 7">
            <a:extLst>
              <a:ext uri="{FF2B5EF4-FFF2-40B4-BE49-F238E27FC236}">
                <a16:creationId xmlns:a16="http://schemas.microsoft.com/office/drawing/2014/main" id="{7BB54A5A-FD0A-4C96-8471-DC4E289FF5EE}"/>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0484" name="TextBox 3">
            <a:extLst>
              <a:ext uri="{FF2B5EF4-FFF2-40B4-BE49-F238E27FC236}">
                <a16:creationId xmlns:a16="http://schemas.microsoft.com/office/drawing/2014/main" id="{E467B8FD-8CD1-4291-AE6D-CF0B16F0F4E6}"/>
              </a:ext>
            </a:extLst>
          </p:cNvPr>
          <p:cNvSpPr txBox="1">
            <a:spLocks noChangeArrowheads="1"/>
          </p:cNvSpPr>
          <p:nvPr/>
        </p:nvSpPr>
        <p:spPr bwMode="auto">
          <a:xfrm>
            <a:off x="685800" y="5646738"/>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D.2.4</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control function for the simple one-clock implementation is completely specified by this truth table.</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This table is the same as that shown in Figure 4.22.</a:t>
            </a:r>
          </a:p>
        </p:txBody>
      </p:sp>
      <p:pic>
        <p:nvPicPr>
          <p:cNvPr id="20485" name="Picture 6" descr="5">
            <a:extLst>
              <a:ext uri="{FF2B5EF4-FFF2-40B4-BE49-F238E27FC236}">
                <a16:creationId xmlns:a16="http://schemas.microsoft.com/office/drawing/2014/main" id="{34BF90DA-18C1-4306-B5FE-C6A1FB962198}"/>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617538" y="631825"/>
            <a:ext cx="7929562" cy="4360863"/>
          </a:xfrm>
        </p:spPr>
      </p:pic>
      <p:sp>
        <p:nvSpPr>
          <p:cNvPr id="20486" name="Rectangle 4">
            <a:extLst>
              <a:ext uri="{FF2B5EF4-FFF2-40B4-BE49-F238E27FC236}">
                <a16:creationId xmlns:a16="http://schemas.microsoft.com/office/drawing/2014/main" id="{6830AF0A-CE99-4FF4-83E8-A196E46EE389}"/>
              </a:ext>
            </a:extLst>
          </p:cNvPr>
          <p:cNvSpPr>
            <a:spLocks noChangeArrowheads="1"/>
          </p:cNvSpPr>
          <p:nvPr/>
        </p:nvSpPr>
        <p:spPr bwMode="auto">
          <a:xfrm>
            <a:off x="2286000" y="4454525"/>
            <a:ext cx="6261100" cy="528638"/>
          </a:xfrm>
          <a:prstGeom prst="rect">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600">
              <a:latin typeface="Arial" panose="020B0604020202020204" pitchFamily="34" charset="0"/>
            </a:endParaRPr>
          </a:p>
        </p:txBody>
      </p:sp>
      <p:cxnSp>
        <p:nvCxnSpPr>
          <p:cNvPr id="6" name="Straight Connector 5">
            <a:extLst>
              <a:ext uri="{FF2B5EF4-FFF2-40B4-BE49-F238E27FC236}">
                <a16:creationId xmlns:a16="http://schemas.microsoft.com/office/drawing/2014/main" id="{FCE85726-9B78-4190-854B-555600FA9EF5}"/>
              </a:ext>
            </a:extLst>
          </p:cNvPr>
          <p:cNvCxnSpPr/>
          <p:nvPr/>
        </p:nvCxnSpPr>
        <p:spPr>
          <a:xfrm>
            <a:off x="617538" y="2590800"/>
            <a:ext cx="7929562"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9104D6FF-F7B2-42FE-BF7D-5C95D4D6C50C}"/>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83E2897C-0F7B-42CB-B144-D7EB4A776C8C}" type="slidenum">
              <a:rPr lang="en-US" altLang="en-US" sz="1200"/>
              <a:pPr algn="r" eaLnBrk="1" hangingPunct="1">
                <a:spcBef>
                  <a:spcPct val="0"/>
                </a:spcBef>
                <a:buFontTx/>
                <a:buNone/>
              </a:pPr>
              <a:t>17</a:t>
            </a:fld>
            <a:endParaRPr lang="en-US" altLang="en-US" sz="1200"/>
          </a:p>
        </p:txBody>
      </p:sp>
      <p:sp>
        <p:nvSpPr>
          <p:cNvPr id="21507" name="Footer Placeholder 7">
            <a:extLst>
              <a:ext uri="{FF2B5EF4-FFF2-40B4-BE49-F238E27FC236}">
                <a16:creationId xmlns:a16="http://schemas.microsoft.com/office/drawing/2014/main" id="{4254E498-DE79-4E77-A21B-2433C8DD9124}"/>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1508" name="TextBox 3">
            <a:extLst>
              <a:ext uri="{FF2B5EF4-FFF2-40B4-BE49-F238E27FC236}">
                <a16:creationId xmlns:a16="http://schemas.microsoft.com/office/drawing/2014/main" id="{1251FAB0-E860-44F0-99C6-3404C049CB5D}"/>
              </a:ext>
            </a:extLst>
          </p:cNvPr>
          <p:cNvSpPr txBox="1">
            <a:spLocks noChangeArrowheads="1"/>
          </p:cNvSpPr>
          <p:nvPr/>
        </p:nvSpPr>
        <p:spPr bwMode="auto">
          <a:xfrm>
            <a:off x="685800" y="4953000"/>
            <a:ext cx="77724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D.2.5</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structured implementation of the control function as described by the truth table in Figure D.2.4.</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The structure, called a programmable logic array (PLA), uses an array of AND gates followed by an array of OR gates. The inputs to the AND gates are the function inputs and their inverses (bubbles indicate inversion of a signal). The inputs to the OR gates are the outputs of the AND gates (or, as a degenerate case, the function inputs and inverses). The output of the OR gates is the function outputs.</a:t>
            </a:r>
          </a:p>
        </p:txBody>
      </p:sp>
      <p:pic>
        <p:nvPicPr>
          <p:cNvPr id="21509" name="Picture 6" descr="6">
            <a:extLst>
              <a:ext uri="{FF2B5EF4-FFF2-40B4-BE49-F238E27FC236}">
                <a16:creationId xmlns:a16="http://schemas.microsoft.com/office/drawing/2014/main" id="{8090AA3C-328B-45C8-B62C-0CEAAACAC61D}"/>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319338" y="228600"/>
            <a:ext cx="4081462" cy="4267200"/>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D7CCF5A9-0DCB-4E8E-82C9-450905C69D41}"/>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F38E24B2-C6B6-4A31-959C-08697FB65957}" type="slidenum">
              <a:rPr lang="en-US" altLang="en-US" sz="1200"/>
              <a:pPr algn="r" eaLnBrk="1" hangingPunct="1">
                <a:spcBef>
                  <a:spcPct val="0"/>
                </a:spcBef>
                <a:buFontTx/>
                <a:buNone/>
              </a:pPr>
              <a:t>18</a:t>
            </a:fld>
            <a:endParaRPr lang="en-US" altLang="en-US" sz="1200"/>
          </a:p>
        </p:txBody>
      </p:sp>
      <p:sp>
        <p:nvSpPr>
          <p:cNvPr id="22531" name="Footer Placeholder 7">
            <a:extLst>
              <a:ext uri="{FF2B5EF4-FFF2-40B4-BE49-F238E27FC236}">
                <a16:creationId xmlns:a16="http://schemas.microsoft.com/office/drawing/2014/main" id="{0F5C6E32-51C0-4A3C-8057-9AB4299F13F3}"/>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2532" name="TextBox 3">
            <a:extLst>
              <a:ext uri="{FF2B5EF4-FFF2-40B4-BE49-F238E27FC236}">
                <a16:creationId xmlns:a16="http://schemas.microsoft.com/office/drawing/2014/main" id="{567A8046-ED03-4B99-B3DE-E5D43CFFDBDA}"/>
              </a:ext>
            </a:extLst>
          </p:cNvPr>
          <p:cNvSpPr txBox="1">
            <a:spLocks noChangeArrowheads="1"/>
          </p:cNvSpPr>
          <p:nvPr/>
        </p:nvSpPr>
        <p:spPr bwMode="auto">
          <a:xfrm>
            <a:off x="685800" y="4953000"/>
            <a:ext cx="77724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D.2.5</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structured implementation of the control function as described by the truth table in Figure D.2.4.</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The structure, called a programmable logic array (PLA), uses an array of AND gates followed by an array of OR gates. The inputs to the AND gates are the function inputs and their inverses (bubbles indicate inversion of a signal). The inputs to the OR gates are the outputs of the AND gates (or, as a degenerate case, the function inputs and inverses). The output of the OR gates is the function outputs.</a:t>
            </a:r>
          </a:p>
        </p:txBody>
      </p:sp>
      <p:pic>
        <p:nvPicPr>
          <p:cNvPr id="22533" name="Picture 6" descr="6">
            <a:extLst>
              <a:ext uri="{FF2B5EF4-FFF2-40B4-BE49-F238E27FC236}">
                <a16:creationId xmlns:a16="http://schemas.microsoft.com/office/drawing/2014/main" id="{2EE39238-D63F-4A12-B36A-853891916428}"/>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319338" y="228600"/>
            <a:ext cx="4081462" cy="4267200"/>
          </a:xfrm>
        </p:spPr>
      </p:pic>
      <p:sp>
        <p:nvSpPr>
          <p:cNvPr id="24582" name="Rectangle 4">
            <a:extLst>
              <a:ext uri="{FF2B5EF4-FFF2-40B4-BE49-F238E27FC236}">
                <a16:creationId xmlns:a16="http://schemas.microsoft.com/office/drawing/2014/main" id="{1E47B368-66CB-484A-A962-445665392D12}"/>
              </a:ext>
            </a:extLst>
          </p:cNvPr>
          <p:cNvSpPr>
            <a:spLocks noChangeArrowheads="1"/>
          </p:cNvSpPr>
          <p:nvPr/>
        </p:nvSpPr>
        <p:spPr bwMode="auto">
          <a:xfrm>
            <a:off x="2743200" y="439738"/>
            <a:ext cx="2743200" cy="4113212"/>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defRPr/>
            </a:pPr>
            <a:endParaRPr lang="en-US" altLang="en-US">
              <a:latin typeface="Arial"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2">
            <a:extLst>
              <a:ext uri="{FF2B5EF4-FFF2-40B4-BE49-F238E27FC236}">
                <a16:creationId xmlns:a16="http://schemas.microsoft.com/office/drawing/2014/main" id="{039C2436-50E5-4D51-A086-0EDCEB086400}"/>
              </a:ext>
            </a:extLst>
          </p:cNvPr>
          <p:cNvSpPr>
            <a:spLocks noGrp="1"/>
          </p:cNvSpPr>
          <p:nvPr>
            <p:ph type="ftr" sz="quarter" idx="11"/>
          </p:nvPr>
        </p:nvSpPr>
        <p:spPr bwMode="auto">
          <a:xfrm>
            <a:off x="457200" y="6356350"/>
            <a:ext cx="2990850" cy="34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F4BDB637-528D-4323-9C9E-293FF2086787}" type="slidenum">
              <a:rPr lang="en-AU" altLang="en-US" sz="1400" smtClean="0">
                <a:latin typeface="Arial" panose="020B0604020202020204" pitchFamily="34" charset="0"/>
              </a:rPr>
              <a:pPr algn="l">
                <a:spcBef>
                  <a:spcPct val="0"/>
                </a:spcBef>
                <a:buFontTx/>
                <a:buNone/>
              </a:pPr>
              <a:t>19</a:t>
            </a:fld>
            <a:endParaRPr lang="en-AU" altLang="en-US" sz="1400">
              <a:latin typeface="Arial" panose="020B0604020202020204" pitchFamily="34" charset="0"/>
            </a:endParaRPr>
          </a:p>
        </p:txBody>
      </p:sp>
      <p:pic>
        <p:nvPicPr>
          <p:cNvPr id="23555" name="Picture 5" descr="f04-17-P374493">
            <a:extLst>
              <a:ext uri="{FF2B5EF4-FFF2-40B4-BE49-F238E27FC236}">
                <a16:creationId xmlns:a16="http://schemas.microsoft.com/office/drawing/2014/main" id="{30F3ACB9-A58D-4C5E-BDB3-5426558B46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013" y="1206500"/>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4">
            <a:extLst>
              <a:ext uri="{FF2B5EF4-FFF2-40B4-BE49-F238E27FC236}">
                <a16:creationId xmlns:a16="http://schemas.microsoft.com/office/drawing/2014/main" id="{DE510D2C-FE19-4BCE-8F67-B83D16A55436}"/>
              </a:ext>
            </a:extLst>
          </p:cNvPr>
          <p:cNvSpPr>
            <a:spLocks noGrp="1"/>
          </p:cNvSpPr>
          <p:nvPr>
            <p:ph type="title"/>
          </p:nvPr>
        </p:nvSpPr>
        <p:spPr/>
        <p:txBody>
          <a:bodyPr/>
          <a:lstStyle/>
          <a:p>
            <a:pPr eaLnBrk="1" hangingPunct="1"/>
            <a:r>
              <a:rPr lang="en-AU" altLang="en-US"/>
              <a:t>Datapath With Control</a:t>
            </a:r>
          </a:p>
        </p:txBody>
      </p:sp>
      <p:sp>
        <p:nvSpPr>
          <p:cNvPr id="23557" name="Rectangle 4">
            <a:extLst>
              <a:ext uri="{FF2B5EF4-FFF2-40B4-BE49-F238E27FC236}">
                <a16:creationId xmlns:a16="http://schemas.microsoft.com/office/drawing/2014/main" id="{D6720A95-14B5-45CC-AECD-D7A3A9567F43}"/>
              </a:ext>
            </a:extLst>
          </p:cNvPr>
          <p:cNvSpPr>
            <a:spLocks noChangeArrowheads="1"/>
          </p:cNvSpPr>
          <p:nvPr/>
        </p:nvSpPr>
        <p:spPr bwMode="auto">
          <a:xfrm>
            <a:off x="5256213" y="5248275"/>
            <a:ext cx="603250" cy="890588"/>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endParaRPr lang="en-US" altLang="en-US">
              <a:latin typeface="Arial" charset="0"/>
            </a:endParaRPr>
          </a:p>
        </p:txBody>
      </p:sp>
      <p:sp>
        <p:nvSpPr>
          <p:cNvPr id="7" name="Rectangle 4">
            <a:extLst>
              <a:ext uri="{FF2B5EF4-FFF2-40B4-BE49-F238E27FC236}">
                <a16:creationId xmlns:a16="http://schemas.microsoft.com/office/drawing/2014/main" id="{DD359186-985E-4B84-9E06-0E0A9E78CA87}"/>
              </a:ext>
            </a:extLst>
          </p:cNvPr>
          <p:cNvSpPr>
            <a:spLocks noChangeArrowheads="1"/>
          </p:cNvSpPr>
          <p:nvPr/>
        </p:nvSpPr>
        <p:spPr bwMode="auto">
          <a:xfrm>
            <a:off x="3448050" y="2438400"/>
            <a:ext cx="792163" cy="1320800"/>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p>
            <a:pPr>
              <a:defRPr/>
            </a:pPr>
            <a:endParaRPr lang="en-US" altLang="en-US">
              <a:latin typeface="Arial" charset="0"/>
            </a:endParaRPr>
          </a:p>
        </p:txBody>
      </p:sp>
      <p:sp>
        <p:nvSpPr>
          <p:cNvPr id="8" name="TextBox 7">
            <a:extLst>
              <a:ext uri="{FF2B5EF4-FFF2-40B4-BE49-F238E27FC236}">
                <a16:creationId xmlns:a16="http://schemas.microsoft.com/office/drawing/2014/main" id="{9E1841FF-3B2E-4EA6-A429-B95BE60F1429}"/>
              </a:ext>
            </a:extLst>
          </p:cNvPr>
          <p:cNvSpPr txBox="1">
            <a:spLocks noChangeArrowheads="1"/>
          </p:cNvSpPr>
          <p:nvPr/>
        </p:nvSpPr>
        <p:spPr bwMode="auto">
          <a:xfrm>
            <a:off x="5710238" y="4940300"/>
            <a:ext cx="2889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dirty="0">
                <a:latin typeface="Arial" panose="020B0604020202020204" pitchFamily="34" charset="0"/>
              </a:rPr>
              <a:t>4</a:t>
            </a:r>
          </a:p>
        </p:txBody>
      </p:sp>
      <p:sp>
        <p:nvSpPr>
          <p:cNvPr id="9" name="TextBox 1">
            <a:extLst>
              <a:ext uri="{FF2B5EF4-FFF2-40B4-BE49-F238E27FC236}">
                <a16:creationId xmlns:a16="http://schemas.microsoft.com/office/drawing/2014/main" id="{3BCF9FD7-9093-47DD-8287-D67E1EFBFC08}"/>
              </a:ext>
            </a:extLst>
          </p:cNvPr>
          <p:cNvSpPr txBox="1">
            <a:spLocks noChangeArrowheads="1"/>
          </p:cNvSpPr>
          <p:nvPr/>
        </p:nvSpPr>
        <p:spPr bwMode="auto">
          <a:xfrm>
            <a:off x="5478463" y="6107113"/>
            <a:ext cx="28733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2844</TotalTime>
  <Words>1156</Words>
  <Application>Microsoft Office PowerPoint</Application>
  <PresentationFormat>On-screen Show (4:3)</PresentationFormat>
  <Paragraphs>338</Paragraphs>
  <Slides>19</Slides>
  <Notes>8</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Datapath With Control</vt:lpstr>
      <vt:lpstr>The Main Control Unit</vt:lpstr>
      <vt:lpstr>ALU Control</vt:lpstr>
      <vt:lpstr>PowerPoint Presentation</vt:lpstr>
      <vt:lpstr>PowerPoint Presentation</vt:lpstr>
      <vt:lpstr>PowerPoint Presentation</vt:lpstr>
      <vt:lpstr>PowerPoint Presentation</vt:lpstr>
      <vt:lpstr>PowerPoint Presentation</vt:lpstr>
      <vt:lpstr>Datapath With Control</vt:lpstr>
      <vt:lpstr>Datapath With Control</vt:lpstr>
      <vt:lpstr>PowerPoint Presentation</vt:lpstr>
      <vt:lpstr>PowerPoint Presentation</vt:lpstr>
      <vt:lpstr>Datapath With Control</vt:lpstr>
      <vt:lpstr>The Main Control Unit</vt:lpstr>
      <vt:lpstr>PowerPoint Presentation</vt:lpstr>
      <vt:lpstr>PowerPoint Presentation</vt:lpstr>
      <vt:lpstr>PowerPoint Presentation</vt:lpstr>
      <vt:lpstr>Datapath With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Neeraj Kumar Singh</cp:lastModifiedBy>
  <cp:revision>184</cp:revision>
  <dcterms:created xsi:type="dcterms:W3CDTF">2012-11-02T05:47:50Z</dcterms:created>
  <dcterms:modified xsi:type="dcterms:W3CDTF">2025-09-29T22:16:35Z</dcterms:modified>
</cp:coreProperties>
</file>