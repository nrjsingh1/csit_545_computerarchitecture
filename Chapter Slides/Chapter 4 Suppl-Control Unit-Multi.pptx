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8" r:id="rId2"/>
    <p:sldId id="284" r:id="rId3"/>
    <p:sldId id="445" r:id="rId4"/>
    <p:sldId id="288" r:id="rId5"/>
    <p:sldId id="303" r:id="rId6"/>
    <p:sldId id="296" r:id="rId7"/>
    <p:sldId id="304" r:id="rId8"/>
    <p:sldId id="311" r:id="rId9"/>
    <p:sldId id="263" r:id="rId10"/>
    <p:sldId id="297" r:id="rId11"/>
    <p:sldId id="316" r:id="rId12"/>
    <p:sldId id="264" r:id="rId13"/>
    <p:sldId id="265" r:id="rId14"/>
    <p:sldId id="308" r:id="rId15"/>
    <p:sldId id="266" r:id="rId16"/>
    <p:sldId id="283" r:id="rId17"/>
    <p:sldId id="305" r:id="rId18"/>
    <p:sldId id="306" r:id="rId19"/>
    <p:sldId id="307" r:id="rId20"/>
    <p:sldId id="310" r:id="rId21"/>
    <p:sldId id="267" r:id="rId22"/>
    <p:sldId id="314" r:id="rId23"/>
    <p:sldId id="315" r:id="rId24"/>
    <p:sldId id="299" r:id="rId25"/>
    <p:sldId id="312" r:id="rId26"/>
    <p:sldId id="313" r:id="rId27"/>
    <p:sldId id="268" r:id="rId28"/>
    <p:sldId id="269" r:id="rId29"/>
    <p:sldId id="270" r:id="rId30"/>
    <p:sldId id="302" r:id="rId31"/>
    <p:sldId id="272" r:id="rId32"/>
    <p:sldId id="301" r:id="rId33"/>
    <p:sldId id="318" r:id="rId34"/>
    <p:sldId id="274" r:id="rId35"/>
    <p:sldId id="309" r:id="rId36"/>
    <p:sldId id="275" r:id="rId3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D2"/>
    <a:srgbClr val="1893E1"/>
    <a:srgbClr val="1D79BC"/>
    <a:srgbClr val="00A4DE"/>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92" d="100"/>
          <a:sy n="92" d="100"/>
        </p:scale>
        <p:origin x="11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6T22:21:16.653"/>
    </inkml:context>
    <inkml:brush xml:id="br0">
      <inkml:brushProperty name="width" value="0.06" units="cm"/>
      <inkml:brushProperty name="height" value="0.06" units="cm"/>
    </inkml:brush>
  </inkml:definitions>
  <inkml:trace contextRef="#ctx0" brushRef="#br0">132 395 8281,'-19'-19'-98,"0"2"1,0 3 0,1 3-77,-1 3 0,6 2 198,1 6 1,8 10-1,-3 7 1,5 8-22,2 4 1,7 2 0,1 7 0,0-3 35,1-4 0,5 3 1,-3-7-1,1 0-23,1 0 1,1-2 0,9-8 0,2-5 36,-2-5 0,6-5 0,3-4 0,3-5-43,3-5 1,1-13 0,7-9 0,8-7-37,7-9 1,10-11 0,-3-1-1,5 1-18,2 3 0,0 2 0,-4 3 0,-8 8-140,-13 7 1,-10 13 0,-9 2-23,-6 8 0,-13 9 0,-7 12 31,-10 7 0,-5 10 1,-11 4-1,-4 2 175,-6 5 0,-5-7 0,-10 16 0,-1-3 0</inkml:trace>
  <inkml:trace contextRef="#ctx0" brushRef="#br0" timeOffset="166">526 732 8281,'0'19'-222,"0"-8"1,10-7-1,11-15 1,14-9 290,13-8 0,9-5 0,5-11 0,7-6-18,4-4 0,8-2 0,1-1 0,-5 1 30,-6 0 1,-5 0-1,-7 1 1,-5 5-40,-12 7 0,-5 5 0,-12 9-866,-2 10 824,-10 9 0,-5 18 0,-8 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6T22:34:54.635"/>
    </inkml:context>
    <inkml:brush xml:id="br0">
      <inkml:brushProperty name="width" value="0.06" units="cm"/>
      <inkml:brushProperty name="height" value="0.06" units="cm"/>
    </inkml:brush>
  </inkml:definitions>
  <inkml:trace contextRef="#ctx0" brushRef="#br0">0 296 8296,'10'0'-22,"0"0"0,1-1-105,2-3 0,7-2 1,8-9-1,7-4-184,8-6 1,5-4-1,5-2 1,1 0-285,1-2 595,-6 0 0,-1-1 0,-3-1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6T22:34:32.668"/>
    </inkml:context>
    <inkml:brush xml:id="br0">
      <inkml:brushProperty name="width" value="0.06" units="cm"/>
      <inkml:brushProperty name="height" value="0.06" units="cm"/>
    </inkml:brush>
    <inkml:brush xml:id="br1">
      <inkml:brushProperty name="width" value="0.08" units="cm"/>
      <inkml:brushProperty name="height" value="0.08" units="cm"/>
    </inkml:brush>
  </inkml:definitions>
  <inkml:trace contextRef="#ctx0" brushRef="#br0">49 709 8479,'-10'-5'0,"0"-1"0,1-3-521,3-1 0,-2 4-16,5-1 1,1 5 536,5-1 0,2 10 0,5 4 0</inkml:trace>
  <inkml:trace contextRef="#ctx0" brushRef="#br1" timeOffset="584">78 906 10941,'-5'-1'-695,"2"-3"1,0 3 0,1-1 988,-1 4 1,0 1-1,3 3 1,0 3-105,0 3 0,3-1 1,1 3-1,1 0-81,-1 3 1,3-2-1,-3 1 1,0 1-36,1-2 1,-1-1 0,-2-3 0,2 1-229,-2 1 0,2 1 0,-1-5-380,0 1 1,-1-3-252,1-1 0,-1-3 771,5 0 0,-5-6 0,2-3 0</inkml:trace>
  <inkml:trace contextRef="#ctx0" brushRef="#br1" timeOffset="1084">187 778 12316,'-6'1'-469,"3"2"1,2-1 0,1 5 0,0 1 663,0 0 1,1 3 0,2 2-1,4 4-78,1 1 1,2 5-1,0 1 1,0 2-137,0 1 1,0-3 0,-2 0 0,0-2-28,-1-2 1,-4 2 0,2-7-1,0 0-254,-3-2 113,-1-6 1,-1-7 0,0-8 0,0-4-43,0-4 0,-1-3 0,-1-2 1,-3 0 17,0-2 0,3-4 0,-2 3 1,2 0 112,-1 0 0,2-2 1,-2 3-1,2 1 92,1 1 0,3 1 0,1 1 0,2 0 118,1 3 1,2 2 0,1 5 0,0 2 170,0 4 1,3 2 0,0 2-1,0 3 26,1 6 1,-2 4-1,4 6 1,-2 0-182,-2-1 1,-1 4 0,-1 0 0,-1-1-154,1-1 0,0-1 0,-1-2 0,-1-1 1,-2-4 1,-3-2-1,3-1-1207,-2 0 1,3-6 1190,-4-4 0,5-9 1,-3-6-1</inkml:trace>
  <inkml:trace contextRef="#ctx0" brushRef="#br0" timeOffset="1517">571 640 8492,'-5'5'-1120,"4"1"1366,-2-3 1,2 4 0,1 5-1,1 2-36,2 1 0,-1 2 0,5 4 0,1 1-158,0 5 0,1 1 0,-1 2 1,-2 0-130,2 3 0,0 2 0,-1 3 1,0-3-192,0-5 0,-2-6 0,-2-7 159,-2-4 1,-1-8-1,0-6 1,0-8 67,0-6 0,-1-9 0,-1-5 1,-1-2 6,0-1 1,-2 0 0,0 1 0,-2-3-14,0-1 0,5 3 0,-1-1 0,2 2 37,1 2 1,0-1 0,0 2-1,0 2 86,0 3 0,4 4 0,3 4 1,2 4 146,0 2 0,1 2 0,0 7 0,0 2 22,0 1 0,-4 2 0,0 5 0,-2 1-70,-2 2 1,-1 1-1,-1 4 1,0-2-65,0 2 1,0-3 0,-1 1 0,-1-1-94,-1 0 0,-5 0 0,2 2 0,-2-4-118,1-2 0,-1 1 1,2 0-1,0-2-708,-1-1 1,4 0-927,-4-5 1734,5-1 0,2-7 0,6-2 0</inkml:trace>
  <inkml:trace contextRef="#ctx0" brushRef="#br0" timeOffset="1867">787 502 8475,'-3'10'-827,"0"0"854,0 0 1,2-1 0,1 1 0,0 0 230,0 0 1,0 0-1,1 1 1,3 1-92,2 1 1,0 0 0,0-4-1,2-1-46,1-2 0,4-4 0,0 2 0,0-3-86,1-1 1,-2-3 0,4-2-1,-2-6-5,-2-3 0,2-6 0,-1-3 0,-1 0 33,-1-1 0,-4 3 0,-1-2 0,1 4 122,-2 2 1,1 3 0,-4 4-104,1 0 1,4 6-1,-3 4-157,2 5 0,-4 9 0,2 2 1,1 1-409,1 0 0,0 1 0,0-1 0,1 0-184,-2 0 1,4-3-1,-2-4 667,1 0 0,2 0 0,0-1 0</inkml:trace>
  <inkml:trace contextRef="#ctx0" brushRef="#br0" timeOffset="2117">1102 10 8382,'-15'0'-68,"2"0"1,2-4 295,1 1 1,5 1-1,1 5 170,3 4 0,6 6 0,1 3 0,3 4-144,1 3 0,0-2 0,1 3 1,1 0-149,1 2 1,0 3 0,-3 0-1,1 1-280,2-1 0,-2 1 0,2-1 0,-2 0-455,-1-3 0,-4-2 0,0-5 0,-1-4-1671,1-5 2300,-4 0 0,7-14 0,-4 3 0</inkml:trace>
  <inkml:trace contextRef="#ctx0" brushRef="#br0" timeOffset="2283">1181 315 8475,'-6'-4'-491,"0"-3"716,2-2 1,0-1 0,6 1 0,1-1 178,3 0 1,3 0 0,1-1-1,0-1-290,0-1 0,3 0 1,1 3-1,0 0-430,0 0 1,3 0 0,-4 2-1,-1 1 316,-1 4 0,-1-3 0,0 1 0</inkml:trace>
  <inkml:trace contextRef="#ctx0" brushRef="#br0" timeOffset="2750">374 1575 8454,'-24'4'-93,"-2"0"0,2 2-187,5 1 1,0 3 0,6 2 0,2 2 283,3 2 1,4 0-1,4 4 1,0-2 19,0-1 0,1 0 0,3-5 0,6-2-4,6-2 0,2-6 0,3 1 0,1-2-20,1-1 0,0 0 0,-3 1 1,-1 2 43,1 0 1,-5 3 0,-2-1 0,-3 0 132,-3 3 0,-3 2 0,-4 2 1,0 1 4,0-1 0,-9 3 0,-4 1 0,-4-1-69,-3-2 0,0 1 0,2-1 0,0-2-194,2-3 1,4 0 0,-1-5-292,2-1 1,5-8 0,4-5 371,4-4 0,8-5 0,5-6 0</inkml:trace>
  <inkml:trace contextRef="#ctx0" brushRef="#br0" timeOffset="2984">541 1418 8399,'-5'-10'-907,"0"1"1351,1 3 1,3 2 57,-3 8 0,8 4 1,1 7-1,2 0-261,-1 2 0,0 3 0,1 2 1,0 1-197,1-1 1,-3 0 0,1 0 0,-1 1-221,1-1 1,-3-2 0,2-1 0,0-2-537,-3 0 1,-1-4 0,-1 2-883,0 0 1593,0-2 0,4-8 0,2-1 0</inkml:trace>
  <inkml:trace contextRef="#ctx0" brushRef="#br0" timeOffset="3734">561 1585 8247,'6'-6'53,"1"-1"0,1-1-66,0 0 1,2-2 0,1 0 0,1-1 49,1-2 1,4 2 0,-4-2 0,-1 2 6,-1 1 1,-1 1-1,-2 2 1,0 1 152,-1 2-131,-5-4 1,2 8 0,-4 0-7,0 6 1,0 3-1,-1 4 1,-1 1-48,-1 1 0,-4 1 1,4 4-1,1 1-30,0 2 0,-1-2 0,0 1 0,1-5-93,1-4 1,1 1-1,0 0 10,0-2 0,1-6 0,2-4-3,4-4 0,1-7 1,1-5-1,-1-1-8,-2-3 1,1-1 0,3-2 0,-2 0 62,-1 3 1,1 4 0,-4 1 197,2 2 0,0 6-71,4 2 0,-3 6 0,-2 3 1,0 3-107,1 1 1,-3 0 0,3 0 0,-1 0-79,1-1 0,0 0-5,4-2 1,0-3 0,-1-5-32,-3-2 1,-1-4-1,-4-5 1,1-2 88,1-1 0,0-3 0,-3-4 0,0-2-12,0-1 0,-4-1 1,-1-4-1,-2 1 267,0-1 0,2 1 1,-3-1-1,2 2 103,-2 1 1,4 4 0,-1 7 179,1 3 0,2 3 1,-4 4-136,2 6 1,1 9 0,3 8-1,1 1-139,2 2 1,-1 4-1,5 2 1,0 3-96,2 0 1,1-3-1,0 1 1,0-1-147,0-1 1,3-1-1,0-4 1,-1-1-26,-1-3 1,2-2 0,1-5 0,0-3 10,1-2 1,2-3 0,0-2 0,0-3-178,-1-2 1,2-7 0,-5-4 0,0-1-89,1-2 1,-6-3-1,2 0 1,-2 1 110,-3 1 0,-1 2 0,-4-1 0,0 1 370,0 3 1,0 2 238,0 4 0,0 6-230,0 4 0,2 7 0,0 6 1,1-1-312,-1-1 0,3-1 0,-1 0 0,0 0-209,1 0 1,1 0 0,-1-2-1,-1 0-898,0-1 0,1-4 1236,-2 3 0,-2 1 0,4 3 0</inkml:trace>
  <inkml:trace contextRef="#ctx0" brushRef="#br0" timeOffset="3901">974 1319 8336,'-19'0'0,"0"0"-25,3 0 0,1 0 141,6 0 1,4-4 0,5-1-63,6-1 1,6-3 0,3 3-1,3-3-127,2-1 0,8-1 0,0-1 0,4-2-620,0-1 1,1 1 692,0-2 0,4 0 0,-1-4 0</inkml:trace>
  <inkml:trace contextRef="#ctx0" brushRef="#br0" timeOffset="4550">1477 916 8121,'5'-1'-536,"-2"-3"1037,3 3 0,-4-2-296,5 6 1,-5 3 0,1 5-1,-1 2-62,1 3 0,0-1 1,2 2-1,-1 0-125,-1 2 1,1-3-1,-1 1 1,0 0-15,-2 2 1,2-4 0,0-1-128,-1 1 0,-1-4 0,-2 1 65,-2-5 1,-2-2 0,-5-6 62,0-3 0,0-1 0,0-5 0,1-1 60,3-2 0,-3-2 0,3-5 0,-2-1 19,1-2 0,0-2 0,2-6 0,1 0-25,0-2 0,0 0 1,4 3-1,1 1 58,3-1 1,2 1-1,6 1 1,2 4-66,2 5 1,0 6 0,3-1 0,-2 5-83,0 2 1,-5 3-1,2 5 1,-2 3 12,-2 6 0,1 1 1,-7 5-1,1 2 1,-1 0 1,-1 2 0,-3 0 0,0-2 24,0-1 1,-3 0 0,0-2 0,-1-1 125,0 0 1,3 2-1,-3-2 1,0-2 38,1-2 1,0-3 0,3 0 0,0 0-15,0 2 1,0-2-1,1-1-100,2 2 0,3-4 0,3-1 1,1-1-142,0-2 1,4 0 0,3 0 0,1 0-260,2 0 0,0 0 0,-1-2 1,1 0-369,0-1 1,-1-4 0,1 3-1,-1-1 708,-3-3 0,3-1 0,-4-1 0</inkml:trace>
  <inkml:trace contextRef="#ctx0" brushRef="#br0" timeOffset="5518">1861 876 8438,'-10'0'252,"4"-4"-279,3-3 0,2 2 1,1-2 9,0 0 0,1-1 1,1 0-1,3 2 138,0-2 1,-3-1 0,3-1-1,-2 1-154,0-1 1,0 0-1,-2 0 129,3 0 1,-3 0-9,2 1 0,-6 3 0,-3 4-27,1 4 1,-3 4 0,5 3 0,0 2-4,-2 2 1,4-2 0,-2 3 0,2-4 28,1 0 1,1 0 0,2-1-1,4-2-43,2-4 0,0 1 1,2-1-1,1 0-83,2-2 1,3-6 0,-2-1 0,2-4-116,-1-3 1,1-3 0,2-3 0,0-2 54,-3-2 0,2 2 0,-5-2 0,-2 2 12,-3 2 0,-1 0 1,-4 3 87,0 3 1,-3 6-1,-4 4 1,-2 2-16,-3 1 1,-1 5 0,-1 4-1,-1 3 21,-1 0 0,3-1 0,4-1 44,-2 0 1,4-4-9,0 1 1,3-4-1,2 3 1,3-2 86,2-2 1,3 0 0,1 0-1,0 3 191,-1 0 0,5 2 0,0 3 0,1 0-94,3-1 1,0 5 0,2 0-1,0 1-113,-1 3 0,0 3 0,-3 4 0,-3 0-193,-2 2 1,-2 0 0,-2 1 0,-5-2-49,-4 1 0,-5-4 0,-6-3 1,-3-6-66,-3-3 1,-4-1 0,-1-1 0,0-3 31,0-2 0,1-3 0,2-2 1,0-3 45,2-2 1,-2-6 0,8-2-1,1-2-5,1-1 0,4-2 0,2-2 0,0-1-21,3-1 1,5-3 0,4 2 0,3-1 21,3-2 0,2-2 0,5 0 1,0-1 52,-1 1 1,5-1 0,2 2 0,0 0 121,0 2 0,-4 4 0,2-1 0,-1 3 134,0 4 1,-3 2 42,-4 4 1,-6 6-110,-3 4 0,-4 4 0,-10 7 0,0 1-8,-2 1 0,-1 5 1,1-2-1,2 3-7,0 0 0,2 1 1,-3 0-1,2-2-72,2-1 0,1-2 0,2-3 0,-2 1 74,0-1 0,0-1-196,3-1 0,1-5 0,2-1 1,3-4-108,-1-4 0,4-2 0,-2-6 0,2-2 20,5-2 0,-4 0 0,4-4 0,-3 0 17,-2 1 0,1-4 1,0 0-1,0 0 98,0-1 1,1 3 0,1-2 0,1 3 120,-1 4 1,2-2-1,-1 6 1,0 3 189,2 1 0,-4 6 0,2-2 0,-2 4 81,-2 4 1,0 2 0,-1 6 0,-3 3-185,0 0 1,-1-3 0,-2 2 0,2-1-119,-2 0 1,-2 0 0,-2-3 0,-3 0-525,0 0 0,-3 0 1,-4-1-1,-2-2-453,-2 0 1,3-4 942,-3 4 0,0-5 0,-4 2 0</inkml:trace>
  <inkml:trace contextRef="#ctx0" brushRef="#br0" timeOffset="5634">2294 276 8438,'-5'-16'-63,"3"2"1,-3 4 0,0 0-189,3 1 0,1-1 251,1 0 0,9 0 0,2 0 0</inkml:trace>
  <inkml:trace contextRef="#ctx0" brushRef="#br1" timeOffset="5917">2510 69 19294,'-9'-1'144,"-1"-3"-66,0 3 0,6-1 0,2 8-216,5 3 1,4 8-1,0 0 1,2 4 44,0 2 0,1 5 0,0-2 0,0 2-163,0 2 0,0 3 1,0 0-1,-1 1-501,1 0 1,0-1 0,0-4 0,0-2-385,0-1 1,-5-8 0,-1-2 635,1-4 0,-5-9 240,0-6 1,-5-7 0,-4-9-1</inkml:trace>
  <inkml:trace contextRef="#ctx0" brushRef="#br1" timeOffset="6466">2589 443 19287,'-5'-10'-6442,"0"0"5866,1 0 1,3 4 0,-2-1 0,2 0 849,1-2 0,1 2 0,1 1 0,2-2 105,2-1 1,0 0-1,5-2 1,1-1-25,1-2 1,0 0 0,-3 2-1,1-2-32,2-1 1,-2 3 0,4-2 0,-2 4-7,0 0 0,-3-1 1,-4 0-1,2 0 308,1 2-118,-4 6 0,-1 0 0,-4 6 0,0 4-327,0 6 0,-1-1 1,-2 4-1,-2 1-140,-1 2 0,1 0 1,2-2-1,0 0-278,1 0 1,0-3 0,0-1 0,-2-2-41,2-1 1,1-3 0,2-2-53,2 0 0,3-3 1,4-5-1,1-5 150,2-4 1,1-3-1,4-5 1,-3 0 196,-1 0 0,4 1 0,-2 0 0,2 3 73,-2 3 0,-1-1 0,-3 4 1,1 2 652,-1 2 1,-1 3-1,-1 3-697,0 0 1,-4 8-1,-3 2 1,-2 2-52,-1 2 0,-1 0 1,-2 3-1,-4-3-63,-2 0 0,1-3 0,0 2 1,1-3 89,0-4 1,-2 2 0,-1-5-239,0 0 1,5-7-1,1-2 1,3-4-33,1-3 0,0 1 0,0-5 0,1 1 122,3 1 1,1-3-1,5 4 1,1 0 120,2-1 1,-1-1 0,5 3-1,0 1 433,2 1 1,0 1 0,0 1-1,-2 2-166,0 0 0,-2 5 0,2-1 0,-4 2-212,-2 1 0,-1-4 0,-1 1-186,1 1 1,-3 1 0,-2 0 0,1-2-237,-1 0 0,-2-1 1,4 0 639,1-2 0,0-3 0,2-1 0</inkml:trace>
  <inkml:trace contextRef="#ctx0" brushRef="#br0" timeOffset="8234">147 3043 8401,'-1'20'0,"-1"1"-87,-1-1 1,-1 1 0,4-7-1,0 0-22,0 0 1,8 2-1,3-5 1,3-4 90,4-1 1,0-3 0,2-3 0,0-2 62,-1-5 1,1 0 0,0-11 0,-1-2 41,1-2 1,-1-5 0,-3 2 0,-2-1-19,1-1 1,-8 2-1,2-2 1,-4 2-53,-2 1 1,-3 1 0,-5 4-1,-5 3-6,-5 3 1,-3 3 0,-3 3 0,-1 4 35,-1 2 0,-3 2 0,3 2 0,1 4-5,1 1 1,2 2 0,3 0 0,3 0-32,2 0 1,4-1 0,2-2-31,0 0 0,3-5 0,6 1 0,3-2-17,5-1 0,0-1 1,5-2-1,0-4-8,2-1 1,-3-5-1,1-1 1,-1 2 7,-1 1 0,3 2 0,-5-1 0,-1 0 51,-1 0 1,-1 4 0,-1-1-1,-2 0 86,0 2 1,-4-3 0,3 4 229,-2-2-249,-1 4 1,-3-1-93,0 6 1,3-1-1,2 4 1,-1-1-8,1 1 0,2 0 1,0 4 10,2 0 1,-3 1 0,1 1 0,0 1 33,2-1 0,1 2 0,0 1 0,0-1-18,0 0 1,-4 3 0,1-3-1,0-1-27,2-2 1,0 1 0,-2-7-43,0 1 1,0-2-1,1-5-57,-1-2 1,-2-4 0,-2-6 0,0-3-69,-1-3 1,0-1 0,0 1 0,2-1 91,-2 0 0,-1 4 0,-1 0 0,0-1 75,0 2 0,0 1 0,0 4 1,0 0-64,0 0 0,4 5 333,3 1 0,-2 3 0,2 2 1,1 3-205,0 2 0,2 0 0,0-1 0,0-1-88,0-1 0,0-2 0,-1-1 0,1 0-128,0 0 1,0-6 0,-1-3 112,-3-3 0,2-5 0,-5 1 0,-1-3 74,0-1 1,-2-3 0,-2-1 0,-1-1 69,-3-2 0,-3-1 0,-1 1 1,0 2 44,0 1 0,4 1 0,-1 3 0,1 1 383,0 3 1,-2 5-167,5 5 0,0 6 1,3 2-1,0 8-129,0 4 1,3 7 0,2 5 0,0 2-193,3 2 0,0-1 0,2 1 0,0-1-203,0 1 1,3 0 0,0-2 0,-1-2-266,-1-3 1,-4-2 0,-1-2 0,2-3-1534,1-3 1614,-4-6 0,0-7 0,-5-7 0,-1-2 356,-3 0 0,-1-5 0,-5 1 0,0 0 0,0-1 0,1 3 0,2-2 0,1 2-4,2 1 1,-3-3 0,4 0 0,0 1 160,-2 1 0,4 4 0,-2 1 0,2-2 78,1-1 0,0-1 0,1 2 0,2 0-109,4 1 0,-2 1 1,2-3-1,1 2-27,0 0 1,2 4 0,0-3-1,0 2-38,0 2 0,0 1 0,1 1 0,1 1 40,1 2 0,0 2 1,-3 6-1,0 1-27,-1 1 1,5 5-1,-1 0 1,-1 2-45,-1 3 0,-3 0 0,0-2 1,-1 1-14,0 1 0,-1 3 0,-1-3 1,0-2-154,-3-4 1,-1-2-1,-1-6 1,-1 0-31,-3-2 0,-1-3 0,-5-5 1,0-3 53,0-6 1,4-4 0,-1-6-1,0-1-72,-2-2 0,-1-2 1,0-5-1,0 2 87,1 2 0,3-3 0,2 4 0,0 0-7,1 2 0,0-1 0,4 1 0,3 2 203,6 4 1,0 4 0,3 5 0,-1 2 36,1 2 1,-5 1 0,2 3 0,-3 1 40,-1 2 0,-2 4 0,-4 5 1,0 1-67,0-1 0,0 2 0,-1-1 0,-2-1-109,-4-1 0,2 0 0,-2 1-208,0 1 1,1 0 0,1-3-1053,0 0 390,2-4 868,3-2 0,0-4 0,0 0 0</inkml:trace>
  <inkml:trace contextRef="#ctx0" brushRef="#br0" timeOffset="8734">1053 2403 8224,'-4'-6'-1028,"3"-3"1168,-4 8 1,5 1 0,0 7 0,0 3 48,0 3 0,1-1 0,2 3 0,1 0-126,1 1 1,1-4 0,2 1 0,-2-2-45,2-1 1,0 0 0,1-1 0,-1 0-114,-2-2 1,1-3 0,3-4-22,0 0 1,-2-1 0,0-2 0,-2-4 95,-2-2 1,3-4 0,-3 0 0,0 1 155,1 1 1,-2 1-1,-2 0 19,2 1 1,0 0 0,3 2-58,2 4 1,-3 2 0,1 2-142,-2 2 0,3-1 0,-3 4 0,1-2-272,3-1 1,-2-2 101,0-1 0,0-5 0,0-1 1,-1-4 99,-1-3 0,-3 0 1,2-6-1,-3-3 158,-3-2 1,0-2 0,-6-4-1,-2 1 148,0-1 1,0 4 0,1 1 0,2 1 339,1 2 1,-1 5-1,4 4 237,-1 2 0,2 7-520,0 4 1,2 8 0,2 6 0,2 1-196,4 3 1,-2 0 0,2 2 0,1 1-341,0 2 1,2-3 0,0 5 0,1-2-399,2-1 1,-2 3 0,2-4 0,-2 1 681,-1-3 0,4 1 0,2-5 0</inkml:trace>
  <inkml:trace contextRef="#ctx0" brushRef="#br0" timeOffset="8901">1339 2314 8224,'0'-10'44,"0"0"0,0 0 1,0 1-32,0-1 0,1 0 0,2 0 0,4 0 355,1 0 1,2 0 0,1 1-1,1-1-227,1 0 1,5-1-1,-3-1 1,2-1-360,-1 1 0,-3 2 1,2 2-1,0 2-534,-3-2 1,-1 3 751,-2-2 0,6 0 0,0-2 0</inkml:trace>
  <inkml:trace contextRef="#ctx0" brushRef="#br0" timeOffset="14368">1821 2186 8245,'-10'0'-364,"0"0"1,5-1 441,2-2 1,6-2 0,4-3 0,2 2 23,5-2 0,-4 3 0,5-2 0,-2 0 0,0-2 1,3-1 0,-1 0 0,-1 0-169,0 0 1,-1 2 0,-3 0-1,0 1-247,0 0 0,0-1 0,-1 0-225,1 2 0,-1-1 538,-2-2 0,-3 3 0,-4-3 0,0 4 0</inkml:trace>
  <inkml:trace contextRef="#ctx0" brushRef="#br0" timeOffset="14551">1969 1989 7982,'10'0'385,"0"1"-364,-1 2 0,0 3 0,-2 4 0,-4 0-146,-2-1 1,2 1-1,1 0 1,-2 0-31,-1 0 0,-1 0 1,0-1-1,-1 1 155,-2 0 0,1 0 0,-2 0 0</inkml:trace>
  <inkml:trace contextRef="#ctx0" brushRef="#br0" timeOffset="15117">2481 1566 8434,'-15'-7'-236,"1"0"0,0 5 0,0-1 0,-1 2 325,-3 1 1,3 0 0,-2 2 0,1 4 4,1 3 0,-4 9 0,3 0 0,-2 4 8,2 0 0,2-1 0,5-1 1,2-1-53,4 1 1,2-1-1,3-3 1,5-3-54,6-2 1,5-1 0,4 0-1,2 0-64,1 0 1,1-4-1,0 1 1,-2-1-49,0 0 0,-8 2 0,1-2 0,-6 1 96,-5-1 0,-1 1 1,-5 2-1,-2 0 36,-5-2 0,-7 2 0,-10-3 0,-3 3 54,-3 1 0,1-4 0,-1 0 0,3-1-103,3 1 1,3-4 0,4 1-126,4-2 1,3-5 0,5-3 0,5-1-72,5-2 1,9-4 0,5-3 0,4-2 61,2 0 1,1 1 0,4 0 0,-2-3 136,-1 0 1,1 4 0,-3 0-1,1 0 135,1-2 0,-5 3 1,1 0-1,-4 2 168,-2 2 1,-2 1 0,-3 2-74,1 3 0,-4 3 1,-5 7 127,1 6 0,-4 1 0,2 4 1,-2 0-151,-1 1 1,0 0 0,0 4 0,0-2-118,0-1 1,0 0-1,0-2 1,-1-1-225,-2 0 1,2-1 0,-4-4-1,2-1-489,0-2 0,-2-4-604,2 2 1255,2-3 0,-3-6 0,4 0 0</inkml:trace>
  <inkml:trace contextRef="#ctx0" brushRef="#br0" timeOffset="15252">2599 1516 8434,'-13'4'-441,"-1"-1"-25,-2-1 1,8-1-1,-2-1-149,1 0 615,5 5 0,-1 0 0,5 5 0</inkml:trace>
  <inkml:trace contextRef="#ctx0" brushRef="#br0" timeOffset="16985">2766 1487 8434,'-14'10'-130,"3"-1"0,-2 1 0,2 0 55,1 0 1,2 0 0,0 1 0,1 1-4,0 1 1,2 0 0,2-3-1,2 0 161,1 0-121,0-5 0,4-2 0,3-5 1,2-3-9,1-4 1,3 1-1,0-5 1,0 3 62,1 4 1,-3-3 0,3 4 0,-1-1 105,1 3 0,-1 2 1,-2 1-1,1 1 34,1 2 1,1 7 0,-2 6 0,1 3-63,-1 1 1,2 4-1,0 1 1,-3 1-81,-4 0 1,1 1 0,-5 2-1,-1 1-156,-1-1 1,-5-4 0,-3-2-1,-2-3 12,-5-3 0,-1-1 0,-5-6 0,1-4 94,-1 0 1,4-5-1,-1 1 1,1-4 31,1-5 0,0-3 1,5-2-1,2-2 0,1-1 0,-1 2 1,5-4-1,1 0-38,1-2 0,1 0 1,0-1-1,0 0 4,0 0 0,3 1 0,2-2 0,0-1 17,3-1 0,2-3 1,2 3-1,1 0 20,-1-1 1,-1 4-1,0-2 1,1 4 69,1 0 0,0 2 0,-3 6 0,-1 0 58,-3 0 0,3 1 0,-4 2 261,1 0 120,-2 5-374,-4-2 0,0 5 0,0 2-78,0 4 1,0 1 0,1 2-1,1 0-31,2 0 0,0 1 0,-2 1 1,2 1-31,-2-1 0,2-1 0,1-2 0,-1-2-7,0 0 0,1-2 1,-3 3-20,1-1 1,0-4 0,-1 2-152,1 0 0,-2-3 88,2-5 1,-2-3-1,-1-4 1,0 1 38,0-1 0,-3-3 0,0-1 1,1 1 9,0-1 0,-1 3 1,0-3-1,1 1 34,1 0 0,1 0 1,0 3-1,1 0 11,2 0 1,-1 1 0,5 3-1,0 2 79,2 3 0,-2 1 0,-1 0 0,2 0 75,1 0 0,0 8 0,1 2 0,-1 1-92,-2 0 1,1 2 0,-1 0 0,1-1-32,-2-1 1,2-1-1,-4-1 1,1-2-83,-1 0 0,4-5 7,-2 1 1,0-2 0,-1-2-18,0-2 0,1-3 0,-2-3 0,1-1 26,-1 0 1,3-3-1,-4-1 1,0-1 6,2 1 0,-4 0 0,2 2 0,-2-1 20,-1 1 0,3-3 0,1 2 0,-2 1 14,-1 1 0,-1 2 0,-1-1 11,-2 0 0,0 4 0,-3 3-14,-2 2 0,1 2 0,-1 2 1,1 4 16,0 2 0,1 4 0,1 1 0,0 0-55,3 0 1,1 3-1,1-4 1,0-1-83,0-1 0,0-1 0,0 0 61,0 0 0,4-4 0,3 0 16,2-2 1,-3-2-1,1-4 1,0-2 16,-2-2 1,4 0 66,-3-4 0,2 0 0,0 1 7,-2 3 0,-4 0 25,2 3-54,1 2-27,-4-4 1,4 4 0,-4-1-55,2-1 0,-2-2-17,2 2 0,-2 1 1,1-4-46,1 2 0,-1-3 5,5 4 0,-4-3 15,3 2 139,-3-3 1,1 1 46,-4-4 0,0 4 9,0-1 0,0 1 0,0-4-68,0 0 0,-1 0 0,-1 0 0,-3 0-14,0 1 0,2-5 0,-4 0 0,0 0 12,2 0 1,-4-4 0,3 2 0,-2-3 36,1 0 0,0 0 1,2 3-1,1 1 97,0 1 1,-3 3-1,4-2 10,1 2 1,-1 6-83,0 1 0,2 4 0,-2 4 0,2 3 43,1 5 0,3 4 0,1 3 0,1 1-15,-1 0 1,3 1 0,-3 0-1,1 2-62,3-1 1,0-1 0,-1-1 0,0-1-54,1 1 0,0 0 0,2-2 0,-1-1-12,-2-4 1,1-5 0,-1-2-61,2 2 0,1-4 1,-2-2-1,0-4-21,-2-4 0,0-3 0,1-1 1,-3-1-82,0-2 0,-2 1 0,4-3 1,-2-1 61,-1 1 1,-2 0 0,-1-3 0,0 3 19,0 1 0,0-3 0,0 3 1,0 0 58,0 0 0,-1 2 0,-2 4 0,-1 1 217,-2 0-18,4 2-99,-2 1 0,5 8 0,2 3 0,4 2 39,2 0 0,0-2 0,2 1 1,1 2 31,2 2 1,-1 1-1,-2-3-31,2-1 0,-2 1 0,1 0 0,-4 0-23,-1 0 1,-5-4-1,0 1 1,-3 1-75,-2 0 0,-8 1 0,0-1 1,-3-2-180,-4 2 1,0 1 0,-2 1-1,0-1-1236,1 1 1405,-1 0 0,-4 4 0,-1 2 0</inkml:trace>
  <inkml:trace contextRef="#ctx0" brushRef="#br0" timeOffset="17852">1122 3121 7689,'-7'0'23,"1"0"0,4 1 0,-2 3 100,3 2 1,6 6 0,1 3 0,3 0-3,1 2 0,1 5 0,1 1 1,2 0-117,1 1 0,-3-3 1,2 2-1,-2-2-5,1-1 0,-2-2 0,2-1-22,-2-4 1,-1-3 0,-1-4-98,1-3 0,-3-6 1,-2-3-1,1-4-4,-1-3 1,-1 1-1,1-5 1,0 1-7,1 0 1,-4-2 0,3 2 0,-2 0 106,0 0 0,0 4 0,-3-3 0,0 2-11,0 0 1,0 3 0,0 4 20,0-2 369,0-1 0,-1 4 0,-1 3-205,-1 4 0,0 3 0,3 5 0,0 0-67,0 0 0,0 3 0,0 0 0,0 0-67,0 1 1,1-2 0,1 4 0,1-2-110,-1-2 1,0-1-1,1-1-481,0 0 1,1-2-539,0-1 1110,-3-3 0,7-4 0,-2 0 0</inkml:trace>
  <inkml:trace contextRef="#ctx0" brushRef="#br0" timeOffset="18002">1368 2984 8007,'-10'0'-294,"1"0"0,2-4-39,0 1 0,5 1 0,0 4 333,4 1 0,4 5 0,8-3 0,1 5 0</inkml:trace>
  <inkml:trace contextRef="#ctx0" brushRef="#br0" timeOffset="18735">1506 2944 8052,'-10'0'-770,"4"-1"0,-1-1 566,-1-1 1,0-4 648,-2 4 1,3-2 320,1 2-621,4 2 0,-3-2 1,5 6-1,1 5 8,3 4 0,1 0 0,5 4 0,0 2-21,0 0 1,0 2-1,3 0 1,1-1-105,1 1 1,-3 0 0,1-1 0,-2 1-57,-1 0 0,0-4 0,0-1 1,-2 0-127,-1-3 1,1-5 0,-5 0 122,-1 1 0,-2-4 1,-3-1-91,-4-2 0,2-2 0,-2-1 1,1-2 47,0-2 1,-1 0 0,3-4-1,2-1-46,1-2 0,-2 2 1,-1-3-1,2 0 64,1 1 0,1-3 0,1 2 0,3-2 35,2-1 1,0 2 0,-1-1-1,1 1 68,-1 0 0,0 3 0,3-2 52,-1 4-32,-1 0 0,0 5 1,-3 5 24,-2 6 1,-2 3 0,-1 0-1,-3 2 15,0 2 1,3-2-1,-3 2 1,2-2-8,0-1 0,0 0 1,3 0-1,0 0-65,0 0 1,0-4 0,1 1-1,2-1-16,3 0 0,3-1 0,1-3 1,0 2-28,0-2 1,1-1-1,1-1 1,1-1-31,-1-2 0,2-3 0,-1-4 0,-1 1-95,-1-1 1,-1-3-1,0-2 1,0 1 10,0 0 0,-4-3 1,0 3-1,-2 0 104,-2 0 0,-1 1 1,-1 3-1,0 0 71,0 0 0,-1 0 4,-2 0 1,-1 6-1,-4 3 151,1 3 1,5 7 0,-1 0-1,2 4-75,1 2 1,0-3 0,0 2 0,0-1-113,0 1 1,4-1-1,3-5 1,1 0-67,2-1 1,0-5 0,0 1 0,1-2-237,2-1 1,-1 0-1,3-1 1,1-2-484,-1-4 0,-2-5 763,4-1 0,-1-9 0,4 2 0</inkml:trace>
  <inkml:trace contextRef="#ctx0" brushRef="#br0" timeOffset="19169">2126 2727 8356,'0'10'0,"-1"0"152,-2 0 1,2-3 0,-2 0 0,2 3-93,1 2 0,0 1 0,0-3 0,0 0-81,0 0 0,0 0 0,0-1 1,0 1-43,0 0 0,3 0 0,0 0-227,-1 0 214,-1-5 0,-2-2 0,-2-6-23,-4-3 1,2-3 0,-2-2 0,1-2 41,0-4 1,-1-1 0,2-2 0,1-1 18,0-2 1,0 1 0,4-3 0,0 1 41,0 2 0,0 2 0,3-1 0,2 0 27,5 1 0,3-1 1,0 8-1,4 1 99,1 1 1,5 5-1,0 0 1,-1 2-49,-1 2 1,-3 4 0,0 3 0,-4 3-59,-3 3 1,0 2-1,-8 0 1,-1 3-5,0-1 0,-10 4 0,-3-4 0,-3 1-59,-4 1 1,3-5 0,-2 1 0,1-2-269,1-1 0,-1-1 0,4 0 1,-1-1-639,1-2 945,1-3 0,1 5 0,1-2 0</inkml:trace>
  <inkml:trace contextRef="#ctx0" brushRef="#br0" timeOffset="19419">2432 2550 8173,'-10'4'-82,"0"-1"0,-3 3 1,0-1-1,0 1 165,-2 5 0,1 0 0,-2 6 0,3 0 174,2 2 0,-1 1 1,1 2-1,2 1-36,0-1 0,5-2 1,1-3-1,3-1-218,3-2 0,2-1 0,5-4 0,1-3-71,2-2 0,-1-3 0,6-1 0,1-1-257,3-3 0,2-2 0,-2-6 1,1-1-951,-1 1 1275,3-4 0,-4 1 0,3-5 0</inkml:trace>
  <inkml:trace contextRef="#ctx0" brushRef="#br0" timeOffset="20203">2589 2521 8296,'0'11'0,"0"1"-56,0 1 1,-3 3 0,0-2 0,0 1 91,2-1 0,1 2 0,0-1 0,1-1 128,3 0 0,-2-1 0,3-3-381,0 0 0,2-1 144,0-3 0,1-3 1,-2-6-1,-1-3-84,-1-3 1,-3-4 0,3-2 0,0 1 22,-1 0 0,0 1 0,-3 3 0,1 0 339,3 0 0,-2 0 36,4 1 0,-2 3 0,2 3-139,2 2 0,-3 1 0,2 1 1,1 1-68,0 1 1,-1 4 0,0-4-1,0 0-62,2 2 1,-3-4 0,1 2-82,1-2 1,0-1 0,1-1 0,-2-2 33,-4-4 1,1-1-1,0-2 1,-2-1 49,-1-2 1,-1 1 0,0-5 0,0 0 42,0-2 0,0-1 0,0 1 0,0-1 20,0 0 0,0 2 0,0 0 1,0 3 40,0 1 1,0 1 0,1 3 0,2 1 99,4 2 1,2 0-1,1 4 10,-1 0 1,5 6 0,-1 1 0,0 1-16,1 3 1,-2 1 0,4 2-1,2 1-123,1 1 0,-1 3 0,0-3 0,-3-1-119,-1-1 0,3 3 0,-4-1 0,-1-1-223,-1-1 0,-6-2 183,-2 1 0,-3-1 0,-3-2 0,-3-4-2,-3-2 1,-4-1 0,-1-1 0,-1-1 30,1-2 0,1-3 0,2 0 0,-1-2 24,-1 0 1,0-5 0,4 1 0,1 0 29,2-1 1,4 2 0,-2-3-1,3-1-2,1 1 0,1-1 1,3-4-1,3 0 32,5 1 0,0 0 1,5 1-1,0 3 97,2 1 0,2 2 1,-1 5-1,1 4 163,-2 2 0,-2 1 1,3 0-1,-1 1 3,-3 2 0,1 3 0,-3 5 0,-2 1-120,-1 1 1,-3 1-1,0-2 1,-3 1-173,0-1 1,-2-1 0,-3-1-1,0 0-187,0 0 1,-1-1 0,-1-2-443,-1 0 0,-5-5 1,1 2-485,-1 1 1136,-2-4 0,0 3 0,0-4 0</inkml:trace>
  <inkml:trace contextRef="#ctx0" brushRef="#br0" timeOffset="20334">3151 2028 8296,'-7'-6'-398,"0"-1"-237,0 0 1,2-2 634,2-1 0,2 0 0,1 0 0</inkml:trace>
  <inkml:trace contextRef="#ctx0" brushRef="#br0" timeOffset="20802">3160 1910 8976,'0'10'224,"5"1"0,1 2 1,3 4-272,1 1 1,1 3 0,1 2 0,1 2-7,-1 0 1,0 0-1,0-3 1,1 2-249,-1 1 0,-1-6 0,-1 1 0,-1-3-263,-3-1 0,0-3 422,-3-7 1,-2-2-1,3-8 1,-3-2 61,-1-3 0,0-4 1,0 0-1,0 0 144,0-2 1,0 4 0,0-3 0,0 1 6,0 0 0,1 0 1,1 3-1,2 0 4,2 0 1,-1 0 0,3 1-1,-2-1-38,2 0 1,1 0 0,0 0 0,-2 0 4,0 1 0,-2-1 0,3 0 213,-1 0-112,-5 4 0,1 2 0,-6 5 75,-4 2 1,-2 7-1,0 7 1,-1 0 12,0 0 1,1 1 0,1-1 0,3 0 15,1 0 1,0 0 0,4-4 0,0-1-188,0-1 1,0-1 0,1-1-187,3-3 0,2-1 0,6-5 0,1 0-177,-1 0 0,3-5 1,-1-1-1,0-3-302,0-1 1,-1 0 604,-3 1 0,5-6 0,0 0 0</inkml:trace>
  <inkml:trace contextRef="#ctx0" brushRef="#br0" timeOffset="21119">2284 3121 8296,'10'0'-17,"4"-1"0,2-2 0,5-5 2,6-4 1,4-3 0,12-7 0,4-4 32,4-7 1,5-4 0,4-3 0,1 1 88,-3 0 0,-1 0 0,8 2 0,5 2 22,4 1 1,-2-2 0,-11 3 0,-5 2-97,-7 0 0,-2 2 0,-9 3 1,-5 3-155,-4 2 0,-8 3 1,3 1-1,-2 4-781,-2 2 0,-2 6 902,-9 2 0,-8 2 0,-2 1 0</inkml:trace>
  <inkml:trace contextRef="#ctx0" brushRef="#br0" timeOffset="21352">2136 3555 8075,'7'0'-726,"-1"0"1,-2 0 725,2 0 0,1-5 0,3 0 0</inkml:trace>
  <inkml:trace contextRef="#ctx0" brushRef="#br0" timeOffset="21485">2284 3525 6400,'10'0'0,"0"0"0,0 0 0</inkml:trace>
  <inkml:trace contextRef="#ctx0" brushRef="#br0" timeOffset="21600">2530 3446 8296,'10'-1'-34,"0"-2"1,-4 1 0,1-4 63,1 2 1,0-4-194,2 2 1,0 1 0,-1 1 0,-2 1-655,0-1 817,-5-3 0,11 1 0,-2-4 0</inkml:trace>
  <inkml:trace contextRef="#ctx0" brushRef="#br0" timeOffset="21717">2727 3348 8296,'6'-5'-115,"-3"-1"0,1-3 0,-1-1 0,1 2-71,0 1 0,-2-1 0,4 4 0,-1-2 186,1-1 0,0-2 0,4-1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18177 15503 15108,'-21'-13'-1114,"4"-1"0,4 1 0,2 0 1,4 0 738,1 0 0,2 0 833,4 0 0,0 4-239,0 0 1,0 14-1,1 3 1,2 13-102,2 8 1,3 4 0,-2 8-1,0 2-39,0 0 1,4 7 0,-3-3-1,2 0-119,0-4 1,-5-6 0,4-4-1,-1 0-162,0-4 0,0-7 0,4-6 0,-4-5 173,-1-2 1,0-6 0,-2 1-111,5-2 0,-2-4 0,2-2 0,1-3 210,2-1 1,7-9-1,1 2 1</inkml:trace>
  <inkml:trace contextRef="#ctx0" brushRef="#br0">17940 15253 8443,'-9'0'-194,"1"0"-614,-2 0 1186,4 0 0,-5-1-156,7-4 0,0 2-50,4-5 0,0 3-40,0-4 1,0 1-143,0-5 1,0 4-36,0 0 0,0 0-515,0-4-185,0 6 745,0 1 0,0 0 0,0-1 0</inkml:trace>
  <inkml:trace contextRef="#ctx0" brushRef="#br0">18439 15450 10022,'-11'-1'-737,"0"-2"0,4-3-311,1-1 1100,-4 4 1,4-2-1,-3 11 123,5 7 0,3 2 0,2 8 0,3 4-112,5 2 0,3 7 1,1-1-1,2 3-60,2 2 1,-1 3 0,5 1 0,-2 0-69,-3 1 0,-2-8 0,-1 1 0,0-5-177,1-3 0,-7-9 149,-3-3 1,-4-9-1,-3-8 70,-1-8 1,-11-2 0,2-10 0,-1 2 23,-1-1 0,2-1 1,-2 3-1,-1-3-12,-1-1 1,-1 4 0,5-3 0,0 1 5,0 1 0,0-2 0,1 3 0,2-2 4,1 2 0,2 1 0,-3 1 0,2-2 7,2-2 1,2 1-1,4 4 1,0-1 31,0 1 1,0-4-1,2-1 1,2 2 40,5 2 1,2 0 0,2 1 0,1 0-17,-1 0 1,4 3 0,1 0-1,-1-2-5,2 2 0,-4-1 0,2 0 0,-1 1 15,2 1 1,-3 4-1,2-2 1,-2 1-13,-2 3 1,1 2 0,2 1 0,2 1-13,-2 4 1,-1 2 0,-4 6 0,-1 0-23,-1 0 0,-1 1 1,2-1-1,-3 1-7,-1 4 1,0-4 0,-3 4 0,1-3-9,-1-2 1,-2 0 0,-1 0-140,0 0 0,0 0 0,0 0-289,0 1 1,0-1-1,0 0-817,0 0 1233,0 0 0,6 0 0,1 0 0</inkml:trace>
  <inkml:trace contextRef="#ctx0" brushRef="#br0">18886 15358 7836,'-7'12'-342,"1"-2"1,6 13 0,1 5 559,4 6 0,-3 5 0,6 5 1,-1 4-173,0 3 1,2 6 0,3 0 0,-2-1-83,-1-2 0,-5-8 0,3-3 0,-1-7-399,-3-5 384,-1-15 1,-4-12-1,-1-17 1,-3-7 43,-1-5 1,0-6-1,-3-2 1,1-4 15,-1-4 0,-2-1 0,0 1 0,2-3 24,1-4 1,5-2-1,-3 2 1,1 4 60,3 4 1,7 2 0,5 3 0,3 4 18,1 3 0,4 8 0,2 4 0,2 4-18,2 3 0,-2 6 0,-1-1 0,-1 4-44,-3 4 0,-3 8 1,-4 7-1,-5 0-12,-2 0 1,-2 4 0,0-1 0,-2 3-46,-2 1 0,-3 5 1,-7 0-1,0-2-24,-4-1 1,4-2 0,-4-1 0,4-2-85,1-1 0,-1-7 1,1-1-155,0-4 0,1-4 144,4-1 1,3-3 0,10-12 0,3-3-92,4-3 215,1-1 0,6-2 0,2-2 0</inkml:trace>
  <inkml:trace contextRef="#ctx0" brushRef="#br0">19227 15279 8453,'-13'0'-344,"0"-1"0,0-2 168,0-1 1,4-1 0,0 5 531,-1 0 1,3 2 0,-1 2-240,3 5 1,0 3 0,5 2 0,0 2-66,0 2 0,0 4 1,0-3-1,2 0-74,2 0 1,2 2 0,4-3 0,-1-2 9,1-1 0,2-2 0,1-2 0,0-2-112,0-4 0,-3 0 0,2 0 0,3-4 15,-1-4 0,1-1 0,-3-8 0,-2-2 56,-2-1 1,1-5 0,3-2 0,-2-3 91,-1-1 1,-2-1 0,2 3-1,-3 0 90,0 2 1,-3 5 0,4-4-1,0 4 84,0 5 0,-2 5 1,4 7-1,1 0-147,1 0 1,3 1-1,-1 5 1,1 6-212,4 4 0,-4 3 0,4-3 1,-3 1-206,-2 0 0,0-7 0,1-3 26,4-1 0,-4-2 0,4-4 85,-3 0 0,-8-10 1,-3-5-1,-2-4 239,-2-4 0,0-3 0,-2-3 0,-2-3-17,-5-2 1,-3-1 0,-1-5 0,-1 1 0,-4 0 1,4-5 0,-4 2 0,4 2 142,0 4 1,1 6-1,2-2 1,0 3 589,3 3 0,5 2-222,-2 11 1,5 8 0,5 6-241,3 11 0,4 7 0,1 8 1,0 3-203,1 0 1,0 5 0,2-3 0,2 2-95,-2 2 1,-2-2-1,-1 1 1,1 0-423,-1-1 1,0-1 0,0-4 0,-1 1-162,-4-6 0,3-3 0,-7-8 624,-1 0 0,-2-6 0,-1-7 0,0-7 0</inkml:trace>
  <inkml:trace contextRef="#ctx0" brushRef="#br0">19595 15135 8131,'-13'0'-419,"0"0"0,4-6 0,2-3 691,1-2 0,2 2 0,5 2 0,3-1-133,5 1 1,7-2 0,2-4-1,-1-2-54,2-2 0,-3 2 0,6-2 1,0 1-126,-2-2 1,4 4-1,-7-2 1,1 4-331,1 3 1,-5 2 369,4-2 0,2-3 0,1 5 0</inkml:trace>
  <inkml:trace contextRef="#ctx0" brushRef="#br0">20370 14583 8491,'-13'-4'-115,"1"-2"1,2-1 190,1-4 0,0 6-64,-4 0 0,2 5 0,2 5 1,3 3-234,0 4 0,5 1 0,-4 0 0,4 0 127,1 1 1,1-1 0,5 0 0,6 0 78,4 0 1,6-4 0,-3-2-1,1 0 38,3 1 0,-2 0 1,-1 4-1,-1-2 56,-3-1 1,-1 1-1,-3 6 1,-4 2 5,-3-2 1,-4 0 0,-1 0 0,-1 3 42,-4 2 1,-3-4 0,-10 3 0,-2-1-102,-1-2 1,-4-3 0,5-2-1,0-3-705,2-5 260,4 3 0,6-11 418,4-1 0,14-11 0,5-4 0</inkml:trace>
  <inkml:trace contextRef="#ctx0" brushRef="#br0">20567 14268 8371,'-13'-5'-718,"0"0"1015,0-3 0,1 7 175,3 1 1,3 7-1,6 11 1,0 4-228,0 2 1,6 3 0,1-1-1,2 0-171,0 0 1,0 1 0,4-1 0,0-1-259,0-3 0,0 3 0,0-5 1,0 0-357,1-2 0,-3 1 1,-1-2-1,-2-1-142,-2-1 0,2-2 0,-3 0 682,-2 0 0,-2-5 0,-1-2 0,0-6 0</inkml:trace>
  <inkml:trace contextRef="#ctx0" brushRef="#br0">20567 14596 8371,'-13'0'-162,"0"0"0,4 0 1,2-1 114,1-4 1,1-2-1,7-6 1,2 0 3,5 0 0,7 0 0,3-1 0,1 0 36,4-4 1,-1 4 0,0-4 0,-1 2 3,2-1 0,-1 2 0,0-3 0,-2 5 1,-2 5 0,-2-4 1,-4 5 252,1-1-107,-7 2 1,-3 6 0,-8 2-37,-5 2 0,-3 4 0,-1 5 1,0 0-17,0 0 1,0 5 0,1-1 0,2-1-33,1-1 1,2 2 0,-2 1 0,3-2-85,1-2 0,3 1 0,-2 1 0,2 2-128,2-2 0,0-6 1,2-1 37,2 1 1,3-4 0,7-3 0,-1-6-16,0-6 1,0-3 0,2-1 0,1 0 75,1 0 0,1-5 0,-5 1 0,-2 1 52,-2 1 1,3 3 0,-5 2 0,2 3 112,0 1 1,-1 2-1,6 4-64,-1 0 0,-5 0 0,1 0 0,1 0-63,2 0 1,1 4 0,0 0-26,0-1 1,1-1 0,-1-2-93,0 0 0,0-5 0,0 0 0,-1-4 55,-3-6 1,1 1-1,-4-8 1,-1-2 73,1 0 0,0-3 0,-3 1 0,1-2 40,-1-2 1,-1 2 0,-4-4 0,-1 0 23,-1-3 0,-2 3 1,3 1-1,-1 3 126,1 2 1,0 1 0,0 3 101,-1 5 0,-5 9 0,5 10-103,1 10 1,1 4 0,2 8 0,0 6-46,0 2 0,0 3 0,0 4 0,0 1-47,0-1 1,6 0 0,3 1 0,3-1-187,1 1 1,0-8 0,0-5-1,2-5-30,2-3 0,-2-6 0,4-5 1,-2-2 24,1-3 0,-1-8 0,-4-4 0,0-4-24,1-4 1,-6 1 0,0-6 0,-3-2 25,-2 0 1,0 2 0,0 0 0,2 0 65,-3 1 0,0 3 0,-2 4 0,0 1 294,0 0 0,1 1 60,4 4 1,-2 2-275,5 6 0,-3 1 1,4 2-274,1 2 0,1 3 1,3-3-102,-1-2 1,-5 0 322,1 1 0,0-3 0,4 5 0</inkml:trace>
  <inkml:trace contextRef="#ctx0" brushRef="#br0">21066 14228 8279,'-19'0'-41,"4"-1"0,-1-3 0,6-5-53,6-3 1,2-1 0,4 0 0,4 0 312,7 0 1,6-2-1,7-1 1,2-2-353,2 2 1,0 2 0,5 1 132,1-1 0,2-5 0,1-1 0</inkml:trace>
  <inkml:trace contextRef="#ctx0" brushRef="#br0">21907 13887 8472,'-18'-6'-215,"0"-3"0,5-2 0,5-3 298,-3 1 122,6 6 0,5 7 0,10 10 0,4 5-124,4 2 1,1 5 0,-3-3-1,3 0-18,1 0 0,-4 3 1,2-4-1,-4-1-67,0 2 1,-1-4-1,0 2 1,-1-2-21,-4-2 1,2-4-1,-5-1 66,-2 3-3,-2-6 1,-7-5 0,-1-8 0,-2-4 8,1-1 0,3-5 1,-2-1-1,1-1-33,3-3 1,2-4 0,1-2 0,0-2-28,0 2 1,4 0 0,2 0 0,1-2-225,3 2 0,6 3 1,2 2-1,-2 5-197,-1 5 0,-1-1 1,2 11-1,2 1 433,-2 1 0,-2 2 0,5 0 0,2 0 0</inkml:trace>
  <inkml:trace contextRef="#ctx0" brushRef="#br0">22261 13808 8472,'0'13'-2056,"0"-4"2467,0 0-176,0-6 1,2 1-178,2-8 0,-3-4 0,5-3 0,-1-1-51,-1-1 1,5 3 0,-5-8 0,1 3-26,0 2 1,-3 0 0,2 0 0,-2 0 5,-2 0 1,0 0-1,0-1 237,0 1-96,0 6 0,-2 1 0,-1 8 0,-3 3 54,-1 9 0,3 0 0,-4 8 1,1 1-73,0 2 1,4 2 0,-1-3-1,2 0-90,2-2 1,2-6 0,2 0 0,6-5 13,6-2 1,5-6 0,5 1 0,0-4-116,0-4 0,2-9 0,1-9 0,3-3-80,2-1 1,-5-2 0,2-1 0,-3-3 102,-2-2 0,3 4 0,-3-4 1,-5 2 57,-5 3 0,-9 1 0,-3 3 0,-2 3-5,-2 5 1,-2 4 0,-2 4-1,-5 5 26,-2 2 0,-7 2 0,-1 3 0,-1 4-9,-4 6 1,5 4-1,2-3 1,2 2-78,2 2 0,2-5 1,2-4-1,3-1-98,0 0 135,5 3 1,1-9-1,8 2 1,4-2 53,1-2 0,0-5 0,2 1 0,1-1 41,1 0 0,1 3 0,-5-2 0,0 2 78,0 2 1,1 2 0,0 1-1,2 3-58,2 1 1,-1 3 0,-2 6 0,1 3-9,1 2 1,1 0-1,-4 6 1,2 0-66,2 4 1,0 3-1,-5 5 1,0 2-37,0 3 0,-4-2 1,-2 6-1,-1 0-53,-3-1 1,-2-3-1,-1-9 1,0-6 61,0-5 1,-6-7 0,-2-7 0,-4-2 19,-1-3 0,-2 0 1,-1-7-1,-3-1-26,-1-1 1,-2-5 0,-4 3 0,-1-1-5,1-3 0,0-3 0,0-3 0,1-2 27,3 2 1,-2-4 0,8-1-1,3-1-7,3 0 1,3-1-1,-2-6 1,5-2-37,2 2 1,4-3-1,2 0 1,5-2-48,2-2 1,8-1-1,5 1 1,3 4-122,4 4 0,0-4 0,-5 8 0,-1 3 76,-3 0 1,1 4 0,-5 2 0,-2-1 45,-2-2 0,-2 1 0,-3 4 1,-5 0 41,-2 0 1,-2 4 0,0 0 0,-2 0 191,-2 2 1,-4-3-1,-5 4 8,0-1 1,0 4-1,0-2 1,0 4 134,0 1 1,4 0-1,0 0-129,-1 0 0,3 4 0,-1 2 1,2 1-63,4 4 1,0 0 0,4 2 0,2 2-57,5 2 0,2-2 0,2 3 0,1-4-27,-1-1 1,1 0 0,2-1 0,2-2-55,-2-1 0,3-6 1,-2 1-1,-1-1-15,-1 2 1,0-4-1,1 2 1,1-4-62,-1-4 1,-3-5-1,-2 1 1,-3-4-77,3-4 1,-4 1 0,0-5-1,-1 1 66,-3-1 1,0-1 0,0-4 0,1 0 131,-1 0 1,-1-1 0,-2 2 0,1 4 89,3 3 1,-2 3 0,4 4 137,-1 2 0,3 3 10,5 6 0,0 6 1,-1 3-1,-2 4-107,-1 4 0,-2-2 0,3 3 0,-2-4-141,-3-1 1,4 0 0,-5 1-1,1-1-242,1 0 0,-5 0 0,4 0-182,-4 0 1,-2-4-1,-4-2 423,-4-1 0,-2 10 0,-2-1 0</inkml:trace>
  <inkml:trace contextRef="#ctx0" brushRef="#br0">22786 13177 8382,'-13'-5'-200,"0"-4"0,4-1 0,2-1-464,1 3 1,3 5 663,8-2 0,8-2 0,7 0 0</inkml:trace>
  <inkml:trace contextRef="#ctx0" brushRef="#br0">23167 12704 11765,'-4'-8'-895,"0"-1"1,-2 4 0,3-3 989,-2-2 101,1 4 1,4 6 0,2 8 0,2 6-7,5 3 1,-2-1 0,2 6-1,1 3 15,2 4 0,5-1 0,1 2 0,-2 0-32,-2 0 1,-1-3 0,1 0 0,-1-3-99,0-1 0,0 0 0,0 1 1,-1-4-220,-4-1 0,3-1 0,-5-7 1,-1 0-686,1-3 1,3 1-273,-5 4 1,1-4 215,-5 0 0,0-8 884,0-1 0,-6-11 1,-1-10-1</inkml:trace>
  <inkml:trace contextRef="#ctx0" brushRef="#br0">23272 13072 7591,'-11'-13'-882,"0"0"1169,3 0 0,5 4 0,-2 0 0,4-1-184,1-2 1,1-1-1,4 0 1,4 0-149,2 0 1,2-2 0,1-1 0,0-1-421,4 1 0,-2 1 465,6 2 0,-1 0 0,6 0 0</inkml:trace>
  <inkml:trace contextRef="#ctx0" brushRef="#br0">23483 13033 8585,'7'6'-1733,"4"-5"1897,-2 4 0,3-4 1,1-1-105,0 0 1,-4-6 0,0-3 0,1-2-25,2-2 0,-4-1 0,0 0 0,-1-2 3,0-2 0,-2 1 0,2 2 0,-1-1 9,-3-1 0,-2-1 0,-2 5 10,-4 0 0,2 5 0,-5 4 0,-3 3 69,0 1 0,-2 1 0,-1 3 0,1 5 12,0 3 1,0 7 0,0 3 0,1 3-44,3 1 1,4-4-1,5-2 1,0 1-83,0-1 1,0-4-1,1 2 1,3-5-78,5-4 0,4 1 0,5-6 0,4-1-127,3-1 0,-4-4 1,1-2-1,2-7-29,1-5 0,1 0 1,-1-4-1,-2-1 140,-1 1 1,-6-2-1,0-4 1,-4 0 25,-4-1 0,-5 1 1,2 0-1,-4-1 97,-1 1 0,0 1 1,-1 2-1,-2 3 27,-2 1 1,-3 1 0,3 5 0,1 1 288,-2 4 0,3-3-191,-6 7 1,6 1-1,-1 7 6,3 5 0,2 3 1,2 1-1,3 2-121,1 2 1,2-2-1,4 2 1,0-1-59,0 2 0,-4-2 0,0 4 0,1 1-36,2-1 1,-4-2 0,0 4 0,-1-1-43,0 0 0,-4 2 0,2-4 0,-4 0-40,-1 0 1,0-1 97,0-5 0,-6-6 0,-3-2 25,-2-4 1,-2-2 0,1-4 0,2-5-2,1-6 0,2 0 0,-3-5 0,2 1-26,2-1 0,2 0 1,4-6-1,0 1-159,0 0 0,1-1 0,4 3 0,4 0-62,2 2 1,4 1 0,1-6 0,3 1 119,1 0 1,-2-1 0,4 1 0,0 1 152,-2 3 0,-1 3 0,-6 6 24,0 0 14,-5 0 0,-4 12 0,-8 6 0,-5 9 29,-3 3 0,-1 5 0,0-3 1,0 0-45,0 0 0,5 3 0,2-5 1,2-1 56,0-1 1,-1-2 0,5 0 0,2 0 4,2 1 1,3-6 0,7 0 0,-1-3 37,0-2 1,-4 3 0,-1-1 0,1-1-75,-2 2 1,4-3 0,-7 5-121,-1 3 0,-3-4 0,-4 2 1,-5 1-347,-3 2 1,-1 1-1,1 0 1,2 0-574,1 0 964,6 0 0,-2-5 0,5-3 0</inkml:trace>
  <inkml:trace contextRef="#ctx0" brushRef="#br0">24297 12612 8552,'0'-13'-73,"0"0"1,0 0-122,0 0 1,-2 0 717,-2 0 1,-3 7-1,-6 6-524,-1 7 0,-5 5 0,-1 1 0</inkml:trace>
  <inkml:trace contextRef="#ctx0" brushRef="#br0">18794 16961 8402,'-6'-13'-67,"-3"0"0,-2 0-165,-3 0 0,6-1 1,0 1 447,3 0 0,-1 6 0,3 4-30,-2 6 0,1 4 0,4 8 0,0 1-25,0 1 1,2 7 0,0-2 0,4 2-18,2 3 1,-1-1 0,5-1-1,-1-2-101,4-1 0,1-6 0,-3 2 0,0-4-57,0-1 0,5-5 1,-1-4-1,1-3-29,1-1 0,-5-3 1,4-4-1,-4-7-81,0-5 0,-3-2 1,-2-2-1,-5 1-9,-2-1 1,-2-2-1,0 0 1,-2 2 64,-2 1 1,-5 1 0,-8-1 0,-4 5 35,1 2 1,-6 2-1,2 1 1,-2 4 44,1 3 1,3 4-1,0 1 1,5 0 69,2 0 0,4 1-140,2 4 1,5-4-13,8 4 0,5-4 0,7-2 0,3-5 15,1-7 1,2-1 0,3-3 0,-2 2-29,-1 2 1,-1-1 0,0-3 0,-2 1 60,0 5 1,-6-2 0,2 5 0,-5 0 95,0-1 137,-4 6 94,0-3-185,-6 6 1,0 1-50,0 4 0,0-2-43,0 6 0,0-5 0,0 5 47,0 1 1,2-3-1,1 2-32,1 1 0,2 2 0,-3 1 0,3 0-17,1 0 0,-3 0 1,3 1-1,1-1-26,-1 0 0,0 1 0,4 2 0,-3 2-40,3-2 0,0-1 0,2-2 0,1-2-65,-1-2 0,0 1 1,1-5 12,4-2 0,-8-9 0,3-7 1,-1-6-50,0-2 1,1-8 0,-2 3-1,0-3 67,-3-3 1,-5 4-1,2-4 1,-4 1 79,-1 0 1,0 1-1,0 3 1,0 3 149,0 2 0,0 3 1,-1 7 136,-4 3 0,4 5-90,-4 8 1,5 9-1,5 9 1,4 2-108,2-2 1,4 2-1,1-2 1,3 2-108,1-2 0,-2-3 0,2-6 0,1 0-106,-1 0 0,-4-6 0,2-2 1,-4-4 22,-1-1 0,1 0 1,-3-1-1,-1-4-53,-1-3 1,-6-9-1,3-1 1,-2-3 33,1-2 0,-1-1 0,-4 0 1,-1-1 88,-4-3 0,-2-3 0,-6 2 0,-2-3 48,-2-2 1,-2 5 0,-5-3 0,2 1 29,-1 1 1,3 4 0,-1 5 0,2 2 370,3 3 1,6 6-148,1 1 1,6 12 0,-1 3-1,4 8-115,4 8 0,5 5 0,7 2 0,2 3-94,-2 2 1,4-4 0,1 5 0,0 0-98,1-1 1,-6 2-1,3-5 1,-1 0-276,-1 1 0,1-5 1,-5 3-1,0-7-617,0-5 0,-5-4 382,-4-1 0,-3-7 0,-2-6 356,-3-7 1,-2-5 0,-4-2 0,1-3 180,-1 0 0,-1-5 0,1 3 0,3 0 61,1 0 1,-3 2 0,3 3-1,1 0 87,-1-4 1,1 4 0,5-4 0,0 4 67,0 1 0,0-2 0,2-1 0,2-2-129,5 2 1,3-3 0,1 2 0,1 1-11,4 1 0,-4 2 0,4 0 1,-3 0 32,-2 0 0,-2 4 0,0 2 102,-3 1 0,1 3-105,4 7 0,-5 3 1,-4 8-1,-1 3 2,1 3 1,-2 4 0,4 2 0,-2-1-69,0 0 1,2 0 0,-3 1 0,3 0 5,1 4 0,0-3 1,4 1-1,-4-4-251,-1-3 0,0-6 1,-3 1-420,1-2 543,0-8 0,-5-7 0,-2-9 1,-3-4 16,-1-4 0,-2-1 0,-3-7 0,2-2 12,1-1 0,2-6 0,-3 1 0,3-2 19,1 0 0,-3 1 0,5-1 0,1 4 19,1 4 1,2 0 0,2 3-1,2 2 18,5 4 0,3 5 0,1 3 0,0 3 50,0 1 0,0 1 0,0 5 1,0 2 12,0 2 0,-4 3 0,-2 8 1,-1 1 8,-3 2 0,-1 4 0,-2-5 1,0 1-69,0 1 1,-5-3-1,-1 4 1,-1-1-77,-3-3 1,3-1-1,-1-2 1,1 0-65,0 0 1,4-4 0,-3-2-1159,0-1 1289,5-2 0,-5-9 0,6-3 0</inkml:trace>
  <inkml:trace contextRef="#ctx0" brushRef="#br0">19897 16199 7868,'-13'0'310,"6"2"0,2 2-146,4 5 1,2 2 0,2 2 0,3 1-133,1-1 1,2 4-1,4 2 1,-1 0-133,-3 0 0,2-1 1,-2-5-1,1 0-151,-1 0 0,3-4 0,-4-2 73,4-1 1,0-3-1,-2-7 1,-3-5 105,-1-3 1,3-5 0,-5-2 0,-1-2 66,-1-2 1,-2-1 0,0 1 0,0 3 133,0 1 0,0 1 1,1 5-1,2 0 186,1 0 0,1 4 0,-4 2-214,4 1 1,2 2-1,6 4 1,0 1-65,0 3 1,2 2 0,1 4 0,2-2-114,-2-2 1,-2 2-1,-1-3 1,0-1-155,1 2 0,-1-5 1,0 4 88,0-4 1,-4-5 0,-2-2 0,-1-1 96,-3-4 1,-2-5 0,-1-1 0,-1-1 33,-4-1 1,-2-1-1,-6-6 1,0-1 33,0 1 0,-5 0 0,-1-2 0,0-1 70,0-2 0,-3 1 1,3 3-1,0 1 70,0 0 0,2 5 0,5 4 0,2 4 275,1 4 0,6 5-196,-1 8 1,3 9 0,2 9 0,2 3-96,1 1 1,11 5-1,-2-1 1,2 1-153,-1 1 0,-1-4 0,2 3 0,1-4-170,2 0 1,-1-3 0,-4 0 0,2-4-364,2-1 0,-2 3 1,2-4-451,-2-2 0,-2-3 987,0-4 0,-5-9 0,-3-8 0,-5-5 0</inkml:trace>
  <inkml:trace contextRef="#ctx0" brushRef="#br0">20225 16068 8254,'-7'-13'135,"3"-1"1,2 1-1,4 0 1,2 1 37,5 4 1,3-4-1,1 3 1,0-2-119,0-3 1,0 1-1,0 0 1,0 0-218,1 0 1,-1 1-1,0 2 1,0 3-285,0 1 1,0-3 445,0 5 0,0-6 0,1 2 0</inkml:trace>
  <inkml:trace contextRef="#ctx0" brushRef="#br0">21119 15516 8462,'0'-13'0,"-2"0"-121,-2-1 1,2 1-1,-2 0 1,1 2-8,-1 2 0,1-1 0,-5 4 1,1 0 246,0 0 1,-2 2 0,-4 4 0,0 0 2,0 0 1,-1 5 0,1 4 0,0 3-43,0 1 0,0 0 0,0 0 0,1 0-27,3 1 0,2-1 1,4 0-83,-1 0 1,4 0 0,7-1 0,3-3 7,5-5 1,7-1 0,0 0-1,2 1-5,3-1 0,-1-1 0,0-1 0,1 3 13,-1 5 0,-1-2 1,-2 2-1,-3 1 9,-1 2 1,-6 1 0,-5 0-1,-2 2 2,-3 3 1,-2-4 0,-2 4 0,-5-4 13,-7-1 1,-1-1-1,-5-2 1,2-2 35,-1-3 1,1 0-1,4-5-50,0 0 0,5-2 0,4-2 0,3-5-90,1-2 1,5-8-1,4-3 1,3-3-91,1-1 0,6-1 0,1 0 0,2-3 87,0 0 1,-4-1 0,2 5 0,-1-1 28,-3 1 1,-1 0 0,-2 1 0,-2 3 157,-2 5 1,-3 2 0,-6 2 414,0 0-217,0 6 1,-1 2 0,-2 10-125,-2 3 0,-3 4 1,3 3-1,2 1 48,2 1 1,1 2 0,0-3 0,0 3-84,0 2 0,0-4 1,1 4-1,2-2-115,2-3 0,3-2 0,-2-1 0,0 0-117,0 1 0,4-3 0,-3-1-387,1-1 1,3-6 0,-2 2-275,3-4 1,-1-7 761,-2-3 0,3-8 0,-5-4 0</inkml:trace>
  <inkml:trace contextRef="#ctx0" brushRef="#br0">21316 15082 8389,'-21'-1'-766,"4"-3"-788,2-5 1530,2 3 0,6 2 0,4 8 1,6 5 23,5 2 0,10 8 0,2 2 0</inkml:trace>
  <inkml:trace contextRef="#ctx0" brushRef="#br0">21578 15109 8389,'0'-9'-227,"-1"2"122,-4 1 0,4 3 0,-5 7 182,0 5 0,5 4 0,-4 5 1,4 3-42,1 4 0,0 2 0,0 0 0,0 3-64,0 0 1,0 1 0,0-6 0,0-2-147,0-1 0,1-8 135,4 0 0,2-9 0,5-9 10,-4-5 1,4-7 0,-3-3 0,1-1 7,-1-3 1,3-4-1,-5-2 1,2 0 59,-1 4 0,0-4 0,2 5 0,-1 3 116,1 0 1,-3 5 0,2 6-1,1 3-4,2 1 1,-3 1 0,-1 7 0,3 2 40,0 5 0,7 8 0,-1 5 0,-1 3-103,-1 1 0,2 7 0,2 2 0,0 1-70,0-1 1,3 3 0,-4-3-1,-1 5-46,2 3 1,-4 4 0,2 4 0,-4-1-17,-4-2 0,1-6 1,-5 1-1,-2-7 16,-2-5 0,-2-11 1,-4-5-1,-5-6 2,-6-4 1,0 0-1,-4-5 1,-1 0-9,1 0 1,-1-2 0,-2-2 0,1-3-7,-1-1 0,2-3 1,1 2-1,1-4 2,3-5 0,1 2 0,4-6 0,2-1-91,4-2 1,0-1-1,0-2 1,2-3-102,2-4 0,7-3 1,2-1-1,4 0-8,1-1 1,5-4 0,1 1 0,1 0 145,3 2 1,1 3-1,-1 2 1,-2 1 75,-2-2 1,-2 7 0,-5 2-1,-4 6 148,-3 3 0,1-3 110,-2 5 1,-5 1 0,-8 7 37,-3 5 0,-1 2 1,0 2 4,0 0 0,1 6 0,3 3-174,5 2 1,-2 3 0,2 0-1,1 2-20,1 2 0,7-1 0,1-4 0,1 0-83,3 1 0,2-1 0,1 0 0,0-1-45,0-4 0,0 3 0,0-6 0,1 1-16,-1 0 0,-5 0 0,1-3 0,1 1-36,2-1 1,-3-1-1,-2-4 1,0-2-90,1-5 0,-5-4 0,1-3 65,-2-2 0,2 1 1,0 2-1,-1-1 74,-1-1 1,-2-5-1,0 3 1,0 0 75,0 0 0,0-3 0,1 4 0,2 2 151,1 2 1,2 5 0,-1 2-54,3 1 1,4 1 0,1 7 51,0 2 0,-1 5 0,-2 7 0,-1 2-117,1-2 0,2-2 1,0 1-1,-2-1-75,-2 0 0,1 2 1,3-8-1,-2 3-61,-1-3 0,0-2 1,4-6-19,0 0 0,0-1 0,0-5 0,-1-6-14,-3-4 0,2-3 0,-3 2 1,0-4 57,1 1 1,-5-5-1,4 3 1,-2-3 4,-3-1 1,-2 0-1,-1-1 1,0 3-20,0 2 0,0-2 0,-1 7 1,-4 1 0,-2 7 1,-6 5 33,0 2 1,-1 12-1,1 5 1,0 5 17,0 8 0,1-2 1,2 7-1,3-3-71,1 1 1,0 0 0,3-5-1,-1-1-12,1-3 0,2-3 1,2-8 44,3-2 1,4-3 0,5-9 0,0-3 9,0-3 0,0-10 0,0 6 0,0-1 23,1-1 1,-1 6 0,0 0 60,0-1 0,0 4 1,0 2-12,0 3 1,1 1-27,-1 0 0,-2 1 0,0 2 2,-3 1 0,-3 1-30,3-5 0,-3-6 0,2-3-41,-1-3 1,-2-2 0,-4-2 0,0-3 7,0-2 0,0-1 0,0-5 0,0-2 31,0-2 1,0-6-1,-1 2 1,-4-3 15,-3-1 1,0 0 0,0 1-1,-1 1 86,2 2 1,-4 1-1,6-1 1,-1 6 333,0 6 1,-3 4-214,5 6 0,-1 7 1,5 7-73,0 11 0,0 7 0,0 7 1,0 1-28,0-1 0,5 5 0,1 1 0,1 0-81,3 0 1,-3 3 0,2-4 0,1-1-139,2 2 0,1-5 1,-1 0-1,-2-5 21,-1-3 0,0-6 0,4-5 0,0-2 26,0-4 0,2-7 0,1-9 1,1-6-47,-1-5 1,-1-1 0,-2-2 0,0-1 18,0-2 1,0-1-1,0 3 1,-1-2 43,-3 2 0,-2 7 1,-4 5-1,1 2-20,-1 2 160,-1 6 1,-2 7-1,0 8 1,0 4 66,0 1 0,0 2 1,0 1-1,1 1 26,4 0 0,2-3 0,6-1 0,0 0 90,0 1 0,1-1 0,-1 0-96,0 0 1,-6-4 0,-3-1-162,-2 3 1,-2-4 0,-2 0 0,-2 1-169,-5-1 1,-2-3 0,-2 5 0,-1 1-221,1 2 1,-4-3 0,-1-1 0,2 3-317,2 0 1,0-2-1,1 0 680,0 1 0,0 8 0,0 2 0</inkml:trace>
  <inkml:trace contextRef="#ctx0" brushRef="#br0">22222 15568 8147,'-13'0'-179,"-1"0"0,7-5 0,4-4 1,6-4 64,6-5 1,8-2-1,7-7 1,5 0 314,6-4 1,6-4 0,6-7 0,7-4-73,-26 23 0,2 0 0,1-4 1,1 0-1,2-3 0,2 0 0,1-1 1,2 1-71,1-2 1,1 2 0,-1 3 0,-1 2-1,0-1 1,-1 2 0,-4 4 0,0 2-314,24-11 1,-10 1 0,-7 12 253,-9 4 0,-1-1 0,-11 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22760 4703 18458,'26'0'0,"1"0"-310,-1 0 0,2 0 0,1 0 0,3 2-91,2 2 1,1 4 0,3 5-1,-2 1 215,-1 4 0,-4 4 1,4 10-1,0 6 1,-2 4 0,1 8 0,-5-1 0,2 5 79,-2 3 1,3 10-1,0 1 1,-16-34 0,0 2 69,0-1 0,0 1 0,2 4 1,1 0-1,-2 1 0,1 0 1,1 3-1,0 1-83,0 4 1,1 0-1,0 0 1,0 0-1,-1 2 1,-1 0-1,1 2 1,-1 1-12,0 1 0,-1 2 0,-2 1 0,-1 1 0,2 0 0,-1 0 0,-2 1 0,0 0 1,-2 1 0,0 0 0,1 2 0,-1 0 0,-1 3 1,-2 1-1,0-1 0,0 1-4,-1-2 0,0 1 0,0-1 0,0 0 1,-1-3-1,-1 0 0,1 3 0,-2 0-43,1 2 1,-1 0-1,-2 5 1,-1-1 0,1-2-1,1-2 1,-2-2-1,-1 0 122,0-1 1,0-1 0,-2 0-1,-2-1 1,0 5 0,-2-1 0,-1 1-1,-1-1 27,0 0 1,-1 0-1,-4-2 1,-2-1-1,1-5 1,-1-1-1,-2 0 1,-3 0 27,-1 0 0,-3 1 1,-2 5-1,-2 0 0,-1 0 1,0-1-1,-1-1 0,0-1 2,-1-1 1,-1-1 0,0-4 0,0 0 0,-1 1 0,0 1 0,1-1 0,0-1-8,1 1 1,1 0-1,0 0 1,2-1 0,1-1-1,0 0 1,-2-1 0,1 1-5,-2 0 0,-2-1 0,-4 0 0,-2-1 0,-2 0 0,-2-1 1,-1-1-1,-1 0-17,-3 0 0,0 0 1,-2-1-1,-1 2 1,2 0-1,0 2 1,1-3-1,0 1 11,3-1 0,-1 0 0,2-3 1,-1-2-1,0-1 0,-1-2 0,-5-1 1,-2 0 15,-5 0 1,-2-1-1,-1-1 1,-1 0 0,0-2-1,0-1 1,4-2 0,1 0 40,4-1 1,1 0 0,3-2 0,2 0 0,1-1 0,0 0 0,-3-1 0,-1-2-71,-2-1 0,-1-3 1,-4-2-1,-1-2 1,3-1-1,0-1 1,2 1-1,1-1 35,1-1 0,2-1 0,7-2 0,0-1 0,3 0 0,1 0 0,0 1 0,1-1-24,-1 2 1,-1-1 0,-4 0 0,-1-2 0,-1 0 0,-1-1 0,0 0 0,-1-2 17,0-1 1,1 0-1,6-2 1,1 1 0,0-1-1,1 0 1,-30 1 170,6-4 1,7-1 0,7-1 0,2-4-132,3-3 0,-1-6 1,1-2-1,0-3 195,4-1 0,0 2 0,7-3 0,2-3-234,1-1 1,3 3 0,4 2 0,4 0 144,7-1 1,-1 4-1,3-5 1,0 0-156,-1 1 1,4-3 0,-2 2 0,1-2 86,3 2 1,-2-1 0,-1 4 0,-2 0-26,-2 0 1,3 2 0,0 4 0,-1-1 25,1 1 0,3 4 0,-5 1 0,-1-2 1,2 4-1,0 1-30,-3 4 1,6 2 0,-1 2 0,1 3 7,1 1 1,-2 4-1,3 6 1,-1 5 1,1 3 1,1 1 0,2 2-1,0 2 12,0 5 0,2 3 0,1 2 0,3 1-15,1 3 0,-3-4 1,5 6-1,0-3-34,-2 1 1,0 0 0,-4-6-1,2-3-2,-2-4 1,-2-5 0,-1-4 0,0-5 8,0-2 0,-1-8 0,-4-2 1,-3-4-5,-4-1 1,-1 0 0,0-1 0,-1-4-20,1-3 0,-1-4 0,-2-1 1,-2-2-20,2-2 0,-3 1 1,0-5-1,0 1-28,0-1 1,-3-1-1,5-4 1,1 0 8,1-1 1,-2 1 0,-1 1 0,2 2 55,1 1 0,4 5 0,1-4 0,2 2 29,2 3 1,2 2 0,6 0 6,2 1 1,5 2-1,8 0 1,5 3-58,3-3 0,7 1 0,4 0 0,8 0-115,9-5 0,12-2 0,-25 5 0,1 0 0,4 1 0,2 0-169,4 0 1,1-1 0,5-2-1,2-1 1,3-1 0,3 1 0,1 0-1,2 1-130,-1 0 0,1 0 1,3 1-1,1 0 0,-21 4 1,0 0-1,-1 1 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definitions>
  <inkml:trace contextRef="#ctx0" brushRef="#br0">21618 2575 8390,'-9'-4'-18,"0"-1"0,5-1 0,-5 4 222,-1-3 0,2 1-232,0 4 0,0 6 1,0 2-1,2 5 28,0 5 0,3 2 1,-6 7-1,1 0 86,0 4 1,-2 3 0,4 5 0,-1 1-36,-3-1 1,2 6 0,1 3 0,1 5-8,3 4 0,2-2 1,1 5-1,0-1-34,0-4 0,0-1 0,0-1 0,1 1-49,4 3 1,-2-8 0,5 4 0,3-4 37,0-2 0,2 4 1,1-3-1,-1 2-25,0-2 0,1 3 1,2-4-1,3 1 6,2 0 0,2-5 0,6-1 0,3-6-23,2-5 1,7 1-1,7-1 1,5-3-58,3-5 0,0 0 0,4-5 0,0-1 21,-1 2 0,-9-4 0,-2 1 0,-5-4 36,-4-4 0,-4-3 0,0 2 0,1-1 80,2-3 1,2-3 0,1-5-1,4-3 37,7-4 1,2-3-1,8-1 0,0-3-105,3-1 1,0 2 0,0-3-1,-6-3 22,-6-1 1,-6 3-1,-8 1 1,0-4 9,1-4 0,-7 1 0,-2-3 0,-2 3 50,2 2 0,-3-6 1,4-3-1,-2-3-38,1-1 0,0-1 0,-5-1 0,0-2-19,0-6 1,-5 3 0,-4-2 0,-2-4-9,-2-3 0,-4-5 0,-2-6 0,-1 1 18,-3-1 0,-8-4 0,-3-3 0,2 35 0,-1-1 45,-2-4 1,0 1 0,1 2-1,0 1 1,-2 0 0,-2 1-1,1 1 1,-1 1 165,-13-33-1,-7 5 1,-3 3 0,-3 1-136,-1 6 0,-2 8 0,-3 3 0,-4 3-49,-3 5 1,-8 5-1,-3 8 1,-10 4-124,31 10 1,-1 2 0,-5 1 0,-1 2 0,-7 1 0,-1 0 0,-1 1 0,0 0 34,2 1 1,-1 0 0,3 3 0,0 0 0,2 1 0,1 1-1,1 1 1,-1 1-27,-1 1 1,0 2-1,1 0 1,-1 2-1,-4 2 1,1 1-1,1 1 1,1 0-34,1 0 1,1 1-1,3 3 1,2 1 0,4 3-1,2 1 1,2 0 0,2 1-229,3-1 1,3 2 344,3 2 0,2 1 0,1 1 0,0 0 0,1 2 0,0 0 0,-2-2 0,1 1 0</inkml:trace>
  <inkml:trace contextRef="#ctx0" brushRef="#br0">15038 5032 8151,'-51'9'-364,"3"-1"0,4 3-5,3 0 1,1 4-1,1 4 1,1 7 368,3 8 0,-1 5 0,4 5 0,-1 4 303,1 3 1,2 3-1,5 3 1,2 4-59,1 4 1,9-28 0,1 2 0,-2 0 0,0 2 0,1 1 0,1 0-207,-1 3 0,1 0 0,2 0 0,2 1 0,-1 2 1,1 1-1,3 0 0,0 0 27,2-2 1,2 1 0,1-3 0,1-1 0,3-6-1,1-1 1,3 1 0,3-1-65,2 1 0,2 0 0,3 0 0,3 0 1,2-1-1,2-1 0,1-3 0,1-1-40,0-1 0,3-3 0,4-3 0,3-2 0,5 0 0,1-1 0,3 0 0,1-1-18,3-1 1,1-1 0,0 0 0,0-3 0,0-4 0,-1-2 0,-2-1-1,0-1-57,-1 0 0,0-1 1,-2-3-1,0-1 0,0-1 1,0-2-1,1-2 0,0-2 74,3-1 0,0-3 0,4-5 0,1-2 1,1 0-1,1-2 0,-1-2 0,-1-3-31,0-1 0,-1-2 1,-5 0-1,-2-1 0,-5-1 1,-1 0-1,-2-2 0,0-1 63,0-2 0,-1-1 0,2-2 0,0 0 0,0-3 1,-1 0-1,0 1 0,-1 1 19,-2 0 1,0 0 0,-4 1-1,-1-1 1,-2 1 0,-1 0-1,-2-2 1,-3-1 0,-3 0 1,-3-1 0,-4 0-1,-3-1 1,-6 0 0,-2 0 0,0-2-1,-1 1 45,1-3 1,-2 0-1,-3-5 1,-3-1 0,-2-1-1,-1 1 1,-4 1 0,-1 0 4,-4 1 1,-2 1 0,-3 1 0,-3 2 0,-4-1 0,-2 1 0,-2 1 0,-2 1-85,-1 1 0,-2 2 0,-1 1 0,0 3 0,2 5 0,-1 3 0,1 2 0,-1 3 8,1 2 0,-1 2 0,-1 4 1,-2 3-1,-1 4 0,0 3 0,-2 2 1,-1 4-54,-3 2 1,-1 3-1,-2 5 1,0 3-1,-6 4 1,-1 2-1,3 3 1,1 2-61,2 1 1,3 2 0,2 1-1,3 2 1,8-2 0,3 2-1,1 0 1,2 1 125,2 2 0,2 0 0,0-1 0,2 1 0,-1 2 0,1 0 0,0 1 0,0-1 0</inkml:trace>
  <inkml:trace contextRef="#ctx0" brushRef="#br0">15025 1931 8299,'-27'-19'0,"1"3"0,1-4-342,3 1 509,3-5 1,6 11 0,2-1 591,2 4 1,3 8 0,6 4-399,0 9 0,10 10 0,3 9 1,3 7-110,3 5 0,-3 0 1,5 5-1,-1 0 16,1 0 1,1-5 0,2 2-1,0-5-335,-2-4 1,-5-3 0,4-5 0,-1-3-1387,0-2 0,-3-7 367,0-6 0,-8-8 0,-5-1 618,-2-7 0,-10-5 1,-3-1-1,-7 0 468,-2 0 0,-7-2 0,-3-1 0,-1-1 0,-1 0 0,3 3 0,-5-1 0,2-1 109,3-1 1,6-1-1,2 5 1,2 0 278,3 0 1,6 0 0,3-1 0,1 0-122,3-4 0,9 2 0,7-6 1,7 1-236,5 0 1,3-5 0,1 1 0,2-4-29,-2 0 0,3-1 0,-3 1 0,-3-1-65,-2 0 1,-8 3-1,1 0 1,-4 3 108,-4 2 1,-3 1 0,-6 5 141,0-1 0,-1 1 1,-4 7 103,-4 4 0,-2 4-189,-2 1 1,1 6 0,2 4 0,2 5-8,3 2 1,0 6 0,5-1 0,0 3-35,0 1 0,2 1 1,2 0-1,5 3-60,3 0 1,1 2-1,0-2 1,0-1-115,0-4 0,5 1 0,-1-4 1,-1 1 25,-1-1 1,2-3 0,1-7-187,-2-3 1,-2-4 181,0-5 1,-7-5-1,-3-4 1,-2-4 60,-2-5 1,0 3 0,0-2 0,0 2 3,0 2 0,-2-4 1,-1-1-1,-1 2 29,1 2 0,-3 0 0,2 1 1,1 0 23,1 0 1,2 0-1,0 0 1,0 0 39,0-1 1,0 1 0,0 0 101,0 0 0,5 4 0,1 2 0,1 1 3,3 3 0,-3 2 0,2 1 0,1 0-45,2 0 1,1 6-1,0 2 1,0 5-93,1 5 0,-3-2 0,0 5 0,-3-3-106,2-1 1,-2-3 0,1-1-332,1 0 1,-4-4-729,-2 0 643,-3 0 1,-1-8-1,0-7 1,0-8 40,0-8 1,0 0-1,-1-3 1,-2-3 427,-1 1 1,-1-1 0,5 2 0,-1-1 87,-4 1 0,4 1 0,-3 3 0,2 5 331,2 2 1,0 6-1,2 2-72,2 1 1,2 8 0,4 8-1,-1 6 55,1 6 0,-3-2 0,2 2 0,0 0-273,-2-1 0,3 2 0,-4-4 1,0 0-284,0 0 0,0-2 0,-3-3 0,2-1 105,3 0 0,-5-4-1128,1-1-1062,-3-5 2254,-1 3 0,6-6 0,2 0 0</inkml:trace>
  <inkml:trace contextRef="#ctx0" brushRef="#br0">15563 1760 6981,'2'8'-759,"2"-4"759,-3-2 0,5 3 0,-6 3 0</inkml:trace>
  <inkml:trace contextRef="#ctx0" brushRef="#br0">15471 1537 8396,'-9'0'-332,"1"0"1,0-1 0,-2-2 433,1-2 1,2 0 0,-3 2 389,1-2 0,5 1-953,-5 4-468,6 0 929,-3 6 0,12 1 0,1 6 0</inkml:trace>
  <inkml:trace contextRef="#ctx0" brushRef="#br0">15760 1511 8547,'-15'4'-245,"-2"1"1,2 3-1,-2-2 1,2 2 534,2 2 0,1 1 1,2 3-119,2-1 1,5 0 0,0-1 0,7-4-17,9-3 0,3-4 1,9-1-1,4 0 23,3 0 1,2 0 0,2 0 0,-2 0 14,-2 0 0,-3 0 0,-7 0 0,-4 0 146,-4 0 1,-2 2-296,-3 2 0,-14 3 0,-9 6 0,-5 1-90,-5-1 0,4 0 0,-1 0 0,1-1-893,0-4 1,4 4-1127,-2-3 2064,9-3 0,9-1 0,8-5 0</inkml:trace>
  <inkml:trace contextRef="#ctx0" brushRef="#br0">16390 998 8086,'-13'8'-294,"0"-4"248,6 3 1,1-7 0,8 2 0,3-5 162,9 0 0,0-3 0,7 2 0,-1 1-123,0 1 0,1 2 1,2 0-1,-1 2 3,1 2 0,-4 4 0,-1 5 1,-4 1 95,0 4 1,-3 2 0,-2 7-1,-5-1 85,-2 0 1,-2 0 0,0-1 0,0-1 249,0-3 0,0-4-290,0 0 0,1-8 1,4-5-1,3-4-301,4-4 1,7-8 0,4-5 0,5-1-1114,3-1 1276,5-1 0,-2-7 0,5 1 0</inkml:trace>
  <inkml:trace contextRef="#ctx0" brushRef="#br0">17389 683 7954,'11'-13'-436,"-2"0"0,1 0 1244,-5 0 1,-2 5-667,-8 4 0,-2 8 1,-8 5-1,-1 4-103,-1 5 1,-1-2 0,7 6 0,0 0 45,3-2 1,5 0-1,-2-3 1,4 0-55,1-1 0,1-1 1,4-2-1,5 0-109,6 0 1,0-1-1,6-2 1,1-3 69,2-1 1,1 3 0,-1-3 0,-3 0 179,-5-1 0,-3 1 69,-6-1 0,-3-4 0,-10 5 0,-5-2-170,-6 1 0,2-1 1,-4-4-123,3 0 1,4-1-1,2-4-199,5-4 1,4-2 0,5-4 0,7-2-76,4-5 1,8 0-1,-1-3 1,5-3 170,2 1 1,1-6-1,-5 1 1,-1 0 153,-3 0 0,1 0 0,-5 3 0,-4 0 212,-3 4 0,-1 0 0,-6 7 1,-1 2 101,-2 2 0,-6 7 0,-4 2 6,-3 4 0,3 1 1,2 1-1,0 4-94,0 3 0,4 5 0,-2 5 0,4 4-61,1 3 0,1 2 0,4 3 0,3 0-132,4-1 0,1 1 1,0-3-1,0 1-174,1-3 0,3-3 1,1 0-1,-2-5-444,-2-2 0,-1-3 0,1-2-1918,-1-2 2184,0-5 0,-7 2 0,-5-10 1,-7-2 242,-5 0 1,0-5 0,-8 3-1,2-1 125,-1 1 0,-1-1 1,3 4-1,-1-1 305,1-3 1,1 3 0,4-2-76,2-1 1,-1-2-1,7-1-218,4 0 1,9-1-1,9 1 1,3-1-65,6-4 0,-2 4 1,6-4-1,-1 3-17,0 2 1,-1-3 0,-4 0 0,1 3 71,-1 1 1,-1-2 0,-3 5-1,-5-1 515,-2 1-95,-2 3-383,-6 6 0,-7 6 0,-7 3 0,-2 3-49,0 1 0,5 0 0,-3 1 0,-1 2-76,1 2 0,4-1 1,-3-3-1,2-1-218,0 0 1,-1 0 0,5 0 30,0 0 0,2-5 0,2-4 113,5-3 0,3-1 1,1-1-1,0-3 58,0-5 0,-1-3 0,-2-2 0,-1-2 136,1-2 0,-3 2 0,2 6 0,0 1 164,-2-1 1,5 2-180,-4 0 1,4 5-1,1-2-48,0 4 0,-4 1 0,0 0-62,1 0 0,2 0 0,1 0-83,0 0 0,0-2 0,0 0 0,0-4 90,0-2 1,-4 1 0,-1-3 0,-1 0 73,0-5 1,-4 2 0,1-6-1,-2 0 59,-2-3 1,0-3 0,0-1 0,0 0 30,0-1 1,0 1 0,-2 0 0,0 0 308,-3-1 0,-1 7-267,2 2 0,2 11 0,-2 7 1,3 9 9,1 7 0,1 10 0,2 9 0,3 5-74,1 3 0,-2-2 0,3 2 0,2-5-142,2-3 0,1-5 0,0 4 1,1-3-239,-1-7 0,-2 1 0,0-9 1,-3-3-105,3-2 1,0-9-1,1 1-22,-3-6 1,-2-2 0,-4-6 0,1 3 105,-1-3 0,-3-5 0,-4-1 1,-5 1 132,-3 1 0,-1 2 0,0 0 0,1 0 156,4 0 0,-4 1 1,3 2-1,-2 1 207,-3-1 1,6 2-1,0 0 175,3-2 1,-4 2-267,4-1 1,5 5-1,6-3 1,3 1 33,6 3 0,-2-3 1,6 2-1,0-1-54,3 0 1,-2 3-1,2-4 1,0 2-17,-2 0 0,4-5 1,-5 4-1,-1 2-53,1 2 0,-2 0 1,-7-2-1,-2-2-331,1 1 84,-1-2 1,-3-1 148,-5-6 1,-5 5 64,-4 4 0,1 2 0,0 4 76,-2 2 0,2 4 0,1 5 0,0 0 54,-1 0 0,4 5 0,-3-1 0,1-1-84,3-1 0,1-2 0,2 0 1,0 0-131,0 0 0,6-5 0,4-3 0,5 0-269,3-1 1,5-1 0,-1-7 0,3-7 361,1-5 0,6 2 0,2-5 0</inkml:trace>
  <inkml:trace contextRef="#ctx0" brushRef="#br0">14867 3127 8308,'-13'4'165,"0"1"0,-5 0 144,1 0 1,5 2 0,9 8 0,6 2-65,6 5 1,2-1 0,3 0 0,-1 3-196,0 1 1,0 1-1,-1-1 1,-2-2-5,-1-1 0,-5-7 0,3-1 0,1-4-468,-1 1 0,-3-6-591,5 0 0,0-5 1013,4-5 0,0-8 0,0-7 0</inkml:trace>
  <inkml:trace contextRef="#ctx0" brushRef="#br0">15064 3271 8308,'-13'0'-385,"0"-4"1,1-2 290,3-1 1,-1 2 0,4-2 0,0 0 325,1 0 0,0 2 0,5-4 245,0-1 1,0-1-32,0-3 1,2 7-317,2 3 1,3 2 0,6 4 0,1 2-59,-1 5 0,-2 7 1,0 1-1,-3 1-32,3 1 1,-1-3 0,0 4 0,-3 1-105,-1-1 1,3-4-1,-3 2 1,0-2-127,-1 1 0,0-6 1,-4 2-215,4-2 333,-4-5 0,5-1 0,-6-10 0,0-3-31,0-4 1,0-7-1,-2-3 1,0-1 84,-3 1 0,1-3 0,4 3 1,0-3 74,0-1 0,0 1 0,0 2 0,0 2 104,0 2 0,4-3 0,1 5 0,-1 2 99,2 5 1,1 4 0,6 6-159,0 0 1,-4 6 0,0 4 0,0 5-47,-2 2 0,3 5 1,-4-3-1,0 0-157,0 0 0,2-1 0,-2-4-122,2 4 0,-6-3-319,3 2 428,-4-2 1,4-10 0,-1-5 0,-1-7 69,-2-5 0,-1-2 1,0-2-1,0-3 33,0-2 0,2 4 1,1-5-1,1 0 134,-1 2 0,3-5 1,-2 4-1,1 1 129,1 2 1,-4 4 0,7 1-39,1 0 1,2 5 0,0 5-129,-3 6 1,2 6 0,-4 7-1,1 3-97,-4 2 0,2 0 0,-2 6 0,-1-1 33,-1 0 1,-2-4 0,0-1-1,0-2-196,0-3 1,0-2 0,0-1 0,0 0 41,0 1 0,-2-7 0,-2-3-70,-5-2 1,3-4-1,0-2 1,2-6-34,0-6 1,-1-3-1,5-6 1,-1 0 23,-3-3 1,2-2 0,-2 0 0,2-2 117,2-1 1,0 2-1,0-2 1,0 0 143,0 4 0,0 0 1,0 1-1,0 1 295,0 2 0,0 7 0,0 1 1,0 2 201,0 2 1,6 7 0,3 6-209,2 7 1,1 11-1,-2 4 1,-1 3-181,1 1 0,1 5 0,-1-1 0,-1 1-303,1 1 0,1 0 0,1 5 0,-2-4-510,-1-1 1,0 0-1,2-2 1,0-1-695,-3-4 1,-5-5 1345,2-7 0,-5-7 0,-5-7 0,-3-11 0,-4-3 0,-3-7 0,-1-1 0,-1-2 0,-2 3 0,3 0 0,-2-1 0,2-2 0,2-1 0,2 1 0,2 2-125,1 1 0,6 0 0,-1-3 0,2 2 30,2 1 1,0 4-1,2-2 95,2 1 0,3-10 0,6 1 0</inkml:trace>
  <inkml:trace contextRef="#ctx0" brushRef="#br0">15511 2693 8308,'7'-1'-800,"-1"-2"1014,0-1 183,-5-1 0,9 7-314,-5 2 1,3 3 0,-3 6-72,-2 1 0,2-6 0,1 0-18,2-3 1,-4 4-2,5-4 0,-5-1 0,3-5 0,1-4 97,-1-4 1,-3-2 0,5-2-1,0-2 163,-2-3 1,5 4 0,-3-4-314,2 4 1,2 1-1,1 1 1,-1 3-129,0 5 1,-4-2 0,-1 2 0,3 1 187,0 1 0,8 2 0,2 0 0</inkml:trace>
  <inkml:trace contextRef="#ctx0" brushRef="#br0">16469 2404 8310,'-19'0'0,"3"0"0,-4 2 0,1 1 113,3 1 0,1 6 0,2-1 0,0 3 5,0 1 0,6 4 0,2 2 0,2 2-48,-1 2 1,2-4-1,-1-3 1,5-4-178,2-3 1,7-7-1,-3 3 1,4-5 51,1-5 0,0-8 0,2-7 0,1-2 12,1 0 0,5 2 0,-4-2 1,-2 4-1,-2 4 1,0 2 0,0 3 0,2 5 35,2 2 1,-5 2 0,-4 0 0,1 2-17,1 2 1,3 4 0,-3 6 0,0 2-26,-3 2 0,0-1 1,2-4-1,-3 0-54,-1 1 0,0-6-10,-2 1 0,2-7 1,3-2 68,-5-8 1,-2-8 0,-2-3-1,0-1 80,0-4 0,0 0 0,0-3 1,-2 0 52,-2-4 0,2-1 0,-2-5 0,2 4 69,2 1 0,2 1 0,1 5 0,3 1 108,1 3 1,-3 5 0,5 6 0,1 4-37,2 1 1,3 2 0,1 4-1,1 1-121,-1 4 1,0 2-1,2 6 1,2 2-94,1 2 1,-2 2-1,-6 5 1,0-3 2,0 3 1,-1-4-1,-2 1 1,-3-1 36,-1 1 1,-2-4 0,-4 3 0,0-1 53,0-2 1,-5-3-1,-4-1 1,-3 0-48,-1 1 1,-5-6 0,1 0 0,-1-1-33,-1 0 0,5-4 0,-4 1-54,4-2 0,5-2-145,0 0 0,6-6 0,0-3 0,5-2-142,2-2 1,11-5-1,-2 0 1,2 1-9,-1-2 0,4-1 0,-1-7 0,1 0 93,1-4 0,-5 2 0,4-6 0,-4-2 81,-1-1 1,-1-6 0,-2 1-1,-2 0 141,-2 2 1,-2 6 0,-4 0 0,0 0 211,0 2 1,0 6 0,0 10 0,0 2 357,0 2 1,-6 6-258,-3 3 0,2 8 1,0 5-1,1 4-80,3 4 1,1 4-1,2 5 1,0 2 7,0 2 1,0 0 0,0 3-1,2 1-206,2-1 0,2 2 0,4 5 0,-1-2-121,1-3 1,2-3-1,1-6 1,0 0-158,0 1 1,1-7 0,-1-4 25,0-6 0,0-5 1,0-10 30,0-3 0,-5-8 0,-3-2 0,0 1 73,-1-2 0,0 4 0,-4-3-73,0 4 1,0 1 0,0 0-141,0-1 1,0 1-425,0 0 752,0 0 0,-5 0 0,-3 0 0</inkml:trace>
  <inkml:trace contextRef="#ctx0" brushRef="#br0">16509 1892 8371,'-21'-6'47,"2"-3"782,0-2-580,5-3 1,6 7 0,14 4 0,7 8 53,5 8 0,7 6 0,0 7 0,4 0-33,0 1 0,4 5 0,1 3 0,0 3-91,-4 1 0,2 5 0,-1 1 0,-2 2-216,-1 2 0,-3-3 0,-2-4 0,-4-5-106,-4-7 1,1-5 0,-8-7 43,4-10 0,-3-6 0,-2-7-83,-1-3 1,4-8 0,-3-3-1,2-2-99,0-2 1,-2-6 0,4-4 0,-3 0 84,2-4 0,1-1 0,-1-1 0,-3 0 157,-1-1 0,0 1 0,-3-1 1,1 1 27,-1 0 1,-1 4 0,-2 2 0,-2 4 75,-2 4 0,1 12 0,-6 2 293,-1 3 1,-2 7-251,-1 10 0,6-1 0,2 10 0,4-2 24,1 1 1,6-1 0,4 6-1,5 0-62,2-1 0,2 2 0,-3-4 0,2 0-26,-2 0 0,-2 3 0,-1-5 1,0-1 27,1-1 0,-6 3 1,0-1-1,-2-1 18,-4-1 1,0-2 0,-5 0 0,-4 0-102,-6 0 1,-4 0 0,3-1-1,-2-2-92,-2-1 0,-1-6 0,3 1-271,-1-2 0,1-4 1,7-3-37,5-9 0,2-5 0,4-7 1,2 0 154,5 0 0,7-1 1,3 0-1,1-1 179,4 2 0,0-2 0,3 9 0,-1 0 81,0 0 1,2 1 0,1 7 0,0 1 121,-4 1 0,1 6 0,-4-2 1,2 3 118,-3-3 0,-2 4 0,-7-5 0,-2 0 140,-1-3 0,-6 2 0,1-2-72,-2-1 1,-9 0-1,-5 1 1,-6 3-104,-2 0 1,-1 5 0,-2-4-1,1 4-280,-1 1 1,0 6 0,1 1 0,4 3-523,4 4 0,0-4 0,3 7 591,2-2 0,-3 10 0,5 2 0</inkml:trace>
  <inkml:trace contextRef="#ctx0" brushRef="#br0">18085 1458 8168,'0'-8'-29,"-2"0"1,-1 1 188,-1 0 1,-6 4 100,1-2 0,-3 4 0,-1 4-91,0 6 0,4 1 0,2 12 0,1 0-207,3-2 0,2 5 1,1-5-1,0 2-212,0 0 0,1-6 112,4 2 0,6-10 1,7-5-1,-1-7 63,2-9 0,-3-2 0,5-7 0,-1 0 57,1 2 0,-5 1 0,1 6 0,-2 0-131,-2 0 0,0 5 1,0 4-74,0 2 1,-1 4-1,-3 2 1,-3 5-26,-1 3 1,-3 1 0,2 0 0,-1 0 245,2 0 0,2 0 0,6 1 0</inkml:trace>
  <inkml:trace contextRef="#ctx0" brushRef="#br0">18426 1288 8199,'0'-18'-151,"0"-1"0,0-1-175,0-4 1,0 5 0,0 2 2513,0 2-1946,0 8 1,0 8 0,0 12 0,0 8-160,0 4 1,0 1 0,2 0 0,2-1-141,5-3 1,4 1-1,3-5 1,3-4-198,1-3 1,-2-6 0,4-5 0,1-1-81,2-3 1,-3-8-1,-2-7 1,-1-1 182,-3-4 1,-1-2-1,-3-3 1,-4-3 223,-3-2 1,-4 0 0,-1-2 0,0 2 112,0 2 1,0 2 0,-1 3 0,-4 3 300,-3 2 0,2 3 0,0 7 8,0 3 1,0 5 0,-3 10-343,5 7 1,-2 1 0,2 8 0,1 2-425,1 0 1,2 3 0,2-1 0,1 0-181,1 1 0,6-1 0,-2 0 451,-1 0 0,11 1 0,-4-1 0</inkml:trace>
  <inkml:trace contextRef="#ctx0" brushRef="#br0">18728 1182 8293,'0'-17'0,"0"-1"139,0 2 0,0 2 1,0 1-1,0-1 106,0 1 1,2 2 0,2 0-1,5 3-102,2-3 0,3 0 0,-1-1 0,0 2-434,0 1 0,0 6 0,-1-3 1,-2 2-449,-1 0 739,0-1 0,4 5 0,0 0 0</inkml:trace>
  <inkml:trace contextRef="#ctx0" brushRef="#br0">19490 749 8930,'-25'0'0,"3"0"155,5 0 0,-2 0 1,1 0-1,2 1-331,2 4 0,1-2 1,1 5-1,2 4 401,1 4 1,6 0 0,-1 6 0,2 0-57,2-2 0,0 5 1,2-4-1,2-1-294,5-2 1,2-5-1,3-3 1,0-3-5,4-1 0,-2-3 1,6-9-1,1-5-63,2-6 0,-3-6 1,-2 1-1,0-1 134,1 1 1,-5-3 0,1 5 0,-2-2 161,-2 0 1,0 6 0,-1-2 242,-3 4 1,-2 6-195,-3 4-108,-2 3 1,4 2 0,-5 2-235,4 1 1,-3 1 39,7-5 0,-6-2 0,3-2 148,0-5 1,-5 2-1,4-2 1,-2 0 173,1 2 1,-1-5 194,6 4 1,-1-3-166,6 3 0,-1 3 0,0 10-95,0 3 1,-4 4 0,-1 3 0,1 1-137,-2 1 1,5 5-1,-5-4 1,2-2-42,0-2 0,-5-1 0,4 1 1,-1-1-26,0 0 0,-2-4 0,3-2 58,3-1 1,0-3 0,2-8 47,1-3 1,-6-6 0,0-3 0,-3-4 27,-2 1 1,3-5-1,-1 2 1,-3-5 2,0-3 1,-2 1 0,0 3-1,0 1 6,0 0 1,0 1-1,0 3 1,0 5 30,0 2 0,-2-1 1,0 1 11,-3 4 0,-1 6-55,2 1 1,4 4-1,0 3 12,7 1 0,5 5 0,2-3 1,3 0-28,0 0 1,6 4 0,-1-1 0,3 1 69,1-1 1,-1 2 0,-3-2 0,-4 1 63,-4-1 1,-1 3 0,-1-4-1,-3 4-49,-5 1 0,-8 0 0,-6 0 0,-7 2-364,-4 3 0,-9-4 0,-2 5 0,-1 0-251,-4 3 0,5 1 1,1 1-1,4-2 508,1 1 0,-1 2 0,1 1 0</inkml:trace>
  <inkml:trace contextRef="#ctx0" brushRef="#br0">15708 3771 8336,'-14'0'18,"1"-2"173,0-2 0,0-2 0,0-3 770,0 5-762,5 2 0,3 5 1,5 5-1,1 5-76,3 1 1,-1 7 0,6 1 0,1 2-127,2 3 0,1-5 0,0-1 0,0 1-48,1-1 1,-1-2-1,0-8 1,0 0-59,0-3 1,0-5-2,0 2 1,0-5-1,-1-5-3,-3-3 1,1-4 0,-4-1 0,0 0 15,0 0 1,-1-2 0,-2-1 0,2-2 48,-2 2 0,3 0 0,-2 0 0,-1-1 50,-2 1 0,4 0 1,-1-1-1,-1 0 8,-2 1 1,-1 1 0,0 2 0,0 0 92,0 0 0,0 0 1,0 0 263,0-1-196,0 7-70,0 1 0,0 17 0,0 2 20,0 1 1,2 5-1,1 0 1,3 0-93,1 0 0,0 5 0,3-4 1,-1 2-39,1 0 0,-2-6 0,0 1 0,1-2-133,-1-2 0,-1-1 0,-3-3-24,5-5 0,-3 0 53,-2-4 1,-2 2 0,-1-11 0,2-3 3,1-4 1,1 2 0,-5-4 0,0 2 63,0-1 0,-2 1 0,-1-5 0,-1 2 75,1 3 0,2-3 0,1 2 0,0-1-29,0-1 1,0 4 0,0-2-1,0 2 163,0 2 1,0 0 0,1 1 69,3 4 1,-1-3 0,6 7-146,1 1 1,2 3 0,1 3 0,-1 3-57,-3 1 0,2 3 0,-2 6 1,1 2-51,-1-2 0,1-1 0,-4-2 0,0 0-135,0 0 0,2 0 0,-3 0-285,-2 0 1,3-4 8,-2 0 1,2-6 253,-2 1 0,-1-4 0,4-4 0,-1-5 40,-3-3 0,3-5 0,-2-1 0,-1 1 110,-1-2 0,2 3 0,1-5 0,-3 1 128,0 0 0,2 3 0,1 0 0,-2 2 534,-2 2 1,3 4-366,1 1 0,4 8 0,-5 3 0,0 10-95,2 6 1,-3 3 0,4 4 0,1 2-90,-1 2 1,-4-2 0,3 3-1,-2-4-193,0 0 1,5-1-1,-4 0 1,-3-1-162,0-3 0,-2-3 186,0-6 1,-2-7 7,-2-6 0,1-7 0,-4-9 0,0-3 1,-1-2 1,5-1-1,-2-5 1,0-3 28,1 0 1,-1-1 0,5 5 0,0-1 29,0 1 0,0 0 0,0 0 0,2-1 17,2 1 1,4 6 0,5 2 0,0 4 2,0 0 1,0 3 0,0 2 136,0 5 1,-1 4-67,-3 4 1,-3 3-1,-6 6 1,0 1-42,0-1 0,-5 0 0,-1 0 0,-1 0-69,-3 0 1,3 0 0,-1 1-91,2-1 1,1 0-671,0 0 585,4-6 1,-4-2 0,8-10 120,2-4 0,5-2 0,-1-4 1,1-1-5,-1-1 1,2-1-1,-3 5 1,0-2 157,1-2 1,-2 2 0,2-2 0,-3 2 138,0 2 1,-5 0 0,4 0 152,-4 0 0,-1 4 79,0 0-339,0 0 0,2 2-21,2 3 0,-1 8 0,6 5-51,1 2 1,-3 3-1,0-1 1,-1 0-11,-3 0 1,3 0 0,0 0 0,0 2-25,0 2 1,4-2-1,-3 3-65,0-4 1,5-1-20,-3 0 0,2-5 0,3-4 15,-1-2 0,-4-10 1,-2-3-1,0-6 4,0 1 0,-4-4 0,2-2 1,-4-3 95,-1-1 1,5 4 0,-1 0 0,-1 0 73,-2 2 0,-1 1 0,0 6 0,0 0 70,0-1 1,2 7 0,1 1-59,1 1 0,6 5 1,-1-2-122,3 5 1,1 6-1,0-3 1,0 1-202,0 3 1,0-3 0,0 1 0,2-2 35,3-4 1,-4 0-1,4-2 1,-4 0-16,-1 0 1,-1-6 0,-2-3-1,-2-2 126,-3-3 0,0-3 0,-5-2 0,0-3 92,0-6 1,0 2 0,-2-6-1,-2 1 53,-5 1 0,2-1 0,-2 5 1,-1 1 307,-2 3 1,4 3 0,0 6-110,2 0 0,2 7 0,4 6-129,0 7 0,0 6 1,0 5-1,0 5-769,0 6 0,4 1 1,1 3-1,-1 1-567,2-1 1,-5-3 1182,4 0 0,2 4 0,0-1 0</inkml:trace>
  <inkml:trace contextRef="#ctx0" brushRef="#br0">16890 3284 8210,'0'-13'10,"0"0"0,0 0 140,0 0 1,0-5 0,1-1 0,3 0-19,5 0 0,3-5 0,1-1 0,2-4-80,2-1 0,-2 3 0,2 2 0,-2 2 230,-2 1 1,0 7-283,0 2 0,-6 0 0,-1 5 0</inkml:trace>
  <inkml:trace contextRef="#ctx0" brushRef="#br0">15865 3311 8081,'-47'7'0,"4"-1"1143,2 0-1178,7-5 0,15 5 0,15-6 1,11 0 34,9 0 0,5 0 0,5 0 0</inkml:trace>
  <inkml:trace contextRef="#ctx0" brushRef="#br0">17060 3508 8156,'-17'1'0,"-2"2"-105,-2 2 1,1 9 0,-2 1 0,3 5 224,0 8 0,5 6 1,-5 11-1,0 9-11,-3 10 1,12-28 0,1 1 0,0 4 0,0 1-1,2 1 1,1 0-24,2 0 1,-1 0-1,0 1 1,0-1-1,3-5 1,0-2 0,-1 27-69,1-11 1,4-14 0,1-11 0,3-10-28,1-7 1,-3-4 0,5-7-1,0-4-91,-2-3 0,3-8 0,-4-2 1,0 0-125,0 0 1,-2 1-1,-4-4 1,0-3 60,0-1 0,-4-1 0,-2 1 0,-1 2 130,-4 1 0,0 0 0,-2-3 0,-1 2 122,1 1 0,0 6 1,0-2-1,0 4 153,0 1 0,4 1 1,0 3-72,-1 5 0,-2 10 1,-1 8-1,0 11 40,0 9 0,1 5 0,2 5 0,1 3-65,-1-1 0,3 5 1,0-2-1,-1 0-46,1-1 0,3 2 0,-5-8 0,0-4 26,2-5 0,-5-12 0,3-3 1,-1-3 195,1-2 0,-1-8-232,6-5 0,-1-7 0,5-9 1,0-3-106,0-1 0,0 2 1,0-4-1,2 0 43,2 2 0,-1-3 1,6 5-1,1 1-36,2-2 0,1 4 0,0-1 0,0 4-58,0 4 1,0 5 0,2-2 0,1 4-264,2 1 0,5 0 0,-1 1 0,4 2-567,5 2 0,-2 3 1,5-2 895,-2 1 0,10-4 0,-1 3 0</inkml:trace>
  <inkml:trace contextRef="#ctx0" brushRef="#br0">17270 2917 8147,'-17'-6'0,"-1"-3"-144,2-3 1,3-1 0,3 0 0,3 0 535,1 0 1,1 0 0,5 0-217,0-1 1,11-3 0,3-2 0,7-2-314,6-2 1,7-3 0,13-5 0,8-4 101,-23 16 0,0 0 1,6-3-1,0-1 0,1-1 1,1 0-1,3-2 0,2 1 28,2-1 1,0-1 0,3-2-1,0 0 1,1-1 0,1 0-1,1-1 1,-1 1-124,3-2 0,0 2 0,2 3 0,1 0 0,8 0 0,1 0 0,-1 3 0,1 2 131,-1 1 1,-1 1 0,-3-1 0,-1 1 0,-5 3 0,0 2 0,2-2 0,1 2-2,3-2 1,3 1 0,3-1 0,2-1 0,3 3 0,-1 0 0,-3 0-1,-1 1 14,-3 0 0,0 0 1,1-1-1,1 1 1,1-1-1,1 2 1,-20 4-1,1 1 0,0 0-11,1 0 0,1-1 1,-1 1-1,24-2 0,-2 1 1,-7 1-1,-1 0 1,-2 2-1,0 1 9,-2 0 0,2 1 0,3 1 1,0 1-1,2-1 0,0-1 1,-4 1-1,-1 0 30,-3 2 1,-2-1-1,-7 1 1,-3 1-1,-3 0 1,-2 0-1,-3 0 1,-1 0-7,31 0 1,0 1 0,-10 2 0,1 2-34,0-2 1,-7-3 0,-3-5 0,-8-2-25,-7 0 1,-7-9 0,1 2 0,-7 1-98,-6 3 1,-6-2 0,-4 4 60,-1-4 0,-6 3 0,-8 0 0,-3 1 28,-8 0 1,-9-3 0,-4 0 0,-2-3 338,-2-4 0,-2-1 1,-1 2-1,1-4-85,3 1 0,3 0 0,7 3 84,3 0 0,4-1-259,10 5 1,9 6-1,12 4 1,8 5 37,3 2 0,4 8 0,4-1 1,8 7 147,6 2 1,1 2 0,3 4 0,1 1-108,0-1 0,3 0 1,-10 0-1,-2 1-266,-1-1 1,-12 2 0,-4 1 0,-5 2-193,-4-2 0,-7 6 0,-5 4 329,-2 8 0,-20 16 0,-4 4 0</inkml:trace>
  <inkml:trace contextRef="#ctx0" brushRef="#br0">18255 14623 8502,'-13'-14'0,"2"1"-14,2 0 0,-3 1 0,3 2-142,-2 1 1,-2 7 0,-1-3-48,1 4 1,0 4 0,-1 4-1,-2 8 295,-2 3 0,1 6 0,3 5 1,1 2 11,0-2 0,0-1 0,0-1 0,1 1 29,3-2 0,4 2 1,5-10-84,0-2 0,3-3 0,4-4 1,7-5-18,5-3 0,2-1 1,4 0-1,-2-1-25,0-3 0,5 2 0,-8-2 1,1 2 17,-4 2 1,-2 0-1,-3 2-1,-4 2 0,-2 3 0,-6 8 0,-1 1 49,-4 2 1,-8 5 0,-9-3-1,-2 2 17,-3 0 0,1-1 1,0 1-1,1-5-75,3-2 0,-3-2 0,5-2 0,-1-2-21,4-4 1,2-4-1,4-2-202,2-4 1,3-2 0,8-8-1,2-2-112,5-5 1,2-3 0,4-1 0,1 0 89,2-1 0,3 1 1,-2 0-1,0-1 88,0 1 0,3-5 0,-4 1 0,-2 1 129,-2 1 0,4 2 0,-1-2 1,-2 0 44,-5 2 1,0-3 0,-4 7-1,0-2 134,0 3 0,-2-3 0,-4 7 0,0 1 315,0 1 1,0 2 640,0 0-907,0 5 0,0 10 0,0 11 0,0 7-125,0 5 1,0 3 0,2 1 0,1 3-151,1 2 1,6-3 0,-2 2-1,0 1-210,1-1 0,0 1 1,4 1-1,-1-4-161,-4-4 0,4-2 0,-5-2 1,2-4-475,0-4 904,-6 1 0,3-16 0,-6 0 0,-2-7 0,-2-5 0,-2-1 0,-4 0 0,1 0-44,-1 0 1,4-1 0,0 1 0,2 0 264,-1 0 1,1 0 0,4 0-1,0 0-35,0-1 1,1 1 0,4 0 0,4-1 3,2-4 0,4 2 0,2-6 0,5-1-92,3-2 0,3 3 1,1 0-1,3-1-126,2-2 0,-5 3 1,1 2-1,-2 1 24,-2 3 1,-5 2-1,-4 6 1,-2 3-27,-2 4 97,-6 1 0,-2 0 0,-10 1 0,-3 2 16,-4 2 0,3 5 0,0-1 1,-1 2 7,-1 2 1,-3-4 0,3 1 0,1 4 4,1 2 0,4 3 1,-2-3-1,0 3-25,0 1 1,4 2 0,-2 4 0,4 0-41,1 1 0,0-1 1,0-1-1,1-2-115,4-1 0,2-6 0,6 0 0,0-6 4,0-5 0,0-4 1,1-2-1,-1-5 20,0-7 0,0-3 1,0-9-1,0-4 13,0-3 1,0 1-1,-1-1 1,-2 3 54,-1 4 1,-4 7 0,3 1 0,1 2 16,-2 2 0,5 6 1,-3 2-55,2 4 0,3 1 0,-1 0 0,-2 1-36,-2 4 1,3-4 0,-3 4-1,2-4-40,2-1 0,-4 0 0,0 0 51,1 0 0,-3-6 1,1-2-1,-2-6 38,-4-3 0,0 1 0,-2-6 0,0-1 43,0-2 0,0-3 0,0-1 1,-2-3 11,-2-2 1,1 3-1,-4-2 1,0-1 131,-1 1 0,5 8 0,-1 0 0,1 5 894,-1 4-910,2 7 1,-4 10 0,6 12 0,0 8-149,0 4 1,2 7 0,1 1-1,3 2-197,1 0 1,0-1 0,3 3 0,-1-4-155,1-1 1,1 5 0,-1-4 0,-1 1-173,1-3 1,0-10 0,0-3 0,-3-3 235,-1-2 1,-1-8 144,-5-5 0,-2-5 0,-1-8 1,-3-2 155,-1-3 1,3 4-1,-3-4 1,-1 4 314,1 1 1,4-1 0,-1 1-33,2 0 1,2 0 0,0 0 0,0 0-137,0 0 1,6-1-1,3 0 1,2-2-63,3-2 1,0-4-1,2 5 1,3-1-45,2-1 0,-4 0 1,4-4-1,-1 3-69,0 1 0,-5 1 1,0 6-1,-5 2-21,0 1 0,-4 8 127,-2 1 1,-4 7 0,-3 11-1,-3 2 31,-1 1 0,3 3 1,-3-2-1,1 2-56,3-2 1,1-3 0,2-6 0,0 0-101,0 0 1,5-4 0,1-2-1,2-1-304,7-3 0,-1-3 1,8-5-1,2-3-197,1-4 1,1-7 0,0-1-1,0-2 527,1 0 0,-1-4 0,0-5 0,6 0 0,2 5 0</inkml:trace>
  <inkml:trace contextRef="#ctx0" brushRef="#br0">19608 14018 8234,'2'-17'-107,"2"-1"0,-3 5 0,4 4 1085,-4-1-717,-1-2 0,5 12 1,-1 8-1,0 8-58,2 4 0,-3 6 0,4 7 0,-1-1-193,-3 0 1,3 0-1,0-3 1,0 3-98,0 2 1,-2-5 0,-3 0 0,2-4-31,2-3 0,-1-6 0,-4 1-52,0-2 1,0-9 0,-1-8 61,-4-9 1,2-8-1,-4-9 1,0-3 115,-1-4 1,6-4-1,-4-3 1,1-2 91,1 1 0,0 3 1,4 0-1,1 1 68,3-1 1,4 2-1,5 3 1,0 5-107,0 2 0,5 8 0,-1 3 0,-1 7-14,-1 6 0,-4 5 0,0 8 0,-4 9 12,-1 5 1,-2 11-1,-4 3 1,0 6 8,0-1 0,0 5 0,0 0 1,0-2 45,0-6 1,0-1-1,-1-7 1,-2-2 69,-2-1 1,1-8-1,5-4-109,4-5 1,-2-6-1,6-5 1,1-3-75,1-5 0,3-1 0,0-10 1,2 0-111,2-3 0,1 2 1,-3-2-1,1 0-62,-1 1 1,-1-2 0,-2 4-1,0 0 90,0 0 0,-1 2 0,-2 3 0,-3 1 21,-1 0 1,-1 4 107,-5 1 1,-6 5 0,-3-2 0,-1 5 69,1 5 1,-3 3 0,4 9 0,-4 2 36,-1 1 0,1-3 0,3 4 0,5-1-63,3 1 1,1-4 0,0 4 0,0-2-145,0-3 1,5-2 0,6 0 0,3-3-105,4-2 1,5 1-1,-1-5 1,3-4-27,1-4 0,2-9 0,0-7 0,-1 0 153,-2 0 0,-3-2 0,1 2 1,-2 0 187,-2 0 1,-2 1 0,-4 5 40,1 0 0,3 6 0,1 4 42,-2 6 0,-6 10 0,-1 9 1,-1 4-50,0 5 1,-3-4-1,-5 5 1,0 0-142,0 4 1,0 1 0,-1 3 0,-3-2-103,-5-3 1,-4 3 0,-3-2 0,-3 4-336,-2-1 0,4 2 0,-4-10 1,2-4-649,3-3 0,3-5 0,4-9 1031,5-6 0,8-17 0,4-15 0</inkml:trace>
  <inkml:trace contextRef="#ctx0" brushRef="#br0">17756 14478 7884,'-26'-19'-298,"0"4"0,1-2 0,3 4 642,5 4 1,2-1-233,2 5 1,6 2-1,2 9 1,4 7 86,1 8 1,0 10-1,0 5 1,0 8-13,0 8 1,0 13 0,0-28-1,1 2 1,1 1 0,1 1-70,0 3 0,2 0 0,1 2 0,1 0 0,2 2 1,0 2-1,1 1 0,0 0-109,0 1 1,1-1 0,1-1 0,1-2 0,-3-5 0,2-1 0,0-1 0,0-2-108,1-2 0,1-1 0,8 24 0,-2-12 0,-1-13-77,-3-10 1,3-7 0,-2-10-1,0-3 101,-3-4 1,5-7 0,3-2 0,4-6 64,5-3 0,4-3 1,9-8-1,5-3 6,7-4 1,-22 16 0,3-1 0,6-3 0,2 0 0,4-2 0,1-2 3,4-3 1,1 0-1,2 0 1,-1 0-1,-3 0 1,-1 0 0,0 0-1,1 0-80,-1 0 1,1 1 0,4-1-1,1 0 1,2-1 0,0 0 0,1 3-1,1 1 120,0 2 0,0 0 0,-4 0 0,-1 1 0,-4 2 0,-1 0 0,-3 1 0,-2 0-7,-2 0 1,-1 1-1,0 0 1,-2 0-1,-1 1 1,0-1-1,1 0 1,1 0 9,0 1 1,0-1-1,-1 0 1,-1 1-1,-1 0 1,-1 0-1,25-18-5,-11 2 0,-10 6 0,-8-2 1,-5 4-139,-7 0 1,-4 5 0,-7 2 0,-4 1 92,-3 3 1,-4-3 0,-1 1 0,-1 1 14,-4-2 1,2 3 0,-7-6 0,-3-1-10,-3-2 0,-2-3 0,4-3 0,-2-4 206,-2-3 1,1-2-1,4-4 1,1-4-231,3-3 1,-1-2-1,6-1 1,1-2 52,1 0 0,2 3 0,2 6 1,1 2-19,1 3 0,6-4 0,-2 4 1,0 4 80,1 6 1,-2 0 0,4 1-1,-4 4 86,-1 3 0,-2 5 0,-4 6-83,0 0 1,-1 1 0,-5 3-1,-7 5-80,-8 3 0,-9 6 1,-8 6-1,-9 5-48,-10 6 0,22-7 0,-2 2 0,-3 2 0,-3 1 0,-4 3 0,-1 1 1,-2 1 0,-2 1 1,-3 4-1,-1 1 1,0 1-1,0-1 0,-1 0 1,-1 1-76,-1 0 1,0 0 0,-2 2-1,-1 1 1,17-11 0,0 0 0,-1-1-1,1 1 1,-1-1 0,0 0 134,1 0 0,0-1 1,1 0-1,-18 12 1,1 0-1,7-6 1,2-1-1,1 0 1,1-1-50,1-1 1,0-1 0,-3-2 0,-1-1 0,3 1 0,0-1 0,1-1-1,1 0-53,2-3 1,2 1-1,4-1 1,2 1-1,-29 11 1,7-3-130,6-1 1,11-3 0,12-10-1,5-2-271,4-1 1,3-6 0,7 0-103,3-6 1,14-6 0,11-7 575,7-2 0,1 1 0,8 4 0</inkml:trace>
  <inkml:trace contextRef="#ctx0" brushRef="#br0">18544 14123 8167,'-13'-6'-219,"-4"-1"0,-1-6 1,4 0 175,3 0 1,1-6 0,6-5 0,1-3 215,1-4 0,1-5 0,-2-1 0,-3-4-78,-1-3 0,-2-8 1,-4 2-1,0 2 130,0 1 1,-6-1-1,-3 3 1,-1 0-115,1-1 1,-3-2-1,4 3 1,0 0-59,-1-1 1,6-2-1,-2 6 1,5 2-114,4 4 0,-1 8 0,4 1 0,0 5 33,0 3 1,2 1-1,4 5 1,-1 0-52,-4 0 0,4 0 112,-4-1 1,0 6-16,0-1 1,-1 7 0,3 2 0,-2 8-9,-3 3 0,4 8 0,-3 3 0,-1 3 17,1 1 1,3 7 0,-5 0-1,-1 1 0,-2-4 1,3-2-1,2-2 1,0 1 25,-1-1 0,5-6 1,-1-2 11,3-4 1,1-9-45,0-10 1,1-8-1,2-13 1,3-2-23,1-2 0,2-2 1,4-5-1,0 3 58,0 2 0,0-3 1,1 5-1,-1 2-53,0 5 1,0 5 0,0 8 0,0 3-193,0 1 1,2 7-1,2 9 1,5 8-581,3 8 0,3 6 767,3 8 0,2 5 0,6 2 0</inkml:trace>
  <inkml:trace contextRef="#ctx0" brushRef="#br0">19057 13742 8462,'-6'13'-115,"0"-4"0,-4-2 0,1-1-19,-1-3 1,2-1 0,1-4 315,1-2 0,-2-3 0,3-7 1,1 0-5,-2-4 1,4-2 0,-2-8 0,1-1-23,-1-2 0,2-7 0,-2-1 0,1-8-38,-1-4 0,2-3 0,-4-3 0,2-6-54,0-5 1,-1 30 0,-1 0 0,3-4 0,-1-1-1,0-1 1,-1 1-10,1 0 0,0 1 0,1 4 0,1 0 0,-5-31 0,0 7 120,-1 5 0,0 22-156,-6 13 0,6 13 1,0 13-1,1 7-123,0 5 1,-2 4-1,-4 6 1,0 1 58,0-1 0,1 0 0,2-1 0,2-3-32,3-5 1,-1-2 85,1-2 0,5-5 0,-1-6-55,4-4 0,7-6 1,-1-5-1,2 0-329,3 0 1,-1 0 0,1 0-1,2 1-1081,2 3 1456,-1 3 0,8 0 0,3-1 0</inkml:trace>
  <inkml:trace contextRef="#ctx0" brushRef="#br0">19845 13611 8221,'-9'-6'192,"2"-3"0,1-2-81,3-3 0,1-4 1,2-4-1,0-5-3,0-3 1,-4-10 0,-2-9 0,0-7-37,0-5 0,-4-9 0,6 32 0,-1 0 1,0-3-1,-1 0-34,-1-2 1,1-1 0,-1-4 0,1-1 0,-1 0-1,2 0 1,0 2 0,0 0 31,0 2 0,1 2 0,0 5 0,1 1 1,-8-27-1,4 10 72,1 9 1,-3 16-1,4 8-138,-3 10 0,1 6 0,-3 8 1,3 5-42,1 3 0,-5 1 0,3 10 0,-4 3 11,-1 4 0,0-1 0,0 4 0,0-2-20,-1 1 1,6 0-1,-1-5 1,0-1-191,2-3 192,1-9 1,7-9 0,4-8 13,4-5 1,-2-4 0,2-5 0,1-2-6,2-1 1,1-3 0,-2 3 0,0 1-71,-3 2 0,0 4 0,2 2 0,-1 3-304,1 5 1,-3 2 0,2 2 408,1 0 0,2 12 0,1 3 0</inkml:trace>
  <inkml:trace contextRef="#ctx0" brushRef="#br0">20317 13204 8083,'-4'-9'-87,"0"0"1,-7 0-1,4-4 1,-2-1-249,1-4 1,3 3 0,-2-3 0,0-1 704,-1-3 0,4-5 0,-5-3 0,-1-5-98,-2-3 0,-5-3 0,-2-4 0,-2-8-154,-2-7 1,0-4-1,-1-3 1,2-2-82,-1-1 0,13 32 0,1 0 0,0 2 1,1-1-1,-6-34 31,6 5 1,-2 8 0,5 9 0,2 7 279,2 6 0,2 11-210,4 12 1,-2 7 0,4 10 0,0 5-36,0 3 1,-2 5 0,2 2-1,0 0-65,1 0 1,-4-1-1,3-5 1,1 0-124,-1 0 0,0-4 0,3-2 1,-1-1-33,1-3 1,-2-2-1,0-1 1,3 0-288,0 0 1,7 0 0,-1-1-1,-1-2-787,-1-1 1191,4-1 0,1-1 0,7-1 0</inkml:trace>
  <inkml:trace contextRef="#ctx0" brushRef="#br0">20291 11246 8311,'-31'-13'0,"1"0"-204,1 0 0,-3 1 1,1 3-1,3 5 131,5 2 1,-1 13 0,5 3 0,-1 7 264,-3 6 0,4 0 0,1 3 1,4-2-67,1-2 0,1 1 1,3-3-1,5-2-8,2-4 0,5-4 0,4 0 0,8-3-68,4-2 0,3 1 0,4-5 0,0-2-57,1-2 0,-1 0 1,0 2-1,-1 2-24,-3-2 0,-3 2 0,-6 0 0,0-1 12,0 2 1,-5-3 0,-4 6 10,-3 1 0,-3 2 0,-6-1 0,-5 0-38,-2-3 0,-5 0 0,0 2 0,-1-3-80,4-1 0,-2-2 1,1-4-130,2 0 1,7-1 0,5-3 168,3-5 0,2-4 1,3-3-1,5-2 66,3 2 1,5 1-1,2 2 1,0 0 110,0 0 1,5 4 0,-3 2 0,4 1 69,2 3 0,-1 2 0,0 1 0,0 0-73,1 0 1,-1 0 0,-1 0 0,-2-2-9,-1-2 0,-5 1 0,4-6 1,-4-1 32,-5-2 1,0 4 0,-8-1 0,-1-1 5,-1-2 0,-4-1 0,-2 1 0,-5 2-61,-3 1 1,-7 6 0,-1-1-1,-2 2-157,0 2 1,0 6 0,-3 3-1,2 4-165,1 5 1,6 2 0,-1 5 263,2-3 0,2 8 0,0-2 0</inkml:trace>
  <inkml:trace contextRef="#ctx0" brushRef="#br0">19398 11693 8401,'-39'-13'-203,"1"-1"0,1 1 0,4 2 104,1 2 1,7 3 0,6 8-1,1 2 306,1 5 1,-1 8 0,5 5 0,0 3-33,0 1 1,6 2-1,2 1 1,4 2-85,1-2 0,3-6 0,4-2 0,9-2-86,7-3 0,1 1 0,6-2 0,-1-3 12,2-1 1,-3-1 0,3 1 0,-5-3-48,-4 3 1,-3-1 0,-6 0 78,0-1 1,-1 0-79,-4 4 1,-3-6 0,-8-1-105,-2 0 1,-5-5 0,3 2-71,0-6 0,1-4 1,6-6-1,0-2 6,0-2 0,6 1 0,2-6 0,4-2 142,1 0 0,0 2 1,0 1-1,1 1 313,-1-1 1,0 5 0,0 0-35,0 6 0,0 4 1,0 6-1,-1 3-157,-3 6 0,1 5 0,-4 14 0,0 3-420,0 4 1,-1 3-1,-2 1 353,2 1 0,5-1 0,-3 0 0</inkml:trace>
  <inkml:trace contextRef="#ctx0" brushRef="#br0">18557 11890 8375,'-51'4'0,"3"1"-3,4-2 0,5 4 0,6 2 0,6 4 124,8 4 0,6 4 0,4 6 0,5 3-132,3 0 0,1 5 0,1-6 0,5-2 43,7-4 0,10-8 1,9-2-1,2-6 18,2-1 0,7-5 0,2 4 1,0-4-63,1-1 1,-4 0 0,-7 0 0,-4 0-39,-4 0 1,-2 6 0,-3 1 0,-6 2 59,-6 0 1,-4 1 0,-7 6-1,-5 2 18,-7-2 0,-2-2 1,-7 0-1,-1-1-18,-2 0 1,0-2-1,2 0 1,2-4-26,2-1 0,2-2 0,2-4-125,-2 0 0,4-6 0,0-2 0,7-6 51,4-3 1,5 1 0,4-6 0,8-1 44,4-2 0,1-1 0,4-2 0,-2 0 49,1 2 0,0-2 1,1 11-1,-2 2 122,1 5 0,-3 0 1,1 5-1,-2 4 84,-3 4 0,-2 5 0,0 8 1,-3 3-139,-2 2 1,-2 1 0,-4 4-1,2-1-4,-2-3 1,2 1-1,0-5-189,-2-2 1,4-3-1,2-4-71,2-5 0,-2-8 1,1-7-1,3-3-450,4-4 1,4-5 640,-3 1 0,5-9 0,-2-2 0</inkml:trace>
  <inkml:trace contextRef="#ctx0" brushRef="#br0">17822 12245 8408,'-47'13'0,"-4"0"0,5 0 0,-1 0 0,3 0 1,9 2 0,6 1 0,6 3 57,5 1 1,5 1-1,4 1 1,5-5-50,2-2 1,14-2 0,5-1-1,8-4 27,6-3 1,7-4 0,7-1 0,0-1-67,1-4 0,2-1 0,-4-2 0,-2 2-50,-1 0 1,-8 5 0,-2-4 0,-5 4 27,-4 1 0,-4 1 1,-10 4-1,-3 5 29,-4 6 0,-7 0 0,-5 6 0,-8 3 16,-8 4 1,-6-1 0,1 2-1,0-3 10,0-6 1,-3 1 0,4-7 0,3-5-15,5-3 1,4-2 0,6-5 0,1-2-50,3-2 1,3-5 0,8-8 0,2-5 4,5-3 1,7 2 0,3-2 0,1-3 31,4 0 1,-1 2-1,1 3 1,-4 2 35,-1 2 0,3-3 1,-5 5-1,1 1 30,1 1 1,-9 8 0,3 3-8,-1 2 1,-5 2 0,0 3 0,-1 4 1,-3 6 0,-1 5 0,-2-2 0,1 2-25,3-2 1,-2-2 0,4-1 0,-2 0-19,1 1 1,5-1 0,-2-2-11,4-2 0,-3-3 0,1-6 1,3 0 20,3 0 1,2 0 0,-4 0-1,2-1 27,2-4 1,4 2 0,-5-4 0,1 1 151,1 3 1,-5 2-71,4 1 1,-9 6 0,-5 2 0,-5 5 21,-8 5 1,-1-2-1,-12 6 1,-2 1-95,0 2 0,-3-3 1,1 0-1,1 0-43,3-2 0,3-1 0,6-7 0,0-2-621,0-1 621,6-6 0,7-3 0,7-8 0</inkml:trace>
  <inkml:trace contextRef="#ctx0" brushRef="#br0">18518 15595 8214,'-13'-13'-90,"0"4"134,0 0 0,1 8 1,3 1-1,6 10 22,6 10 0,6 8 0,7 11 1,3 2 4,1 3 1,-2 3 0,2 5-1,1 1-16,-1-1 0,-2 0 0,2-3 0,-1-1-74,-3 2 1,-1-5 0,-2-1 0,-1-5 7,-4-4 1,-2-4-1,-6-9 1,0-4-222,0-4 1,0-8 114,0-6 0,-6-6 0,-1-8 0,-2-4-44,1-4 0,-1-3 1,-4-2-1,0-4 73,-1-4 1,1-3 0,0-1 0,-1-2 44,-4-3 0,3 3 1,-4-4-1,2 1 63,-1 0 1,1-3 0,4 7-1,0 3 152,0 3 1,-1 4 0,1 6 0,2 5 5,2 6 1,-1 10 0,4 3-88,-1 8 0,2 5 0,-4 4 1,1 5-35,0 3 0,-3 1 1,3 1-1,0-3-16,-1-2 1,2 2-1,-2-7 75,4-1-115,-2-7 1,7-15 0,0-11 0,7-8-58,5-6 1,6 2 0,1-6-1,1 0-142,3 1 1,2 2-1,1 7 1,2 4-108,3 3 1,-2 5-1,5 4 305,-2 5 0,4 8 0,-2 3 0</inkml:trace>
  <inkml:trace contextRef="#ctx0" brushRef="#br0">19293 15214 8335,'-15'-2'-30,"-1"-1"3,-1-1 1,1 1 141,7 7 0,9 10 1,10 7-1,6 6 15,6 3 0,-1 4 0,0 7 1,3 1-53,1 2 1,-1 6 0,0-2 0,-2 3-65,1 1 1,-3-5 0,1-3 0,-2-3-40,-3-2 1,-6-5 0,-3-5-65,-1-6 0,-1-11 0,-5-12-63,0-7 0,-2-6 0,-2-5 0,-3-4 21,-1-3 1,-3-1 0,2 0 0,-3-2 41,-1-3 1,0 2-1,-2-6 1,-1-3 41,-1-4 0,-5 1 0,3-3 1,0 2 36,0-2 0,-4 2 1,2-5-1,-1 2 106,0 2 0,6 4 0,-1 4 1,2 4 177,2 4 1,4 12-1,2 8-183,1 8 1,-3 8 0,4 10 0,-3 6-33,-2 4 0,-2 9 0,-1 0 0,0 6-17,0 2 1,0-8-1,0 2 1,1-4 10,3-2 0,-2 1 1,3-9-1,1-5-40,3-5 1,2-11 0,2-6-40,0-11 0,6-8 1,3-12-1,2-6 2,3-5 0,0-5 0,4 4 1,2 2 16,1 1 1,2 3 0,-6 3 0,1 5-30,1 2 1,0 9-1,4 6 1,-1 7-131,1 4 0,-1 5 0,2 8 0,0 9-412,0 8 1,-1 8-1,3-2 578,1-1 0,-1 5 0,0-4 0</inkml:trace>
  <inkml:trace contextRef="#ctx0" brushRef="#br0">19897 15017 8269,'-7'5'0,"2"4"0,4 4-12,1 5 0,0-1 0,1 10 1,4 5 26,4 4 1,8 5 0,4 2-1,0 2 102,1 1 0,-4 1 1,2 3-1,1-5-61,-1-4 0,-4 1 0,0-8-5,-6-1-48,2-6 1,-15-20 0,2-11 0,-5-8-33,-4-6 0,-2-2 0,-1-6 0,0-1-53,0 1 1,-1-4-1,1-3 1,0 0 52,0-4 1,-2 4 0,-1-2-1,-1-2 40,1-1 0,0-3 0,0-1 0,-2-2 35,2 2 1,6 3-1,1 3 1,0 4 233,2 0 0,-3 10-238,6 0 0,-1 14 0,5 8 0,-1 7-38,-4 5 0,4 7 0,-5 3 0,2 2-4,-1 3 1,-3-1 0,2 0 0,0-1 42,0-3 0,0-2 67,2-2 0,2-6-138,-2-4 1,3-14 0,1-15 0,1-4-33,3-2 1,4-3 0,5-1-1,0 3-125,0 5 0,0 0 1,2 7-1,1 3-50,1 2 1,5 8 0,-3 2 0,2 8-673,2 11 907,-4 5 0,12 9 0,-4 2 0</inkml:trace>
  <inkml:trace contextRef="#ctx0" brushRef="#br0">20370 14754 8113,'-12'-2'-176,"3"-2"1,-1 4 0,7 2-97,5 9 0,4 10 0,7 9 0,0 5 560,0 3 0,0 2 0,0-1 1,-1 2-93,-3 3 0,2-2 0,-2 5 0,1-2-100,-1-3 0,3-1 0,-5-1 0,2-2-55,0-3 1,-6-5-1,1-8-165,-3-4 1,-1-11 80,0-7 1,-5-10 0,-3-9 0,-1-2 18,1-2 1,-1-2-1,-4-1 1,0-2 12,0-2 0,-2-5 0,-1-8 0,-2-2 15,2-2 1,-3 3-1,0-4 1,0 0 46,0 1 0,2 4 1,5 8-1,2 5 68,1 7 0,5 5-116,-5 10 0,6 12 0,-1 11 1,1 4 10,-1 4 1,2-3 0,-2 1 0,2-2-44,2-3 64,0-7 0,0-5 0,2-10 0,1-7-60,1-7 1,8-5-1,-1-1 1,5-1-100,1 1 1,1 0 0,1 1 0,0 3-188,0 5 1,5 8 0,-2 4 310,2 4 0,3 13 0,-1 2 0</inkml:trace>
  <inkml:trace contextRef="#ctx0" brushRef="#br0">18242 17000 8305,'-13'0'108,"0"0"0,0 0-384,0 0 0,1-5 0,6-6 0,11-3 274,11-4 0,19-7 0,10-1 1,7-7 88,5-5 1,-23 17-1,0 1 1,-1-2 0,1 0-1,1-2 1,1 0 2,2-1 1,0-1-1,3-5 1,0-1-1,1-1 1,0 0 0,1-1-1,0 0-142,1-2 1,1 0 0,4 2 0,0 1 0,5-3 0,2 0-1,3 1 1,3 0 107,2 0 1,2 0-1,0 0 1,-1 0-1,-5 3 1,-2 0-1,1 0 1,0 1-143,0 0 1,1 1-1,6 0 1,2 0-1,-22 9 1,0 0-1,1 0 1,-1 1-1,1 0 1,0 0 43,-1 1 1,0 0-1,-1-1 1,17-10 0,-2 0-1,1 3 1,-1 0 0,2 2-1,-1 1 13,2 0 1,0 1 0,0 3 0,1 2 0,-6 3 0,-1 1 0,-3 1 0,0 2-22,-5 2 0,-2 1 0,-3 1 0,-2 1 0,31-4 1,-7 2 17,-8 2 1,-2 3 0,-1 8 0,-1 4 51,-7 2 0,-5 10 0,-16 5 1,-5 9-7,-5 7 0,-9 7 0,-2 9 1,-7 8-3,-7 7 1,3-33 0,-2 1 0,-6 3 0,-1 0 0,-2 2 0,-1 0-10,-4 3 0,0 0 1,-3 1-1,-1 0 1,-2-1-1,-1-1 1,-2 2-1,0 0 8,-1 2 1,0 0 0,-1 3 0,1 0 0,-1-1 0,0 0-1,0-2 1,-1 1-16,-1-2 1,0 0-1,-2-3 1,-1 0-1,-3 3 1,-2-1-1,-3 1 1,0-1-22,-3 0 1,-1-1 0,-4 2 0,0 0 0,-1-2-1,0 0 1,1 0 0,2 0-5,1-1 0,-1 2 1,16-16-1,0 1 1,-1-1-1,-18 16 1,-1-2-1,17-17 0,-2 0 1,0-1 19,-2 0 0,-1-1 0,0 0 0,-1-1 0,-1-1 0,1 1 0,-1-1 0,-1-1 1,1 1-1,2 0 0,1-1 0,0 1 1,-17 13 0,1-1 0,-1-2 0,0-4 0,1-4 0,0-4 0,-3-1 1,0-2 96,-1-4 0,0-1 1,3-5-1,1-1 1,6-2-1,2-2 0,6-1 1,1-2 23,4-1 1,1-1 0,1-2-1,0 0 1,-4-3 0,0 0-1,-3-2 1,1-2-136,-2 0 0,1-2 1,1-5-1,1-1 1,5 0-1,3-1 0,2-2 1,2-2 51,-23-24 1,14-2 0,15-7-1,11-1 12,8-3 1,7 2-1,8-7 1,10-2-37,9-4 0,-11 33 0,2 0 0,5-5 0,2 1 0,5-4 0,2 1-17,6-2 0,2-1 1,4-5-1,2-1 1,5 0-1,1 0 1,0 1-1,-1-1-70,1 2 1,-1-1-1,-1 2 1,1 0 0,0 1-1,1 2 1,2-1 0,1 1-4,1 0 0,1 3 1,1 3-1,2 3 0,-1 3 1,1 2-1,-1 1 1,1 0-151,-3 2 1,1 1 0,-3 0-1,-2 1 1,-3 1 0,-1 0 233,-2 1 0,0 0 0,1 4 0,-1 1 0,-2-3 0,0 0 0,-2 0 0,1 0 0</inkml:trace>
  <inkml:trace contextRef="#ctx0" brushRef="#br0">19149 17381 7783,'-14'0'-515,"6"-4"1,0-2-1,1-1 446,0-3 0,4 2 0,-2 0 0,4-3 36,1 0 1,0-2 0,0 0 0,0-1 16,0 1 0,0 4 1,0 1-9,0-2 24,6-2 0,-5-1 0,11 5 0,-5 3 0</inkml:trace>
  <inkml:trace contextRef="#ctx0" brushRef="#br0">19135 17211 8131,'5'8'-729,"-1"1"0,1-4 573,-5 3 149,0-5 0,0 3-60,0-6-12,0 0 1,0 0 0</inkml:trace>
  <inkml:trace contextRef="#ctx0" brushRef="#br0">20068 12428 8349,'-13'0'-532,"0"-1"0,-1-3 424,1-5 0,2-3 0,0-1 210,3 0 1,5-2 0,0-1-43,6-1 0,4-1 1,8 4-1,2-2 55,5-2 0,4-5 1,5 1-1,4-3-10,3-1 0,3-5 0,3 0 0,4 1-46,3-2 1,3 4-1,1-3 1,2 4-52,-1 0 1,6 2 0,1 4 0,-2 3-10,-1 3 0,9 7 1,2 0-1,-32 5 0,1 1 8,2 0 0,-1 1 1,-1 0-1,-1 0 1,34 1-1,-1 0 14,-4 0 0,4 3 1,-4 4-1,-2 8-21,-3 4 1,-2 4 0,-27-8 0,1 1-1,0 2 1,1 0-12,1 3 0,0 1 0,1 0 0,-1 2 0,-4 3 1,-2 0-1,0 1 0,-1 0-13,-1 0 1,-1 1-1,-1 4 1,-1 1 0,-2-1-1,-2 0 1,-1 1 0,-2 0 4,-2 2 0,-2 0 1,-3 0-1,-1 1 0,0 3 1,-1 0-1,0 1 0,-1 0 4,-1 0 1,0 1 0,-2 4-1,-2 2 1,0-2 0,-1 1-1,1 2 1,-2 0-67,0 2 1,-1 0 0,0 3 0,-2 0-1,0 1 1,-2-1 0,-2 1 0,-1 0 72,-1 0 0,-2 1 0,0 0 0,-2 2 0,-2 3 0,0 0 0,-1 2 1,0 0 4,-1 0 1,-1-1 0,1-1-1,-2-2 1,-1-2 0,-2-1 0,2-1-1,-2 0 12,1 0 0,-2-1 0,-5 1 0,-1-1 0,0-2 0,0 0 0,-1-4 0,-2-1-5,-1-4 0,-1 0 0,0-3 0,0-2 1,-2 1-1,1-2 0,-1 0 0,0-1 78,1 0 1,1 0 0,0-4 0,2 0 0,6-3 0,0-1 0,-19 26 122,2-1 0,3-1 1,3-1-1,4-4-306,3-8 1,6-5-1,2-9 1,2-3-472,7-5 0,2-8 572,5-5 0,-2-2 0</inkml:trace>
  <inkml:trace contextRef="#ctx0" brushRef="#br0">19648 12034 8385,'-25'-26'0,"1"0"-147,3 0 1,0-1 0,-1 1-1,3 0-49,0-1 1,-1 6 0,-5-1-1,3-2 162,5-1 0,1-2 0,1-4 0,0-4 72,4-3 1,6-1 0,1-2-1,3-3 19,1-4 0,11-3 0,7-2 1,6 1-35,7-1 0,4-5 0,-14 27 0,0 0 0,2 0 0,0 0-29,0 0 0,0 0 0,1 0 0,1 0 0,0 2 0,2 1 0,0-1 0,0 1 2,1-2 1,1 1 0,-1 2 0,1 0 0,3-1 0,2-1 0,1 2 0,1 0-60,1 1 1,2 0 0,3-1 0,2 1-1,1 0 1,1 1 0,1 1 0,0 0 63,1 2 0,-1 0 0,-3 2 0,0-1 0,-2 1 0,-1 1 0,0 0 0,0 0 3,0 1 0,1 1 1,-1 3-1,1 2 0,3 2 1,2 2-1,2 1 1,0 1 0,2 1 0,0 1 0,1 1 0,0 0 0,-2 3 0,-1 0 0,-3 1 1,-2 0 13,-3 0 1,-2 2 0,1 3-1,-2 1 1,-2 3 0,-1 2 0,3 1-1,0 2-2,4 2 0,1 1 0,-3 0 0,0 0 1,4 6-1,0 2 0,-4 0 0,0 2-8,-2 1 1,-2 2 0,1 2-1,-2 1 1,-3 2 0,-1 1-1,-2 3 1,0 0-7,-2 2 0,-1 1 0,-2 4 0,0 1 0,1 4 0,-1 3 0,1 3 0,0 3-27,2 6 0,0 1 0,-1-2 0,0 2 1,-7-20-1,0 1 0,0 0 0,0 0 1,-1 0-1,-1 0-122,1 1 1,0 1 0,-1 0-1,0 5 1,0 0 0,0 1 0,-1 1-1,0 1 1,-1 0 0,-1 0 0,-1 0-1,-1 1 129,0-2 0,-1-1 1,-2 1-1,-2 1 1,-1-1-1,-1 1 1,-1 0-1,0 2 0,-1 0 1,0 1-1,0 1 1,-1 0 15,-1 2 1,1 2 0,-2-2 0,-2-3 0,-1 0 0,-1-1 0,-1 1 0,0 0 0,-1 0 0,-1-3 0,-1 1 0,-1-1-23,0 0 1,-2-1-1,-1 0 1,-1-2-1,-1-1 1,-1-1-1,-1-3 1,0 0-1,-2-1 1,1-3-1,-2-1 1,0-1 19,-11 17 0,-1-2 1,-1-2-1,-1-1 1,1-3-1,0 0 1,1-1-1,-1-1-67,1 0 1,1-2 0,4-5 0,1-1 0,-1 1 0,1-1 0,1-1 0,0-1-25,0 0 1,1-1 0,2-2 0,-2 0 93,-1-4 0,0 0 0,2 0 0,0 0 0,-1-2 0,-2-1 0,1 0 0,0-1 0</inkml:trace>
  <inkml:trace contextRef="#ctx0" brushRef="#br0">19057 12047 12073,'-27'-5'-446,"2"-7"1,4-7 0,3-1 260,4-4 1,0 2 0,3-1 0,0-2 201,3 2 1,3-2 0,-2-4-1,0-3-123,-1-2 1,0 3 0,-5-4 0,-1-1 121,1-2 1,0-7 0,0-3 0,0-5 10,0-4 1,1 0 0,2-7 0,3-6-16,3 32 0,2 0 0,-1 0 0,1 0 0,2-4 1,2 1-1,0 1 0,2 1-20,1 2 0,3-1 0,1 0 0,2-1 0,4 2 0,1 1 0,1-1 0,2 0 36,2-1 1,1 1 0,-1 3 0,1 0 0,4-2 0,1 0 0,3 0 0,1 1-92,4-3 0,2 1 1,2 1-1,3 1 0,6-1 1,1 2-1,0 0 0,1 0 67,0 1 1,-1 1 0,2-1 0,0 0 0,-2 0-1,-1 0 1,-1 1 0,1 0 8,-2 1 0,1 1 0,3-3 1,1 2-1,3 0 0,1 2 0,6-2 1,1 0 4,4 0 0,0 1 1,-3 5-1,0 0 1,-1 1-1,-1 0 1,-4 3-1,-1 1-21,-1 2 1,1 1 0,6 1-1,2 2 1,3 2 0,1 2 0,1 1-1,0 2-11,-4 1 0,0 2 1,-9 0-1,0 2 0,-4 2 1,0 3-1,-1 0 0,0 2-3,0 3 0,1 2 0,0 1 0,0 3 0,4 1 0,0 2 1,-1 2-1,0 1-1,-3 3 1,-1 1-1,0 1 1,-2 2-1,-4 1 1,-1 1-1,-1 2 1,0 0 2,-2 0 1,1 2 0,0 3-1,0 1 1,7 2 0,0 1-1,3 4 1,1 1-2,-15-13 0,0 1 0,-1 1 0,13 17 0,-1 2 0,-17-15 0,-2 2 0,0 0 0,12 21 0,-2 2-130,-3 1 0,0 1 1,-13-20-1,0 1 0,-1 0 1,0 0-1,-2 1 1,1 0-1,0 0 0,1 1 1,-1 0 104,1 0 1,1 0-1,-1 0 1,1 4-1,0 0 1,0 1-1,1 1 1,0 0 0,-1 1-1,0 1 1,-1 1-1,-1-1-102,0 1 0,-1 0 1,-1 0-1,-2 3 0,-1 0 1,-1 0-1,-2-2 0,-1 0 1,-1 1-1,-1 1 0,-1 0 1,0 0 118,-2-1 0,0 1 0,-1 0 0,-1-2 0,-1-1 0,-1 0 0,-1-1 0,-1-1 0,0-1 0,0 1 0,-1-1 0,0-1-6,0 0 1,-2-1 0,0 0-1,-4 22 1,-2-1 0,-4-3-1,-3 0 1,-1-1 0,-3-1-76,-3-2 0,-2-2 0,-6 4 0,-3-1 1,-3-6-1,-2 0 0,11-19 0,-1 1 0,0-1 114,-2 1 0,0-1 0,-1 0 0,1 1 1,0-1-1,0 0 0,-14 18 0,1-2 1,3-1-1,1-1-34,1-2 0,1 0 1,0 0-1,0 1 1,2 1-1,-2-1 1,0 0-1,-2-2-26,0-1 0,-1-2 0,0-1 0,-1-3 0,1-6 0,0-1 0,2 0 0,0 0-327,1-2 0,2 0 378,3-1 0,1 0 0,-2-2 0,1 0 0,2-1 0,1 0 0,0-2 0,-1 1 0</inkml:trace>
  <inkml:trace contextRef="#ctx0" brushRef="#br0">18400 12087 8382,'-40'-57'0,"3"0"0,0 0-478,2-1 1,6 2 0,-2-4 0,5 2 443,4 3 1,-3-1-1,5-1 1,-1-3 306,4 0 1,2-2-1,2 3 1,1-1-144,4-2 1,2-3 0,6 1 0,0 3-104,0 4 1,10 3 0,5 1-1,5 1-3,8-1 1,5-4-1,11-1 1,-19 28-1,1 0-45,3-1 0,2-1 0,4-2 0,3 0 1,5-3-1,2 1 0,0-2 0,2 0-136,1-2 1,0 0-1,-1-1 1,-1 0 0,3 0-1,0 0 1,0-1 0,0-1 152,1 0 0,0-1 0,4-1 0,0 2 0,5 3 0,1 1 0,-18 13 0,2 0 1,0 0-72,1-1 1,0 1-1,0 0 1,0-2-1,0 1 1,0-1-1,16-14 1,0 0-1,-2 1 1,0 1 75,1-1 1,1 1 0,-17 15 0,0 0 0,1 1 0,5-1 0,2 1-1,-1 0 1,0 0 0,-1 0 0,0 0 5,-3 1 0,-1 0 0,1 1 0,-1 0 0,-1 0 0,0 0 0,14-9 0,1 1 1,5 1-1,2 1-10,-20 9 1,0 1 0,2 1-1,-1 1 1,1 0 0,-1 1 0,1 1-1,-2-1 1,0 2 0,18-6-1,-3 1-2,-5 2 1,0 2 0,3 0 0,0 1-1,4 2 1,0 0 0,5 2 0,0 1-79,0 0 1,0 1 0,-4 3 0,-3 1 0,-9 1 0,-1 1 0,-2 2 0,-1 2 77,0 3 0,0 2 0,3 5 1,0 3-1,3 4 0,1 2 1,-1 1-1,-1 2 4,0 1 0,-1 2 0,-3 5 0,-1 1 0,-5 2 0,-2 1 1,-2 4-1,-1 2 13,-3 2 0,1 2 0,2 1 0,1 1 0,-5 1 0,1 1 1,4 4-1,0 1-2,4 3 0,0 2 0,-13-19 1,1 2-1,0 0 0,-1 1 1,1 1-1,-2 0 0,-1 0 1,0 1-1,-2 0-103,-2 1 0,-1 1 0,-2 0 0,0 1 0,-2 1 1,0 1-1,-2 3 0,-2 1 0,1 0 0,-1 1 0,-1 1 1,0 0 85,-1 1 1,-1 0 0,0 0-1,0 1 1,-1 0 0,1 0-1,-2-1 1,-1 0 0,1 1-1,0 1 1,-1 1 0,1 0-45,-1 1 0,1 0 0,0 1 0,1 0 0,0 1 0,-1 0 0,0 0 0,-1 0 0,0-1 0,-1-1 0,1 0 0,0-1 44,-1 1 1,1 0 0,-1 0-1,-2-2 1,0-1 0,-1 1-1,0 1 1,-1 0 0,0 0-1,-1-3 1,-1 1 0,0-1 1,-1-2 1,0 1-1,-1-1 1,-2 0-1,-1 0 1,-1 0-1,-1-4 1,0-1-1,-1-1 1,-6 23-1,-2-2 26,-3-4 0,-1-2 0,0-2 0,-3-1 0,-3-4 0,-2-1 0,1-2 0,-2-1 12,1 0 1,-1-1-1,0 1 1,-2-2-1,0 0 1,-1 0-1,-1-1 1,-1-1-5,0 0 0,-2-1 1,-3-1-1,-1 0 1,-2-3-1,-2 0 1,-4 1-1,-1-1-16,-3 2 1,-1 0 0,0 1 0,-1-1 0,3 0 0,2 0 0,3-4-1,2-2-8,4-3 0,1 0 0,5-3 0,1-1 0,1-1 0,0-1 0,0 0 0,1 0 38,-1-2 0,1-1 1,1 1-1,1-2 0,-20 15 1,0-2-342,4-1 0,3-7 1,4-5-306,4-6 603,9-10 0,5-7 0,8-6 0,3 0 0</inkml:trace>
  <inkml:trace contextRef="#ctx0" brushRef="#br0">23272 14386 8009,'-5'13'11,"-4"-1"73,-3-3 1,-1-2 0,0-4 0,0 1 18,0-1 1,-1 4 0,1 2 0,2 3-3,2 1 1,-3 2-1,3 2 1,-2 5-205,-2 3 1,2 1 0,0 0-1,-4 2 150,1 3 0,-1 1 1,0 4-1,-1-2 114,-1-2 1,1-3 0,6-5 25,1-2 1,9-8-195,4-1 0,9-7 0,15-12 1,4-5-117,8-5 1,5-6 0,9 4-1,1 2-334,2 1 0,7 2 0,3 2 457,-28 6 0,0 1 0,3-5 0,0 0 0,4 2 0,0 0 0</inkml:trace>
  <inkml:trace contextRef="#ctx0" brushRef="#br0">22130 14320 7974,'-25'-30'0,"3"-1"-34,5 2 1,2 1 0,3 3 0,2 3 110,1 5 1,8 4 8,1 4 1,6 5 0,7 8 0,-1 6-98,-4 6 1,4 6 0,-5 9-1,1 4 116,-4 3 1,-3 3 0,-1 1-1,0 3-11,0 2 1,-1 1 0,-3 5 0,-5-1-7,-3 1 1,-1-2 0,0-3 0,0-4-2,0-3 1,1-14-1,2-6-9,1-9 0,6-10 1,0-10-123,6-10 1,7-11-1,12-6 1,9-4-229,5-5 1,5 3-1,3-4 1,4 1-153,3 0 1,3-1 0,2 4 423,0 2 0,-24 14 0,-1 1 0,29-17 0</inkml:trace>
  <inkml:trace contextRef="#ctx0" brushRef="#br0">22786 13690 6934,'0'13'-21,"0"0"0,0 2 0,2 2 365,2 5 0,4 7 0,6 3 1,2 3-113,2 6 1,-1-6 0,-4 3 0,1-4-41,-1-5 0,-2-3 0,-2-4 0,-3-6-1,0-6 1,-5-1-1,5-9-160,0-6 1,1-5 0,6-8 0,2-6-172,2-4 0,-1-9 0,8 0 0,4-7-39,5-7 1,1 3 0,2-8 0,4 3-41,2 1 1,-17 25 0,1-1 0,0 1 0,0-1 0,4 1-1,0 1-46,2 0 0,1 0 0,4 0 0,3 1 1,0 0-1,0 0 0</inkml:trace>
  <inkml:trace contextRef="#ctx0" brushRef="#br0">17809 17342 8314,'-15'2'-105,"-2"2"1,1-3 0,-8 5 0,-2 0 25,-3 3 0,-3 2 1,1 3-1,-4-1 126,-3 0 1,-6 6 0,1 3-1,0 1-13,2-1 1,-2 3 0,-1-3 0,2 3 53,1 1 1,1-4-1,1-2 1,1-1-16,3-3 1,-1 3 0,3-1 0,1-2-67,0-2 0,-4-1 1,1 2-1,-3 1-20,-2 2 1,-1 1 0,-1-3 0,-2 1-34,2-1 0,-3 3 1,1-1-1,3-2 74,5-2 1,4-2 0,5-2 0,3-2 93,2-3 1,3 4-31,6-4-228,-1-1-104,7-4 0,3-1 16,8-4 0,2 2 1,4-4-129,-1 1 0,-5-3 352,5 5 0,0-6 0,4 2 0</inkml:trace>
  <inkml:trace contextRef="#ctx0" brushRef="#br0">16167 18314 8162,'13'8'-226,"0"-4"1,1-3-21,-1-1 0,1-1 1,4-3-1,4-5 295,3-3 0,8-5 0,8-2 1,12-3 24,11-6 0,-28 12 0,1 0 1,4-4-1,2 0 0,2 1 1,1-1-2,1 0 1,1 1-1,-2-2 1,0 1-1,-3-1 1,0-1-1,-2 1 1,-1 0-11,-3 2 1,-1 0-1,1 0 1,-2 0 0,26-13-1,5 0-62,-31 16 0,0 0 0,32-15 0,3 6 0,-4 3-71,-5 5 1,-4-2 0,-10 1 0,-8 2-66,-7 2 0,-11 5 0,-7 2 0,-4 1-504,1 3 639,-6 2 0,-5 12 0,-7 4 0</inkml:trace>
  <inkml:trace contextRef="#ctx0" brushRef="#br0">16535 18735 7084,'-6'-6'-259,"6"-3"1,13-4-1,15-5 1,11-3 442,12-4 1,14-3 0,-28 13-1,0-1 1,1-1 0,0-1-90,-1 0 1,0-2 0,2 1 0,0-1 0,-3 0 0,-1 1-1,0-1 1,-1 0-70,27-19 1,-1-1 0,-3 1 0,1-1-7,5 1 1,-6 4 0,7 1 0,-4 2-299,-5 3 0,-1 1 0,-3 2 0,-4 1 278,-7 3 0,-7-2 0,-7 3 0</inkml:trace>
  <inkml:trace contextRef="#ctx0" brushRef="#br0">17257 17697 7438,'-13'0'228,"0"0"1,13 0 0,9 0 0,10 0-140,6 0 0,2 0 0,4 0 1,5 0 12,7 0 0,-2 0 0,2 0 0,-2 0-22,-1 0 1,-5 0 0,-2 0 0,-1 1-42,-3 4 1,-7-4 0,-4 5 0,-4 0-80,0 3 1,-7 2 0,-4 2 0,-6 2-155,-6 2 1,-8 4 0,-5 7 0,-5 1-29,-3 1 0,1 1 0,-6-5 1,0 2-885,1 3 1106,-4-9 0,10 8 0,-4-9 0</inkml:trace>
  <inkml:trace contextRef="#ctx0" brushRef="#br0">17297 17342 8162,'-12'-15'0,"2"1"-125,1 1 1,6-3 0,-1 7-1,2-3 173,2-1 0,11 4 1,5 2-1,5 1 32,7 3 1,12-3-1,0 2 1,4 1 27,1 2 0,5-4 0,-2 1 1,5 1 45,4 2 1,-9-4 0,0-1-1,-6 0 9,-2 1 1,-5-1-1,-3 3 1,-4-1-141,-8 1 0,-5 3 7,-7 4 1,-2 5 0,-9 8 0,-4 7-256,-6 5 0,-9 1 1,-1 10-1,-5 5-428,-3 5 1,-1 4 0,1 1 652,-4 2 0,14-23 0,-1 1 0,-2-2 0,1 1 0</inkml:trace>
  <inkml:trace contextRef="#ctx0" brushRef="#br0">17192 18327 7737,'4'-8'0,"2"-1"-321,1-1 0,2 4 0,5 1 0,5 4 382,8 1 1,9 0 0,9 0 0,1 1 131,-1 4 1,-7 2-1,-7 6 1,-5 2-170,-4 2 1,-9-1-1,-10 6 1,-8 2-160,-8 1 0,-7 5 0,-12 2 1,-8 0 134,-6 1 0,-6 3 0,0-2 0</inkml:trace>
  <inkml:trace contextRef="#ctx0" brushRef="#br0">15011 17040 8162,'-5'7'-29,"-4"-2"0,-7 0 0,0 1 0,3 2-1,2 2 1,9 1 0,-3 4 0,7 3 79,6 3 1,5 4-1,12 3 1,0 1-21,3 2 1,1 8 0,-3-2 0,1-1-31,-1 2 1,-6-4-1,-1 1 1,-3 0-35,-3-2 1,2-2 0,-9-8-1,0-2-268,0-2 0,2-2 0,-2-5 302,1-3 0,2-3 0,4-6 0</inkml:trace>
  <inkml:trace contextRef="#ctx0" brushRef="#br0">15405 17145 8162,'-11'6'-335,"2"3"1,-3 1 0,5 0 0,0 0 415,2 5 1,4-1 0,1 8 0,1 2-99,4 1 1,2 2 0,6 2-1,0 4 7,0 0 1,-4-4-1,-1 2 1,-3-5 52,-2-4 1,-1 2 0,-2-7-26,0-1 1,-6-3 0,-3-4 0,-3-5 4,-1-2 1,0-8-1,0-4 1,0-6-88,0-6 0,0-3 1,0-1-1,-1-1 15,1 1 0,5 0 0,0 0 0,1 1 157,0 3 1,4 3-1,-2 6-17,4 0 1,4 5 0,4 4 0,8 4 13,4 4 1,4 5 0,6 9 0,3 2-67,2 1 0,-3-1 1,2-4-1,-1 0-17,-3-4 0,3-1 0,-1-5 0,-3 0 17,-5 0 1,1-3-1,-8-8 1,-5-3 59,-5-4 1,0-5 0,-2-2-1,-2-3 10,-5-6 1,-4 2-1,-8-6 1,-1 1-69,-2 0 1,-5 1 0,3 3 0,-2 1-231,0 0 1,6-3-1,-2 1 1,4 4-487,1 4 1,5 2 120,4 5 1,4 6 553,4 3 0,9 2 0,8 2 0</inkml:trace>
  <inkml:trace contextRef="#ctx0" brushRef="#br0">15773 16843 8544,'-13'0'0,"-2"0"-128,-2 0 0,2 0 0,-2 0 0,4 1 104,4 4 1,3 2 0,6 6 0,0 0 61,0 0 0,7 5 0,7 1 0,5 0-30,1 0 1,5 0 0,-3-3 0,2 1 117,3-1 1,-1-2-1,-1-4 1,-2-1 20,-1 1 1,-6 0 0,2 0 0,-4-1-32,-1 1 0,-1 2 0,-3 1-38,-5 0 0,-2-4 1,-2 0-109,0 1 0,-6 0 0,-3 0 0,-3-1-227,-1 1 1,0-2-1,0-1 1,0 0-140,0 0 1,0-4 0,-2 2 0,-1-4 395,-2-1 0,1 0 0,4 0 0</inkml:trace>
  <inkml:trace contextRef="#ctx0" brushRef="#br0">15905 16580 8390,'-15'-26'-81,"-3"0"1,5 4 0,-1 1 0,5 2 287,3 3 0,3 7 1,9 5-1,7 4-1498,8 4 1291,9 4 0,4 11 0,5 1 0</inkml:trace>
  <inkml:trace contextRef="#ctx0" brushRef="#br0">2548 13125 10458,'0'-24'0,"0"-2"-376,0-2 0,0-4 0,-2 0 1,0 0 386,-3 0 0,1 1 0,4 5 1,0 1 111,0 3 1,0 3 0,0 6-28,0 0 0,1 1 16,4 4 1,-4 8 0,3 10 0,-2 6-14,-2 6 1,0 8-1,0 7 1,0 5 41,0 6 0,0 8 0,0 1 0,0 0-116,0 1 0,0-2 0,0 2 1,0-2 3,0-5 0,-4-3 0,-1 1 0,2-2 15,2-2 1,1-7 0,0-7 0,0-3-46,0-2 1,0-1-1,0-2 1,0-2-3,0-2 1,1-2 0,4-4-1,3 0-120,4 1 1,3-1 0,1 0 0,4-2 78,5-2 0,4 1 0,10-4 0,2 0-35,3 0 0,-2-2 0,7-4 1,0 2-30,2 2 0,0-1 1,-1 6-1,-2 0 32,2-2 0,1 9 0,1-3 1,1 2 15,-1-1 0,1-2 0,1-2 0,1-1 49,2 1 1,-4-4 0,-6-2 0,-4-2 19,-5-2 1,0 0 0,-7 0 0,-2 1 28,-1 4 0,-6-4 1,0 4-1,-1-4-83,0-1 1,-2 4 0,-6 1 20,0-2 0,0 0 0,0 0 31,0 1 0,-4 0 1,-1-5 31,-3-4 0,0 3 0,-4-6-19,4 2 1,-4-4-1,3 1-14,-2-2 1,-2 2 0,0 0 0,0-1-3,0-2 1,0-2-1,0-2 1,0-2 2,0 2 1,0-4 0,-2-4-1,0-3-8,-3-4 0,1-6 1,4 2-1,0-3-36,0-1 0,4 0 1,2-1-1,0 1 19,0-1 1,4 1 0,-3 0 0,2 1 26,0 3 1,-2-2 0,3 5 0,-3 0 24,-1 0 1,-1-3 0,-5 4 0,0 0 30,0-1 1,0 3 0,0-5 0,0 1-42,0-1 0,0 1 0,1-5 1,2 1-2,1 1 0,1-4 1,-5 10-1,0 2 18,0 5 0,0-1 0,0 7 1,0 1 10,0 1 0,-2 3 1,-1 2-1,-2 3 21,-3 1 1,0-3 0,-7 5-1,-1 1-37,-2 2 1,-5-4-1,1 1 1,-3 1-19,-1 1 1,-6 2 0,-4 0 0,-7 0-26,-5 0 1,-10 5 0,-9 1 0,28-3 0,-1 1 6,-5 1 0,-1 0 1,-4 1-1,-2 0 1,-2 1-1,0 0 0,1 1 1,1 0-72,1 1 1,0 0 0,3 1 0,1-1 0,-1-1 0,0 0 0,1 1 0,0 1-45,1 0 1,0 0-1,0 2 1,-1 0 0,0 2-1,-1 2 1,0 2-1,0-1-276,0 2 1,1 0-1,1 5 1,2 2 390,1 0 0,2 1 0,1 0 0,2 1 0,3-1 0,2 2 0,0 1 0,1 1 0,0 2 0,1 1 0</inkml:trace>
  <inkml:trace contextRef="#ctx0" brushRef="#br0">8655 14951 8346,'0'-13'-215,"0"0"1,-2 4 0,0 0 58,-3-1 1,2 0-1,8 1 216,3 5 0,0 2 0,0 2 29,3 0 1,0 0 0,1 2 0,-2 2 43,-1 5 0,-2 2 1,3 3-1,-1 0-32,1 4 0,-2-2 0,0 4 0,3 1-29,0-1 0,3-4 1,-1 2-1,0-4 50,0-1 1,4-4 0,2-2 0,2-1-12,2-3 1,8-7 0,2-6 0,2-8-106,0-8 0,5-6 0,5-8 1,0 1-45,1-1 1,-7 1 0,-4 0 0,0-1-63,-1 1 1,-2 1-1,-6 4 1,-1 8-146,-3 7 0,0 4 0,-8 4-183,-2 2 0,-9 6 0,-5 10 133,-9 6 0,-13 14 0,-6 0 0,-1 6 295,-1 3 0,0 1 0,-5 1 0,4-2 0,1 1 0,-2-1 0,6-7 0,3 0-45,1-4 0,-1 0 1,1-7-1,6-2 79,4-2 0,11-8 258,3-6 0,6-6 1,9-7-1,2-2-85,5-2 0,7-3 0,4-7 0,0 1-135,4 0 1,1-5-1,2-1 1,3 0-44,1 0 0,5-3 1,-1 3-1,2-1-69,-2 1 1,2-1 0,-7 5 0,-2 5-113,-4 2 1,-9 5 0,-8 7-662,-1 5 813,-7 3 0,-7 6 0,-5 3 0</inkml:trace>
  <inkml:trace contextRef="#ctx0" brushRef="#br0">8865 14268 8287,'-22'-2'-313,"2"-1"1,-1-1 6,1 1 0,4-3 0,-2 2 0,4 1 491,1 2 1,-1 6-1,1 6 1,0 6-71,0 9 1,0 2 0,0 7-1,0 3 117,0 4 0,4 7 1,1 8-1,3 5-159,2 7 1,3-3 0,4-1 0,5-5-148,3-1 1,5-17-1,2-4 1,3-12-106,6-8 1,-2-10 0,6-3 0,-1-4 178,-1-1 0,7-11 0,-4-4 0</inkml:trace>
  <inkml:trace contextRef="#ctx0" brushRef="#br0">9088 14452 8398,'-13'0'-890,"4"0"710,1 0 0,3 0 352,-3 0 0,3 0 1,-2 1-1,1 4 27,3 3 0,0 5 0,0 4 0,-1 1-66,1 3 0,2 1 0,1 6 1,0 1 37,0 1 0,0 5 0,1-4 0,2-2-282,1-1 0,6-8 0,-1-2 0,3-3-115,1-2 1,0-6 0,0-3 0,0-4 90,1-4 0,-1-5 0,0-8 0,0-4 29,0 1 1,-1-5 0,-2 3-1,-3-3 81,-1-1 1,3 1 0,-5 3-1,1 3 150,0 0 0,-3 5 87,2-4-95,-2 10 0,-2 8 0,0 8 0,0 4-77,0 1 1,0 5-1,0-1 1,0-1-71,0-1 1,1-2-1,2 0 1,3-1-89,1-3 1,-2 1-1,3-6 1,3-1 42,0-2 1,1-2 0,-2-3-1,-1-5-3,1-3 0,2-5 1,0-1-1,-2 1 62,-2-2 0,0 0 0,2-5 1,-3 4 51,-1 1 1,3-3-1,-3 5 1,0 0 50,-1 3 0,0 1 0,-5 0 403,0-1-336,0 7 1,0 7-1,0 9-119,0 3 1,0 5-1,0 1 1,0-2-48,0-2 0,0-1 1,0 1-1,1-1-47,4 0 0,0 0 0,6 0 0,-3-1-19,3-3 0,0 1 0,2-6 1,1-1-2,-1-1 1,0-2-1,0-2 47,0-2 1,0-4-1,0-5 1,-1 0 28,-3 0 1,-2-3 0,-4 0 0,1 1 0,-1-1 0,-1 0 0,-2 3 1,0 0 11,0 0 1,0-5 0,-2 1 0,-1 1 43,-1 1 0,-2-2 0,3-1 13,-1 2 1,0 1 0,2 4-1,-1 0 109,-1 3-155,-1-1 0,11 2 12,3 2 1,3 4 0,1 1-7,0 0 0,0 6 1,0 2-24,0 4 0,0 4 1,1 0-1,-3-1-3,-2 1 0,1 0 1,-4-3-1,1 2 1,4 2 1,-6-2 0,1 2 0,-1-2-20,-1-2 1,5 0 0,-5 0-1,1-1-4,0-3 0,-3-2 12,2-3 1,3-2-18,2 2 1,-3-8-1,0-5 1,0-3 3,3-1 1,-2-1 0,0-2 0,0-3-1,1-2 0,-1 4 0,3-5 0,-2 0 11,-3 1 1,6-3 0,-4 2-1,2-2 59,-1 2 0,-3-1 0,2 6 0,-1 1 98,-3 1 0,3-3 105,-2 1-178,0 5 1,-4 8 0,2 8 0,1 5-23,1 3 1,1 2-1,-5 2 1,1 2-66,3-2 0,-2 4 0,2 1 0,-1 1-1,1 0 0,-2-6 0,2 1 0,-2-2 5,-2-2 1,4 4 0,1 1-23,-3-2 1,0-1 22,-2-2 0,0-5-13,0 1 0,1-6 0,2 0 0,3-6-39,1-6 0,-2 2 1,4-2-1,1-1-29,1-2 1,-2-5 0,0-1 0,1 2-14,2 2 0,0-4 1,-2 1-1,-2 1 66,3 1 0,-4 2 0,0-2 0,-1-1 56,-3-1 1,-1 4 0,-2 4 0,0-1 81,0-2 0,0 3 38,0 0 1,-2 7-73,-2-3 1,-2 5 0,-3 5-1,5 3-17,2 4 1,1 1-1,-2 0 1,-2 0-48,3 1 1,0-1 0,2 0-1,0 0-16,0 0 1,0 0-1,2-1 1,0-2-54,3-1 0,5-2 3,-1 2 0,3-3 1,1-6-32,0 0 1,-4-2 0,-1-2 9,3-5 0,-1-3 0,-2-1 49,-3 0 1,1 0-1,-2 0 23,-1 0 0,-2 0 0,-1 0 25,0-1 1,0 6 41,0-1 0,0 4 131,0-3 64,0 5-170,0 9 1,0 2 0,0 10-48,0-3 1,2-2-1,1 0 1,1 0-69,-1 0 0,0-4 1,0 0-1,1 1-28,-1 1 1,-1-2 0,-1-1 0,2-1-14,1 0 0,2-4 0,-3 3-40,2 0 1,0-6 84,0 0 0,-4-6 1,5-7-1,-2 0 31,1-1 0,1 1 1,-3-1-1,1-2 22,-1-2 0,3 1 0,-2 4 0,1-1 37,0 1 1,-2 2 0,5 0-1,-1 4 53,0 1 1,-2 2 0,3 4-46,3 0 0,0 1 0,2 4 0,0 3-71,1 4 0,-1 1 0,0 0 0,0 1-77,0-1 1,-4 0-1,0-2 1,2 0-7,5-3 0,-1-5 0,2 2 43,-2-4 1,-2-2-1,-1-4 1,-3-5 51,-5-6 1,-3 1-1,-1-3 1,0-1 38,0-3 0,0-3 1,0-1-1,-1-1 65,-3 1 1,-4 3-1,-5-1 1,0-1 3,0 2 0,1 6 0,2-1 0,1 3 249,-1 2 0,3 6-294,-2 3 1,5 5 0,-4 6-53,2 7 1,2 3 0,4 1-1,0 3-158,0 4 0,2 2 0,0-1 1,3 0-119,-2 0 1,3 2-1,-1 0 1,1 0-230,0-4 1,3-2 0,-3 0-1,0-4 486,-1-4 0,6-6 0,-3-4 0,3-4 0,-3-4 0,-2-7-187,0-5 1,-5 0 0,4-4-1,-2 1 266,1 3 0,-2-3 1,2 0-1,-3 0 282,-1 0 1,5 1-1,-1 5 1,1 0-25,0 0 0,-2 4 0,6 0-333,1-1 1,2 0 0,1 0-422,0 1 0,0 6 417,1-1 0,4 2 0,3 2 0</inkml:trace>
  <inkml:trace contextRef="#ctx0" brushRef="#br0">11203 13992 8391,'-38'0'0,"3"0"-41,4 0 0,5 1 0,4 2 0,6 3 45,6 1 1,0 2 0,5 4 0,2 0-19,2 1 0,1-1 1,0 0 91,0 0 0,7-4 1,5-2-1,5-1-40,4-3 0,-1 3 0,5-2 0,0-1-130,2-2 0,3-1 0,-6 0 1,0 0 19,-2 0 0,-5 0 0,4 0 1,-2 0 13,-3 0 1,-8 2 41,-3 2 1,-11 2 0,-7 4 0,-8-1 68,-3 1 0,0 1 0,1-1 1,-2-3 7,2-1 1,5 0 0,1-3 0,2 1-61,2-1 1,6-3-1,2-4-55,4-5 0,8-9 1,5-4-1,5-2 20,4-3 1,2 0 0,6-3 0,3-2 8,2-1 1,-5-2 0,2-5 0,-3 1 67,-2-1 0,-1 2 1,-4 3-1,-4 5 258,-7 2 0,-4 8-65,-6 2 1,-2 11-1,-2 7 1,-5 9 24,-3 7 1,-1 8-1,0 8 1,1 2-54,4 3 1,-4 1 0,5 1 0,-2 2-157,0 3 1,5-8 0,-4 4 0,3-3-265,2 1 0,1 0 0,2-1 0,0-4-193,0 0 0,0-9 0,0-6 0,0-4-353,0 0 1,2-7 373,2-3 0,-2-8 0,2-5 0,-3-3 384,-1-1 0,0-1 0,0-2 0,-1-2-33,-3 2 0,-2 2 0,-4 0 1,2 1 91,2 0 1,-2 0 0,2 0 0,0 0 133,0 0 0,2-1 0,4 1 66,0 0 0,1 0 0,4 0 0,3 1-25,4 3 1,3-2 0,2 2-1,5-3-126,3-1 1,1 1 0,0 2 0,1 2-40,-1-3 0,0 4 0,-1 0 1,-2 1-43,-1 3 1,-6 1 0,2 2 0,-4 0-74,-1 0 1,-4 0-43,0 0 0,-6 6 87,1 3 0,-4 1 0,-3 1 0,-1-3 0,-2-5 0,3 3 0,-3-2 1,-1 1 1,4 1-1,-3-3 17,0 1 1,4 5 0,-6-3 3,2 1 1,-2-3 0,2 5-5,-1 1 0,4 2 1,-2 1-1,2 0-16,-1 0 1,2 0 0,-2 1 0,3-1-30,1 0 1,0 0 0,0 0 0,0 0-122,0 0 0,0-4 113,0 0 1,5-6 0,4 1-20,3-2 1,1-8 0,-1-3 0,-2-3 51,-1-1 1,-2-1-1,3-2 1,-2-2-6,-3 2 1,4 1 0,-3 2-1,0 0 114,0 0 1,-2 4 0,-3 2 337,4 1-327,-4 2 1,5 11 0,-6 5 0,0 4-77,0 0 0,0 3 0,0 0 1,2 0-38,2 0 0,-3 3 0,5-5-110,0-1 1,1-1-1,7-4 57,-1-2 0,-5-3 0,1-7 0,1-4-31,2-4 0,1-4 0,0-3 0,0-3 34,1-1 0,2-2 0,-2-4 0,-2-1 37,0 1 1,-5-2 0,0-1 0,0-3 20,1-1 1,-5 3-1,1-2 1,-2 2 70,-2-1 1,0 0-1,0 5 1,0 0 85,0-1 1,0 7 0,-2 2 53,-2 4 1,1 7-112,-6 2 0,5 11 1,-4 7-1,3 8 43,2 3 1,1 9-1,2 2 1,0 3-62,0 1 0,2 0 0,1 1 0,1-2-129,-1-3 0,4 3 0,0-5 1,2 1-8,0-3 0,0-10 0,4-3 1,0-3-60,0-2 1,0-6-1,0-3 1,0-4-23,1-4 0,-1 1 0,0-6 0,-1-1-45,-4-2 0,0-5 0,-5-1 0,1 2 65,-1 2 1,-2 1 0,-1-1 0,0 1 40,0 0 0,2 4 1,1 1 112,1-3 123,0 0 1,-2-1-231,2 3 0,-1 3-284,6 6 0,0 0 9,4 0 0,0-1 68,0-3 1,-4 2 0,-2-4-124,-1 0 1,-2-1-1,-5-5 302,-4 4 0,-3-2 0,-8 4 1,-3 0 198,-2 0 1,1-4 0,-2 2 0,3 0 89,0-1 0,4 6 0,-2-3 187,2 0 1,2 3 517,0-5-505,0 5 1,7-2-266,6 10 0,2-2 0,6 4 0,3 0-38,0 1 0,1 0 0,-2 4 0,-1-2-105,1-1 1,2-2-1,1 4 1,0-3-67,0 2 0,0 1 1,0-1-1,1-3-65,-1-1 0,0 3 1,0-3-1,0 0-314,0-1 1,0 4 0,0-5-74,1-1 0,-1-1 521,0-2 0,0 0 0,0 0 0</inkml:trace>
  <inkml:trace contextRef="#ctx0" brushRef="#br0">11938 13939 8391,'-13'-1'31,"0"-3"1,4 1 0,2-6 254,1-1 0,2 2 1,5 1-243,4 1 1,2-4-1,7 3 1,3-2-205,0 0 0,6 2 0,-2-3 1,1 2-278,0 2 0,-1 1 0,6 2 437,-1-2 0,0-5 0,1 3 0</inkml:trace>
  <inkml:trace contextRef="#ctx0" brushRef="#br0">12516 13637 8391,'-12'-1'3,"2"-2"709,1-2-490,7-5 1,2 16 0,8 3 0,5 10-33,5 6 1,-2 2 0,6 4 0,1 4-25,2 3 0,1 6 0,1 1 1,-1 0-143,0 1 1,0 3 0,-1-2 0,-3 1-357,-4 0 0,-10-4 0,-3 3 0,-5-1-652,-5 1 0,-9 1 984,-12 5 0,-12-1 0,-9 1 0</inkml:trace>
  <inkml:trace contextRef="#ctx0" brushRef="#br0">722 15030 7862,'-13'-13'-1339,"4"4"1361,1 0 0,3 2 0,-2-3 88,1 1 0,-3 4 0,4-3 102,-3-2 1,5 2-1,-2 1 337,-1 1-362,4 2 1,-4 5-1,6 4 1,0 5-23,0 6 1,6 4 0,2 7 0,2 0-75,3 4 1,-3 1-1,8 5 1,-4-4-97,-1-1 1,2 3-1,1-4 1,1-2-99,0-1 0,-3-3 0,-1-3 0,0-5-296,1-2 1,-1-4-1,-2 0-638,-2-3 1104,-3-5 1,0-3 0,1-7 0</inkml:trace>
  <inkml:trace contextRef="#ctx0" brushRef="#br0">657 15095 11573,'-13'-5'-723,"4"-3"1,1-5 580,3 0 0,0 0 0,5 0 0,0 0 337,0 0 0,6-1 1,3 1-1,4-1 105,5-4 0,-2 2 1,5-4-1,1-1-76,-1 1 1,6-1 0,-3-1 0,-1 3-234,2 0 0,0 5 1,0-5-1,-2 3-131,-1 3 1,-5-3-1,4 8 1,-2 1-151,-3 3 0,-2 2 0,0 2 0,-3 2-599,-2 2 856,-3 3 1,0 6-1,1 1 1</inkml:trace>
  <inkml:trace contextRef="#ctx0" brushRef="#br0">893 15148 11546,'-13'20'154,"0"-2"1,1-3-447,3-2 1,4-5 167,5 1 1,5-6 0,4 0 231,3-6 0,5-4 0,1-6 0,-2-2 53,-2-2 1,0 2 0,-1-4 0,0 2-54,0-1 0,0-1 0,0 3 0,0-2-68,1 2 0,-6 6 0,1 1 136,1-1 1,2 0-118,1 1 0,-6 9 1,-2 9-1,-4 3-106,-1 1 0,5 1 0,-1 2 0,0 2 15,2-2 1,-3-1 0,4-2 0,1-2-229,-1-2 0,-3 1-362,5-5 539,0-1 0,0-10 0,-2-2 0,-1-4 1,-3-1 1,-2-2 0,-1-1-1,0-3-8,0-1 1,0 4-1,0-3 1,0 1 115,0 1 0,6-1 0,1 5 0,2 0 110,0 0 0,0 5 1,4 4-1,0 3-67,0 1 0,2 0 1,1 0-1,1 0-23,-1 0 0,-1 4 0,-2 2 0,0 1-129,0 3 0,-1 2 0,-3 1-186,-5 0 0,-3-4 182,-1 0 0,-1-2 164,-3 2 1,-4-3 0,-5-8-115,0-2 1,6 1 0,1-6-121,0-1 0,5-2 0,-4-1 0,4-1 26,1-4 1,1 3 0,4-4 0,3 0 61,4-2 1,1-4 0,2-2-1,1 1 128,1 0 0,1 0 0,-4 1 0,2 1-16,2 3 0,-2 4 0,-6 1 0,-1 5 48,1 2-88,-4 6 1,6-3-1,-5 6 1</inkml:trace>
  <inkml:trace contextRef="#ctx0" brushRef="#br0">2023 15017 8545,'-18'0'0,"1"0"0,0 0-251,3 0 0,1 0 0,0 0-142,-1 0 1,3 7 0,1 5 511,1 4 1,6 1 0,-1-4 0,4 2 75,4 2 0,3-2 1,8 3-1,2-4-74,5-1 1,3-1-1,1-2 1,2-2-58,3-3 0,-2 0 0,4-5 1,1 0-88,0 0 0,-4-2 0,4-1 0,-2-2-60,-3-3 0,-1-5 0,-2-4 0,-1-1-13,-3-1 1,-3 4 0,-6-2 0,0 2 0,0 2 0,-6 0 1,-2 0 60,-4 0 1,-7 5-1,-2 4 1,-4 1 40,-1-1 0,-5 2 1,1-2-1,1 3 158,1 1 0,2 0 0,0 0 269,0 0-337,5 0 0,4 1 0,8 2 1,5 1-19,3-1 0,2 0 0,3 1 0,0 4-76,-1-1 0,3 5 1,-1-3-1,-4 2-41,-4 2 1,-4 0 0,-6 2 0,0 1-22,0 2 1,-7 9 0,-5 0 0,-7 2-154,-6 3 0,2-3 1,-8 6-1,4 2 212,0 1 0,1 1 0,0 0 0</inkml:trace>
  <inkml:trace contextRef="#ctx0" brushRef="#br0">6856 16041 10129,'-2'-8'-733,"-2"-1"1,1 2 0,-4-4 615,1 3 0,1 3 196,5-4 0,0 5 28,0-5 0,2 2 0,1-3 63,1 1 1,6 6-2,-1-1 0,-2-2 6,2 2 1,0-1-125,4 5 1,0 0-1,0 2-8,0 2 1,1-1-1,-1 4 9,0-1 1,0 0 0,0-3 0,0 3-33,0 1 0,1-3 0,-1 4 1,1-3-17,4-2 0,-4 3 0,5 0 0,-1 0-18,-1 0 1,2 3 0,-3-4 0,2 1 6,-2 0 1,3 0-1,0-3 1,0 1-2,0-1 1,0 3 0,-3-2-1,1 1 20,-1 1 1,3-5 0,-1 3-1,-2-2 36,-1-2 0,2 1 0,1 2 1,-1 2 10,2-2 0,-4-2 0,4-1 0,-2 0-18,1 0 0,1 0 0,-3 1 0,3 2-9,1 2 1,2-1 0,3-4 0,-2 0 11,-1 0 0,0 0 0,6 0 0,1 0-13,1 0 1,1 0-1,-5 0 1,2 0-5,3 0 1,1 0-1,3-1 1,-5-2-4,-2-2 0,3 1 0,-1 3 0,0-2-11,-3-2 1,-5 1-1,-1 2 1,-1-1-4,1-1 0,-5 0 0,3 4 0,-2 0-16,1 0 1,-5 0 0,-5 1 0,3 2-6,0 1 0,3 5 0,-3-3 1,-1 0 13,-1 0 1,0 4 0,4-3 0,-1 2-18,-4 0 1,4-5-1,-3 3 1,3 1 5,1-1 1,0 0 0,0 4 0,0-4-7,0-1 0,5 0 0,-1-4 1,-1 3 1,-1-2 0,2 3 1,2-2-1,0-1 14,0-2 1,5 4-1,-2-1 1,1-1 19,-1-2 0,3-1 1,-3 0-1,1 0 17,-1 0 0,3 5 0,-4-1 0,4-1 44,2-1 0,-6-2 0,1 0 1,0 0-35,-1 0 0,3 0 1,-3 0-1,-1-2 8,-2-2 0,2 2 0,1-2 0,1 1-10,-1-1 1,-3 2 0,2-2 0,1 1 2,-1-1 0,2 2 1,3-2-1,-2 2 13,-1 2 1,0-4-1,6-1 1,1 3-37,2 0 1,-1 2-1,-2 0 1,1 0-1,2 0 0,4 0 0,-5 0 1,1 0-8,1 0 1,-4 0-1,3 0 1,-4 0-34,0 0 0,-1 0 0,-1 0 0,-2 0 16,-1 0 0,-2 0 1,4 0-1,-4-1-6,-1-4 1,0 4-1,-1-4 0,2 4-5,0 1 1,1 0 0,-5 0 0,3-2-7,1-2 0,2 3 0,4-4 1,-1 4-11,-3 1 0,7 0 1,-2-2-1,2-1 5,3-1 0,-3 0 0,5 4 1,-1-2-3,1-2 1,1 2 0,3-2 0,-2 1 1,-1-1 1,-1 2-1,2-2 1,-1 1-26,2-1 1,-4 2 0,1-2 0,-2 1-5,-3-2 0,3 4 1,0-5-1,1 2 16,-1-1 0,0 1 1,-2 3-1,4-2 1,-1-2 1,4 1-1,-5 2 1,0-1 21,0-1 0,3-2 0,-4 3 0,-2-1-5,-1 1 1,-6 2 0,-2 1-1,-2-2-88,-7-2 5,2 2 6,-11-4 0,-2 6 0,-9 0 0,-2 0-155,-3 0 0,6 5 1,-1 1-1,-1 1 246,-2 3 0,-7 8 0,-1 2 0</inkml:trace>
  <inkml:trace contextRef="#ctx0" brushRef="#br0">11965 15726 6883,'0'13'344,"1"-1"-264,3-3 1,-1 2 0,5-2 0,-1 1-15,0-1 1,-2 3 0,3-5 0,3 2-12,0 0 0,2-2 1,0 2-1,1-5-11,-1-3 1,1-1 0,2 0 0,3 0-33,2 0 1,-4-5 0,5-4 0,2-4-22,0-5 1,1 4-1,-2-5 1,-1 1 0,2 1 0,-1-7 0,0 4 0,-2-1-74,-2 4 0,-2 2 1,-4 2-1,-1 0-634,-3 0 489,3 6 0,-17 7 1,-1 10-1,-7 6 227,-4 6 0,-11 0 0,2 4 0,-9-3 0,1 9 0</inkml:trace>
  <inkml:trace contextRef="#ctx0" brushRef="#br0">12148 15923 8213,'-5'21'0,"-3"-4"-894,1-2 1,-3-2 902,5 0 0,2-7 134,8-6 1,7-7 0,5-10 0,1-1-58,1-3 0,1 1 1,6-4-1,2 2-55,3-1 0,-4-3 0,4-3 0,-2-2-121,2 2 0,-2 1 0,5 3 0,-2 2 90,-3 1 0,-1 0 0,-2-4 0</inkml:trace>
  <inkml:trace contextRef="#ctx0" brushRef="#br0">12070 16698 8454,'-18'-8'-416,"1"-1"0,-1 0 0,5-4 0,1 0 444,4 0 1,-3 4 0,5 0 0,1-1 81,-1-2 0,0-1 0,3 0 0,-1 0 37,1 0 0,1 0 0,2-2 13,0-3 1,0 4 0,0-4-31,0 4 1,2 6-82,2 4 0,3 5 1,8 7-1,1 6-20,2 5 1,-1-1-1,-2 2 1,1-1-8,1-3 0,5 2 0,-3-4 0,0-3 9,0-4 1,4 2 0,-1-5-1,3-1-43,1-2 1,2-6-1,1-6 1,3-5-31,2-6 0,1-7 1,3-3-1,-3 0-151,-4 0 1,-4 0 0,0 4 0,-3 0-203,-2 4 0,-4 6 158,-10 0 1,-2 11 0,-7 7 0,-4 7 236,-3 5 0,-8 6 0,-2-1 0,-11 12 0,1-1 0</inkml:trace>
  <inkml:trace contextRef="#ctx0" brushRef="#br0">12253 16659 8151,'-14'13'-641,"-4"0"1,8-4 635,-3 0 1,12-6 0,3 1 0,13-3 118,8-1 1,1-5-1,8-6 1,-1-3-60,-1-4 1,7-5 0,-4 2 0,2 0-18,0-1 1,-6 0-1,2-4 1,-3-1-26,-2 1 0,0 1 0,1 2 1,-3 2-276,-2 2 0,-3 2-333,-6 4 595,-5 5 0,-2 3 0,-6 5 0</inkml:trace>
  <inkml:trace contextRef="#ctx0" brushRef="#br0">8996 17184 13302,'-20'0'0,"2"-1"-304,4-3 1,1 1-1,1-6 1,2 0-180,1 2 0,6-5 1,-3 5-1,2-2 363,0 0 0,-1 1 0,5-6 288,0 1 1,0 5-1,0-1 65,0-1 1,0 2-87,0 0 0,2 5-93,2-2 0,3 8 1,6 3-1,1 1-140,-1 3 1,0 1-1,0-1 1,0-1 32,0 1 1,0-3-1,1 1 1,-1-3 164,0-2 0,0 3 0,0-2-24,0-1 0,0-1 0,2-2 0,1 0-44,1 0 0,2-6 1,-3-3-1,3-4 12,2-4 1,-4 1-1,5-5 1,0 2-59,-1 3 0,-1-3 1,-4 0-1,2 0-130,-2 0 0,-2 6 1,-1 6 152,1 1-172,-7 2 0,-3 11 0,-8 4 1,-5 6 222,-3-1 1,-1 3 0,-1-2-1,-2-1-3,-2-1 1,5-2 0,4 0 0,-1 0-52,-2 0 0,1 0 0,0 1 0,3-1 60,-3 0 1,6-4-1,-1-2 427,0-1-400,4 4 0,2-9 0,9 2-48,3-6 1,5-4-1,1-6 1,-2 0 92,-1 0 1,2 1 0,1 2 0,-2 1-84,-2-1 1,1-2-1,-1-1 1,1 1-103,-3 4 1,-2-3 0,2 6 0,-2-1-272,-1 0 344,-7 1 1,4 5 0,-6 0 0</inkml:trace>
  <inkml:trace contextRef="#ctx0" brushRef="#br0">14289 8632 8342,'-17'-14'-206,"-1"3"0,2 1-30,1 1 1,7 0 0,-1-4 292,-1 0 1,4 4 173,2 0-169,2 6 0,2-1 0,0 8 59,0 5 1,2 7 0,0 2 0,4-1-34,2 2 1,-4-3 0,5 5 0,-1-2-66,0-3 1,2 3 0,-4-3-1,1-3 33,3-3 1,-2-3 0,0 2-49,3-4 0,0-4 0,1-2 1,-2-4-39,-1-4 0,0-4 0,4-4 0,0-4-35,0 1 1,-4-3-1,0 4 1,-1 0-61,0 0 1,-1 0 0,-4 3 0,3-2-9,1 2 0,-3 3 0,4 3 0,-3 1-285,-2-1 0,5-2 418,0-1 0,4 0 0,1 0 0</inkml:trace>
  <inkml:trace contextRef="#ctx0" brushRef="#br0">16509 8054 8584,'-19'0'-638,"9"4"518,-4 0 1,10 7 0,1-3 127,6 4 1,6 1-1,7 0 1,1 0 40,-1 1 0,3-3 0,-1-1 0,-1-1 44,2 1 1,-4-2 0,4-1 0,-2-1-27,1-3 0,-1 0 0,-3 0 0,-1 1-38,0-1 1,1-3 0,2-4-1,2-5-34,-2-3 1,3-3 0,0-1-1,0-3-63,0-1 1,3-2-1,-3-4 1,0 0-47,0-1 1,0 5 0,-3 0-1,1-1-104,-1-2 0,-1 0 0,-1 4 0,3 3-82,0 3 0,1 2 300,-5 0 0,0 0 0,0 0 0</inkml:trace>
  <inkml:trace contextRef="#ctx0" brushRef="#br0">18360 8185 7648,'-13'-6'-1545,"5"3"1843,-1-6 0,6 1 10,-1-5-124,2 5 0,4 2 1,0 8 7,3 2 0,5-1 1,-1 6-1,2 1-69,3 2 1,-6-3 0,1-1 0,3 1-40,4-2 1,-2 4-1,4-6 1,-3 1-18,-2 0 0,0-2 1,1-4-1,2 0-51,2 0 1,1 0-1,-3-2 1,3-6-56,1-5 1,2-4 0,3-1 0,-2-4-131,-1-3 1,0-1 0,4 0 0,2 0-199,3-1 1,-8 1-1,3 0 1,-1 1-369,0 3 735,1-3 0,1 11 0,-1-5 0</inkml:trace>
  <inkml:trace contextRef="#ctx0" brushRef="#br0">18203 5768 8676,'-7'-14'0,"2"1"-170,4 0 0,-4 0 0,1 0 130,1 0 0,7 5 1,5 4-1,3 4 66,1 4 0,0 4 0,0 6 1,0 4 47,1 4 0,-1-2 0,0 1 1,1-2 20,4-3 0,-3 3 0,3-2 0,0-2 2,0-5 0,3 0 0,-2-5 0,2-3-10,2 0 1,-2-2 0,0-2 0,3-2-51,1-5 1,-2-8-1,0-4 1,2-1-103,-2 1 0,1-1 0,1-5 0,-2 0-126,-1-4 0,-2 8 0,4-4 0,-4 4-277,-1 3 1,4-1 503,-1 4 0,-3 2 0,0-4 0</inkml:trace>
  <inkml:trace contextRef="#ctx0" brushRef="#br0">21959 5649 11999,'-13'-8'0,"0"0"-849,0 2 0,4-4 376,0 1 1,6 2 149,-1-2 417,2 6 220,2-2 1,5 6 0,1 2 0,1 3-230,3 1 1,-3 2-1,2 4 1,3 0 10,4 0 1,-2-4 0,4 0 0,-3 0-43,-2-2 0,0 3 1,0-4-1,0 0-21,0 0 0,0-1 1,1-2-1,-1 2 81,0-2 0,1-2 1,2-2-1,2-4 40,-2-3 1,0-10 0,0-2 0,2-2-77,-2 0 0,0 0 0,0-4 0,1-1-317,-1 1 1,3 4 0,-1 2 0,-2-1 44,-2 1 1,0 5-1,-1 1 1,0 5 263,0 3 0,0-4 0,0 3 0</inkml:trace>
  <inkml:trace contextRef="#ctx0" brushRef="#br0">11505 18301 11842,'0'-13'-842,"0"0"1,1 1 989,4 3 0,3 9 0,9 8 0,0 0-114,-1 1 1,-1-1-1,-1 2 1,2-3 173,2-1 0,-1 3 0,-4-5-1,1-1 1,-1-2-1,0-1-89,0 0 1,0 0-1,-1-1 1,-2-3-119,-1-5 0,-2-7 0,3-3 0,-2 0-135,-3 0 0,4-5 1,-4 4-1,-1-2-24,2 0 1,-3 6 0,4-3-1,0 3-292,1 3 0,-4-3 0,5 7-118,1-2 1,-3 3 433,2 4 1,-5 8 0,4 5 0,-3 3 54,-2 1 1,-1 0 0,-2 0 0,0 0 20,0 0 1,-2 0 0,-1 1 0,-1-1 254,1 0 1,-3-4 0,1-1 480,-3 3 1,4-1-205,-5-1 1,5-4-361,-5-5 1,6-1 0,0-3-1,5-7-152,2-5 0,8-6 0,-1-7 1,7-4-270,2-5 1,2 1 0,6-9 0,3-1 371,4-1 1,2-12 0,3 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height" value="0.053" units="cm"/>
      <inkml:brushProperty name="color" value="#FF0000"/>
    </inkml:brush>
    <inkml:brush xml:id="br1">
      <inkml:brushProperty name="width" value="0.05292" units="cm"/>
      <inkml:brushProperty name="height" value="0.05292" units="cm"/>
    </inkml:brush>
  </inkml:definitions>
  <inkml:trace contextRef="#ctx0" brushRef="#br0">8419 14872 8209,'0'-13'8,"0"0"1,0 0 162,0 0 0,0-1 0,0 1-96,0 0 0,-6 6 1,-5 2 35,-5 4 1,2 1 0,-5 3-1,0 4 59,-3 6 1,2 5-1,-1-2 1,1 3-83,-1 1 1,7-2 0,-1 2-1,6-1-111,3-3 1,2 3 0,4-1 0,2-4-52,2-3 0,3 0 0,8-3 0,2-1 10,5-3 0,7 2 0,2-1 1,-2-3-41,-1 0 1,-2 2 0,-1 1 0,-3-1 31,-5 2 0,-3-3 1,-6 6 85,-3 1 1,-11 0-1,-7 2 1,-9-1 97,-7 4 0,-1 1 0,-3-3 0,-1 0-2,1 0 0,4-1 0,-2-3 0,5-3-433,4 0 0,3-5 20,6 3 1,7-4 0,7-5 0,11-7 302,8-4 0,17-13 0,4 1 0</inkml:trace>
  <inkml:trace contextRef="#ctx0" brushRef="#br0">8629 14623 8247,'-13'0'0,"-1"0"0,1 0-51,0 0 1,6 1 370,2 3 0,4 4 1,1 6-1,1 4-89,4 4 1,1 2 0,4 1 0,-1-1-343,1-2 0,2-1 0,2 4 1,2-1-299,2-2 0,-2-1 1,-6 4-1,-1-3 409,1-4 0,2 2 0,1 1 0</inkml:trace>
  <inkml:trace contextRef="#ctx0" brushRef="#br0">8576 14977 8229,'6'-13'71,"-3"4"1,6 1 0,2-3-106,5 0 0,0 2 0,8 0 0,2-1 72,3-2 0,6-2 1,-3-2-1,0 0 12,1 4 1,-3-1 0,-4 4 0,-1-1-15,-3 1 1,-7 3 0,-8 5 63,-1-4 0,-3 5-57,-8 0 1,-2 2-1,-6 5 1,-2 0 17,-2 1 0,1 0 1,-5 6-1,2 0-2,3 4 1,-3-4-1,2 5 1,1-1-45,1-1 0,4 5 0,0-3 0,4 0-57,1 0 0,2-1 0,4-5 1,0 0-74,0 0 0,6-1 0,4-3 0,4-5-8,4-3 1,5-2-1,-1-3 1,3-5 71,1-3 0,-1-5 1,-2-2-1,-1 0 30,2 0 1,-5-3-1,-2 4 1,-2 4 100,-2 3 0,0 0 0,0 3-73,0 1 1,-4 1-1,-2 8 1,-1 2-8,-3 5 0,-1-2 1,-1 2-1,2 1-53,1 2 0,1 1 0,-4-1 5,4-4 0,-3 3 47,7-7 0,0-5 1,3-8-1,-2-3 55,-1-1 0,-6-6 1,2-1-1,0-4 66,-1-2 0,1 3 0,-4-10 1,2 3 18,1-1-1,1-4 1,-5 3 0,0 0-40,0 0 0,0 1 0,0 6 0,0 3 223,0 5 1,1 8-199,3 5 0,-2 8 0,2 8 0,-2 8 5,-2 11 1,1 5 0,2 5 0,2 2-80,-3 0 0,1 1 0,0-4 0,3-1-80,1 0 0,-2-5 0,4-5 1,1-4-35,1-3 1,3-10 0,-1-1 0,0-3-98,0-6 0,0 0 0,0-4 1,0-2-29,1-5 1,-6-2-1,0-2 1,-1-2 86,0-3 0,-2 2 1,2-4-1,-1 1 66,-3 3 1,0 1 0,-1 2 0,3 0 238,-2 0 0,-2 4 199,-1 0 1,2 6-347,2-1 1,-1 8 0,4 5-1,1 1-195,-1-1 1,-4 3 0,3-5 0,-2 2-631,0 0 1,1-1 768,-5 6 0,6-1 0,1 0 0</inkml:trace>
  <inkml:trace contextRef="#ctx0" brushRef="#br0">9285 14793 8348,'-17'-1'166,"-1"-4"0,1 0 0,5-6-486,3 3 1,5 5 562,8-2 0,5 2 0,9 1 0,4-4-313,2-2 1,3 4-1,0-3 70,4 1 0,3-4 0,5 2 0</inkml:trace>
  <inkml:trace contextRef="#ctx0" brushRef="#br0">9745 14570 8326,'-13'0'68,"4"0"282,0 0 1,6 6-1,-1 4 1,3 6 129,1 6 0,0 3 1,1 1-1,2 2-247,1 2 1,7-2 0,-4 3 0,2-3-356,-1-2 0,-3-4 1,2-2-1,-1 1-799,-3-1 0,0-2 921,1 3 0,3-4 0,7 2 0</inkml:trace>
  <inkml:trace contextRef="#ctx0" brushRef="#br0">10257 14872 8309,'2'-12'-1801,"1"2"1941,1 1 0,5 5 826,-5-5-504,6 6 0,-7-7-100,6 6 86,-6-1 140,3 5-156,-6 0-625,0 0-1286,6 0 1479,-5 0 0,11 6 0,-5 2 0</inkml:trace>
  <inkml:trace contextRef="#ctx0" brushRef="#br1">10139 14977 6960,'13'0'198,"-4"-1"0,-2-4-10,-1-3 0,3 0 95,-5 0-225,1-1 0,-7 2 1,-2 2-387,-5 4 1,2 1 327,-2 0 0,6 6 0,-3 1 0</inkml:trace>
  <inkml:trace contextRef="#ctx0" brushRef="#br1">10966 14583 8189,'-13'-13'-445,"0"6"1,0 2 439,0 4 0,4 1 1,0 0-1,-1 0 180,-2 0 0,-5 0 0,-1 1 0,1 2-64,-2 2 1,4 5 0,-2-1 0,2 2-92,2 2 1,4-4-1,1 0 1,-1 1-23,2 2 1,1 1-1,6 0 1,1 0-83,4 0 1,2 0-1,7 1 1,3-1-62,0 0 0,6 0 1,-1 0-1,3 0 42,1 0 1,-4 1-1,-1-1 1,-1 0 52,1 0 1,-7 0 0,1-1 0,-7-2 69,-2-1 1,-1 0 0,-7 4 60,-2 0 0,-5-1 0,-8-2 1,-5-2 79,-3 3 1,-1-4-1,-1 0 1,1-1-8,0-3 0,0-1 0,1-1 0,3 2-43,4 1 0,4 1 1,1-7-91,-1-2 0,7 1 0,4-6-293,6-1 1,4 0 0,7-1 0,0 3 271,4-2 0,2-2 0,6-1 0</inkml:trace>
  <inkml:trace contextRef="#ctx0" brushRef="#br1">11177 14636 8276,'-14'0'-1272,"6"0"1287,-1 0 0,6 1 0,-3 3 103,0 5 0,5 3 0,-4 1 0,4 0-79,1 0 0,0 6 0,0 2 0,0 1-44,0 0 1,0-2 0,0 3 0,0-1-11,0 2 0,0-5 0,0-2 0,0-2-175,0-2 0,1-1 131,4-4 0,2-3 1,5-10 109,-3-3 1,1-4 0,-4-3 0,1-1 41,3-1 1,2 1 0,-1 5-1,0 4 12,-3 1 0,1 2 0,4 4 1,0 0-88,1 0 0,-1 0 0,0 1 0,0 4-76,0 3 1,5 3 0,-1-1-1,-1-1-15,-1 1 1,2 0 0,1-1 0,-1-3 85,2 0 0,-4-5 1,4 3-1,-2-2 58,1-2 0,-2-6 0,-6-1 0,-3-2 192,-1 0 0,3-4 0,-5-4 0,-1-1-48,-1-1 1,-2 4 0,0-4 0,-2 2-123,-2-1 1,2-3 0,-3 3 0,0 0-80,1 0 0,0 3 0,4-3-706,0 4 1,1 6 691,3 4 0,4 3 0,5 1 0</inkml:trace>
  <inkml:trace contextRef="#ctx0" brushRef="#br1">11754 14347 8207,'0'-8'-1199,"0"4"1132,0 8 0,0 4 1,0 5-1,0 0-118,0 0 1,0 5 0,0-1 0,2-1 184,2-1 0,-2-2 0,4 0 0</inkml:trace>
  <inkml:trace contextRef="#ctx0" brushRef="#br1">11938 14386 8167,'-4'9'-558,"0"0"0,-2-1 0,3 7 0,-2 1 558,2 1 0,-4 13 0,0-3 0</inkml:trace>
  <inkml:trace contextRef="#ctx0" brushRef="#br1">10270 14465 8333,'-13'0'-912,"0"0"898,0 0 0,6 1 0,2 4 0,4 3-174,1 4 0,0 1 0,1-1 0,2-2-416,2-1 604,5 0 0,-3 4 0,6 0 0</inkml:trace>
  <inkml:trace contextRef="#ctx0" brushRef="#br1">10494 14491 8483,'0'13'-47,"0"-4"0,0 0-148,0 1 1,1 2-1,2 1 195,1 0 0,1 6 0,-5 1 0</inkml:trace>
  <inkml:trace contextRef="#ctx0" brushRef="#br1">12569 14925 7862,'-12'-2'-169,"3"-2"1,5-3 280,8-7 1,5 7 0,9 3-1,3 1-51,4-2 0,6 4 1,-1-3-1,1 2-61,1 2 1,0-4-1,5-1 1,-2 2-49,1 2 1,-4 1-1,1 0 1,-3 0-453,1 0 1,-5 0 499,-4 0 0,-6 0 0,3 0 0</inkml:trace>
  <inkml:trace contextRef="#ctx0" brushRef="#br1">12739 14649 8104,'0'-13'-317,"-1"1"0,-2 2 396,-1 1 0,1 6 0,6 2 217,1 8 0,5 3 0,-3 12 1,1 1-162,3 2 1,-3 1 0,2 2 0,1 1-260,2 2 0,-3 0 0,0-5 0,-1 0 124,0 1 0,9 11 0,-2 2 0</inkml:trace>
  <inkml:trace contextRef="#ctx0" brushRef="#br1">13961 14649 8290,'-26'-19'52,"-1"0"1,2-3-1,2 4-235,1 4 1,6 2 0,-3 3 0,2 5 293,-1 3 0,-4 1 0,5 1 0,1 3 124,1 5 0,-1 4 1,1 3-1,5 3-154,3 2 1,3-5 0,4 3 0,0-2-63,0 1 0,10-1 0,4-4 1,5 1-93,5-1 0,1 0 0,1 0 0,2 2 0,2 2 1,-2-7 0,3 5 0,-5 0-6,-4 1 1,-3 1-1,-8-4 1,-2 0 125,-5 1 1,-4-1 0,-5 0-2,-8 0 1,-11-1 0,-8-2-1,0-1-185,0 1 0,1-4 0,6 0 0,2-2-437,1 0 0,6 1 575,-1-5 0,2 0 0,2 0 0</inkml:trace>
  <inkml:trace contextRef="#ctx0" brushRef="#br1">14197 14452 8229,'0'-15'0,"2"1"-139,2 0 398,-2-2 1,3 21-1,-5 1 1,-1 8-91,-3 8 1,2 7 0,-4 3 0,2 0-98,-1 1 1,0 3-1,2-1 1,-2 2-207,2-2 0,-2 6 1,-1-5-1,-2 1-807,-2 0 1,3-3 940,-2 1 0,0 0 0,-4 5 0</inkml:trace>
  <inkml:trace contextRef="#ctx0" brushRef="#br1">14053 14859 8185,'1'-18'0,"4"1"30,3 1 1,1-3 0,3 0 0,4 0 29,3 0 0,-2 1 1,5 5-1,2 0-101,0 0 1,3 0 0,-1 1 0,0 2 74,0 1 0,1 5 0,-1-3 0,-1 1-19,-3 3 1,1 0 0,-6 0 0,0-1-50,-3 1 0,4 1 194,-1 2 0,-4 2-34,-4 2 1,-7-1-43,-2 6 0,-6-5 0,-7 3 1,-1 1-33,1-1 0,0-3 0,0 5 0,0 1 19,0 2 0,0 1 1,-1 0-77,1 0 1,2 1-1,0-1 1,4 0-182,1 0 1,2-4 0,2 0 75,-2 1 1,4 0 0,0-1-6,7-5 1,9-2 0,2-2 0,-1 0 74,2 0 1,0-5 0,5-1 0,-4-1 51,-1-3 0,-1 4 0,-5 2 0,0 2-5,0 2 1,0 0 0,0 0 41,0 0 1,-4 0-19,0 0 0,-5 5-13,5-1 1,-5 0-14,5-4 0,-4-4 0,2-2 1,-1-3 58,-3-5 0,3 1 0,-1-6 1,1 0 29,0-3 0,0-3 1,-3-1-1,1-1 27,-1 1 1,0 1 0,0 2 0,1 1 209,-1-1 0,-1 4-200,-2 1 1,0 12-41,0 11 0,0 8 0,-2 15 1,-1 2-38,-1 5 0,0 5 1,4 2-1,0 3-107,0 2 0,5-6 0,4 0 1,3-6-130,1-3 0,6-3 0,3-7 0,1-4 32,-1-4 1,3-7 0,-3-4 0,3-6 63,1-5 0,0-5 1,-1-5-1,-2-4 68,-1-3 0,-6 3 0,2 0 1,-4 1 247,-1 0 1,-1 2 0,-2 7 489,-1 4-674,-6 2 1,3 7-1,-6 4 1,0 3-115,0 4 0,-2 1 1,-1 0-1,-2 1-452,-3-1 0,4-5 1,-3 1-1,-1 0 520,1-2 0,-8 5 0,-5-5 0</inkml:trace>
  <inkml:trace contextRef="#ctx0" brushRef="#br1">14670 14675 8219,'-9'-25'0,"2"2"253,1 1 0,2 2 0,4-2 0,1 4-130,4 4 0,2 5 0,7 1 0,4 1-131,4 0 1,7 4-1,3-3 1,3 2-80,6-1 0,0 1 0,6 4 0,-1 0-806,1 0 893,-5 0 0,15 0 0,-3 0 0</inkml:trace>
  <inkml:trace contextRef="#ctx0" brushRef="#br1">15353 14452 8219,'-9'-5'213,"0"1"0,7 1 0,-3 9 18,4 7 1,-4 6-1,1 7 1,1 1-65,2-1 0,1 2 0,0 1 0,0 3-99,0 1 0,0-3 0,1 0 0,2-1-343,1 2 1,1-3 0,-5 3 0,0-5 274,0-4 0,6 3 0,1-5 0</inkml:trace>
  <inkml:trace contextRef="#ctx0" brushRef="#br1">15655 14780 8255,'-15'0'218,"-1"0"0,-1-1 319,1-4 1,6 4 754,1-4-802,0 4-785,2 1 1,2 0 0,10 0-1913,4 0 2207,2 0 0,8 6 0,2 1 0</inkml:trace>
  <inkml:trace contextRef="#ctx0" brushRef="#br1">16640 14570 7992,'13'-4'-600,"0"-1"0,0-5 716,1 1 0,-3-2 177,-2-3 0,-5 7 0,-8 3-97,-5 2 1,-2 2 0,-4 0 0,-3 0-34,-3 0 1,0 2 0,-1 2 0,0 3-139,2 1 1,-3 3 0,5-2 0,2 3-19,1 1 0,8 0 0,1 0 0,2 0-65,0 1 0,1-1 0,7 1 0,6 2 1,6 2 0,5-1 0,5-4 0,0 1 31,0-1 1,1 0-1,-1 0 1,-1 0 48,-3 0 0,-5 0 0,-8 1 32,-5-1 0,-4-5 0,-4 0 0,-6-2-6,-6-3 0,0 2 0,-6 0 1,0-2-80,1-2 0,-2-1 0,6 0 0,1 0-333,1 0 1,6 0 0,2-1-972,1-4 1334,2-2 0,10-12 0,1-1 0</inkml:trace>
  <inkml:trace contextRef="#ctx0" brushRef="#br1">16706 14386 8196,'-13'-19'-75,"-1"3"0,3-4 1,1 1-656,1 3 0,6 5 1408,-2 3 0,3 5 0,-1 0-241,-2 6 1,1 8 0,4 8 0,0 2-195,0 2 1,0 3-1,0 4 1,0 2-73,0 1 0,0 2 0,0 5 1,0-1-139,0 1 1,0 3-1,0 1 1,0-2-145,0-1 1,-4-6-1,-1-1 1,2-3-211,2-7 1,-1-3 228,-2-8 1,2-7 0,-2-8-7,3-9 0,1-4 0,0-7 1,0-3 11,0-4 0,0 0 1,0-5-1,0 1 73,0-1 1,0-1-1,0-4 1,0-1 21,0 1 0,0 1 1,0 2-1,0 2 71,0 2 0,0 1 0,0 6 0,0 3 502,0 5-499,0 8 1,-5 11 0,1 11 0,1 7 76,1 5 1,2 3 0,0 4 0,0 6-65,0 4 0,0 6 0,0-4 1,0 0-102,0 1 1,0-4-1,0 3 1,2-5 20,2-4 1,2-4-1,4-8 1,1-4 42,3-4 0,1-1 0,7-9 1,0-2 66,-2-2 1,9-7-1,-3-2 1,2-4-90,0-1 1,-2 0 0,0 0 0,-1-1-75,-3 1 1,3 0 0,-5 0 0,1 1-153,-4 4 0,-6-3 1,-4 6-1,0-1-2657,0 0 2846,-4 1 0,-3 0 0,-7-3 0</inkml:trace>
  <inkml:trace contextRef="#ctx0" brushRef="#br1">17139 14504 8070,'-13'0'-402,"0"2"1,1 2 694,3 5 1,-1 3 0,6 1 0,-1 1-100,0 4 0,3 2 0,-2 8 0,2 1-80,2 2 0,-4 5 0,0-2 0,1-1-103,1-2 0,2-3 0,0-2 0,0-1-52,0-3 0,2-5 35,2-8 0,3-3 1,6-7-1,-1-4 6,-3-4 1,3-7 0,-4-3-1,4-1 63,1-3 0,0-1 0,0 1 0,-1 1 83,-3-1 0,2 4 0,-2 0-35,3 0 1,1 4 0,0-1-121,0 6 1,-4 4 0,0 7-1,1 4-32,2 4 1,1 8 0,0 5 0,0 1-102,0-1 0,2 3 1,1-5-1,3 1 18,1-4 0,-2-2 1,2-2-1,1-1 21,-1-3 0,1-4 0,2-5 0,-3 0 116,-1 0 1,-1-10-1,-5-4 1,-1-5 136,-4-5 1,3-2-1,-7-3 1,-1-3-33,-2-2 1,-1-1 0,-1-3 0,-4 2-55,-3 1 1,0 5-1,0 1 1,-3 4-205,0 3 1,-1 11-1,2-1 1,1 5-365,-1 4 0,3 1 0,-1 4 504,2 2 0,2 4 0,4 5 0</inkml:trace>
  <inkml:trace contextRef="#ctx0" brushRef="#br1">17835 14294 8129,'0'-13'-199,"-4"4"1,-1 0-1,1 1-689,-2 0 1407,5 3 0,-5 6 0,6 3 0,0 5-246,0 3 0,1 7 0,2 1 0,3 2-220,1 0 1,-4 0 0,3 4 0,-1 0-533,-1 1 0,0-5 1,-4-2-1,0 0 479,0 1 0,6-5 0,1 3 0</inkml:trace>
  <inkml:trace contextRef="#ctx0" brushRef="#br1">17927 14347 8129,'0'-21'-102,"0"4"0,0 2 353,0 2 0,0 9 0,0 6-43,0 10 1,0 10-1,0 0 1,-1 3-185,-4 1 0,2 2 0,-4 1 0,0 2-24,-1-2 0,0 10 0,-5 2 0</inkml:trace>
  <inkml:trace contextRef="#ctx0" brushRef="#br1">16259 14215 7668,'-13'0'-339,"4"0"1,2 2 0,1 4 581,3 7 0,2 1 0,1 7 0,0-1-237,0 1 1,0-4-1,0 5 1,0 1-373,0 2 1,4-4 0,1-4 365,-3-2 0,6-2 0,-1 0 0</inkml:trace>
  <inkml:trace contextRef="#ctx0" brushRef="#br1">16390 14294 7810,'0'-13'48,"2"1"109,2 3 0,-2 5 1,2 8-292,-2 5 1,-2 3-1,0 3 134,0 2 0,0 3 0,0 7 0</inkml:trace>
  <inkml:trace contextRef="#ctx0" brushRef="#br1">15576 14885 7999,'13'0'-438,"0"-4"1,1-2 306,-1-1 1,0 4 0,0-3 397,0 0 1,0 5 0,0-5 106,1 0 1,-3 3 67,-2-6-403,-3 6 0,-8-2 1,-2 5-275,-5 0 1,2 0 234,-2 0 0,0 5 0,-4 3 0</inkml:trace>
  <inkml:trace contextRef="#ctx0" brushRef="#br1">9023 16199 8351,'-9'-4'-173,"0"-1"1,5 1 0,-5 4 0,-3 0 163,-4 0 1,-1 0-1,-8 1 1,-3 5 92,1 7 1,-6 1-1,3 4 1,1 0 5,1 0 0,3-1 0,3-4 0,6 0-28,6 0 1,4-4 0,8 0-1,3 0-39,8-2 0,8 3 1,10-5-1,4-1-22,3 2 1,-1-3-1,0 4 1,-4 0-40,0 1 0,-3-4 0,-5 5 1,-3 1-1,-5 2 1,-3 1 0,-6 1 0,-3 2 76,-4 2 1,-12 0 0,-7-5 0,-7 0 88,-5 0 1,-5 0 0,-8-1 0,-1-2-28,2-1 1,3-6 0,4 1 0,4-3-74,3-1 1,8 0 0,4-1-384,6-3 1,13-4 0,13-5-1,10 0-917,6 0 1272,9-6 0,6-1 0,5-7 0</inkml:trace>
  <inkml:trace contextRef="#ctx0" brushRef="#br1">9325 15989 8011,'-13'0'-99,"-1"0"0,1 0 0,2 1 418,2 4 0,-1 3 1,5 10-1,2 4 23,2 3 1,1 5 0,0 2 0,0 1-206,0-1 0,0 4 0,1-2 0,2 1-251,2 0 1,3-6 0,-2 2 0,0-4-418,0 0 0,0-2 0,-3-4 0,1-3-387,-1-3 1,-2-7 917,-1 1 0,0-6 0,0 3 0</inkml:trace>
  <inkml:trace contextRef="#ctx0" brushRef="#br1">9193 16370 8302,'-7'-6'-550,"1"-3"235,0-2 0,5-3 1,-2 1 374,6 0 0,4 4 1,8 2-1,1 0 246,1 0 1,5 2 0,-3-2 0,2 1-206,2 3 1,2-3 0,3 2 0,1-1-24,1 0 0,1 3 1,-5-2-1,1 2-22,-1 2 1,0-4 0,-1 0 0,-3 1 7,-5 1 1,-2 2 161,-2 0-147,-6 0 1,-2 0 0,-10 0-22,-3 0 0,0 0 1,0 0-29,-3 0 0,0 0-38,-2 0 1,-1 0 4,1 0 0,4 5 44,1-1 0,0 2 0,0-2-1,3 5 1,-1-2 0,2 2-1,1 1-27,2 2 0,1 1 0,0 2 0,0 1-21,0 1 0,0 2 0,0-3 0,0 2-44,0-2 1,6-2 0,2 0 0,4-3-33,1-2 1,0-3 0,2-6 0,1 0-43,1 0 1,2-2 0,-3-2-1,2-5-48,-2-2 0,-1-3 1,-2 0-1,0-2 156,0-2 0,-4 1 0,-2 4 0,-1-1 74,-3 1 1,0 2-1,0 0 127,1 3 1,0 6-22,-4 2 1,0 6-1,0 9 1,0 1-131,0 1 1,0 5-1,2-4 1,2-1-56,5 2 1,-2-4 0,2 1-1,1-5-42,2-2 0,1-6 0,0 2 1,0-4-10,0-1 0,1-1 0,-3-4 1,-1-5 4,-1-6 1,-1 1-1,2-4 1,-3 0 63,-1-3 1,0-2 0,-3-3 0,1 1 25,-1 0 1,-2-1-1,-1 1 1,0-2 34,0-2 1,2 2-1,1-3 1,1 5 141,-1 4 1,0 3-1,0 6-85,1 0 0,1 7 1,-5 8-1,0 9 31,0 10 0,0 5 1,0 5-1,0 4-13,0 3 1,0 3 0,0-1-1,0 1-108,0-3 0,4-3 0,2 2 0,0-4-152,0-1 0,4-2 1,-1-8-1,2-5 11,2-2 0,0-8 0,1-3 0,0-4-52,4-4 0,-4-8 0,4-7 0,-4-1-9,0-3 0,-3-2 0,-1-2 0,-2 3 197,-2 2 1,2-2 0,-3 7 574,-2 1-375,4 1 1,-6 9 0,4 8 3,-4 9 0,-1 4 0,0 6 0,0-1-196,0 0 1,0 1-1,0 2 1,2-2-445,2-2 0,-1-2 0,6-4-277,1 0 0,-3-5 1,2-4 694,1-2 0,2-8 0,1-2 0</inkml:trace>
  <inkml:trace contextRef="#ctx0" brushRef="#br1">10100 16160 8302,'-14'-6'-202,"1"3"-337,0-6 604,6 6 1,7-3 0,10 6 0,5 0-340,2 0 0,7 0 274,-3 0 0,4 0 0,2 0 0</inkml:trace>
  <inkml:trace contextRef="#ctx0" brushRef="#br1">10638 15989 8106,'-13'0'12,"0"6"0,0 2 0,1 4 181,3 1 1,-1 6-1,6 3 1,1 3 158,1 1 1,2 5 0,0 0 0,0-2-126,0-2 1,5 1 0,0 0 0,3 0-158,2-3 1,-3-8 0,1 1 0,-1-2-998,0 1 0,-2-2 927,3 2 0,1-2 0,4-2 0</inkml:trace>
  <inkml:trace contextRef="#ctx0" brushRef="#br1">10874 16357 8139,'-13'-13'162,"5"5"446,-1 4 1,0 2-531,-4 2 0,1 6-78,3 3 0,-2 3 0,4 1 0</inkml:trace>
  <inkml:trace contextRef="#ctx0" brushRef="#br1">11794 15923 8180,'-6'-13'-1049,"3"0"415,-6 0 1050,6 5-233,-2 3 0,5 6 0,0 3-114,0 5 0,0 3 1,0 1-1,0 0-61,0 0 0,0 0 0,0 1 0,0-1-99,0 0 0,0 0 0,0 0 0,0 0-265,0 0 0,0 1-25,0-1 1,1-2 380,3-2 0,4-3 0,5-6 0</inkml:trace>
  <inkml:trace contextRef="#ctx0" brushRef="#br1">11951 15923 7601,'0'13'0,"0"0"-140,0 1 1,0 0 0,0 2 139,0 2 0,-5 5 0,-3-2 0</inkml:trace>
  <inkml:trace contextRef="#ctx0" brushRef="#br1">12332 16107 8162,'-7'0'-162,"-3"2"0,5 2 0,2 5 274,2 2 1,1 4-1,0 2 1,1 5-79,4 3 0,-4 1 1,5 1-1,-1-1-30,-1 0 0,0 2 0,-4 0 0,0 0-55,0-4 1,0-2 0,0 0 0,-1-4-79,-4-4 0,3-6 0,-7-6 108,-1-4 0,2-7 1,1-9-1,1-4 36,3-2 1,2-9 0,1 0 0,0-4 45,0-2 0,0 7 1,1-8-1,4 2 3,3 1 0,10-3 0,2 1 1,2 1 41,0 3 0,1 7 1,7 8-1,0 1-72,-1 2 0,-1 4 0,-3 5 0,-2 3-22,-1 4 0,-6 2 0,0 4 0,-6 3-41,-5 4 1,-4 6-1,-2 1 1,-4 2-113,-3 7 1,-10-2 0,-4 5 0,-2-2 85,-3 2 0,1-3 0,0 2 0,-1-2 123,1-2 0,4-4 0,2-1 1,1-2 106,3-3 1,3-2 0,4-1 45,5 1 1,4-1 0,4-2-1,6 0-88,6-3 0,5-5 1,5 3-1,0-1-76,0-1 1,-4 5-1,0-5 1,2-1-96,0-2 0,-2 1 0,-1 1 1,-2 1-146,-3-1 0,-3 0 1,-3 0-1,-1 1-370,1-1 1,-4 0 0,0 0 552,0 1 0,1 7 0,6-4 0</inkml:trace>
  <inkml:trace contextRef="#ctx0" brushRef="#br1">12753 16383 8543,'13'-6'87,"-5"5"0,1-4-296,1 4 1,2-4 0,1 1 208,0 1 0,0-4 0,1 0 0</inkml:trace>
  <inkml:trace contextRef="#ctx0" brushRef="#br1">13199 16133 8151,'-7'-20'-30,"-3"0"0,5 3 0,2 0-75,2 1 1,1 1 545,0 2 0,6 6-271,2 2 0,0 10 1,-1 4-1,-1 4 33,-3 4 0,3 4 0,-2 5 0,-1 2-30,-2 2 0,-1 0 1,0 3-1,0-1-75,0-3 0,0-1 0,0 0 0,0 1-45,0 2 0,0-5 0,0-6 0,0 1-185,0-1 1,-1-4 0,-2 2-1027,-1-3 460,-1-8 0,5-3 0,2-8-176,2-5 1,-3-3 873,4-1 0,2-12 0,0-2 0</inkml:trace>
  <inkml:trace contextRef="#ctx0" brushRef="#br1">13120 16278 8151,'-13'0'-198,"4"-2"-398,1-2 1,5 1 690,-2-6 1,5 2 0,6-2 0,6 5 2,4 2 1,3-2 0,-2 0-1,5-1-27,3 0 1,0 3 0,-2-4 0,-2 2 13,-2-1 1,3 1 0,-4 3 0,1-2 77,0-2 1,-1 1 156,-5 4-239,0 0 0,-5 6 1,-4 3-1,-3 2-40,-1 2 1,0 0 0,0 1 0,0-1-35,0 0 0,0 4 0,0 1 0,0-2-34,0-1 0,0 2 0,0 1 0,0-2-100,0-2 0,5-5 1,1-2-61,1-1 0,2-1 0,4-5 68,0 0 1,-4-6-1,-1-3 1,1-4 50,-2-5 1,5 2-1,-5-4 1,2 1 70,0 3 0,-5-3 1,4 1-1,-1 2 51,0 2 1,-2 0-1,2 1 1,-1 0 229,-3 0 1,0 6 402,1 2-542,-3 4 0,5 7 0,-6 4 1,0 5-16,0 2 0,0 6 0,0-1 1,0 5-59,0 3 1,0 2-1,0 5 1,0-2-85,0 1 0,0 2 0,0 2 0,0 1-96,0 2 1,0-6-1,-1 2 1,-2-1-104,-2 0 0,-5 0 0,1-4 0,-2-8-58,-2-7 0,0-4 0,-1-4 195,1-2 1,0-9-1,0-9 1,0-4 88,0-4 0,0-2 1,1-5-1,2 2 62,1-1 0,6-2 1,-1-1-1,2 0-50,2-1 0,2 1 0,2 0 0,5 0-79,2-1 1,4-3 0,1-1 0,3 2 1,2 1 0,0 2 0,6 0 0,-1-1-42,0 1 0,0 1 0,1 3 1,-2 5-91,-4 2 0,3-2 1,-7-1 232,-1 2 0,-7 6 434,-5 1-302,-2 6 0,-6-1 1,-2 7-1,0 3-68,0 1 0,-3 2 0,5 4 0,0 0-71,-2 0 1,4 0-1,-2 2 1,1 1-28,-1 1 0,2 5 0,-2-3 0,2 0-67,2 0 0,-1 0 0,-2-1 0,-1 2-103,1 1 1,1-2 0,2-6-178,0 0 311,0 0 1,0-7 0,0-8 0,0-8 18,0-6 0,5-9 0,0 0 1,1-4 42,0 0 1,3-5-1,-3 1 1,1-1 3,3 4 1,2 2 0,2 0 0,2 0-19,2 2 1,-1 0-1,-3 11 1,0 4 11,4-1 1,-4 6-1,4 2-16,-4 2 0,-2 8 1,-3 3-1,-5 3 34,-2 1 0,-2 1 0,0 4 0,-2 2 26,-2 1 1,-3 2 0,-7-5 0,1-1 12,0 2 0,0-4 1,0 2-1,0-2-13,0-2 1,4-1-1,2-2 1,-1-1 51,1 1 0,4-3-194,-1 2 0,4-6 0,4 1-13,5-2 0,4-2 1,3 0-1,3-2-100,1-2 1,2 1 0,3-6-1,-2-1 50,-1-2 0,-1-1 0,2 0 0,-2 0 44,-3 0 0,0 1 0,-5 2 0,0 1 42,0-1 1,-5-2 0,-4-1 285,-2 0 1,-2 4-38,0 0 1,-6 6-1,-3 0-56,-3 6 0,1 5 1,0 5-1,4 0-74,1 0 1,2 0-1,2 0-52,-2 0 0,3 1 1,-2-1-145,6 0 1,4-1-1,7-4-428,4-3 0,-2-4 1,4-1 538,-1 0 0,11 0 0,-3 0 0</inkml:trace>
  <inkml:trace contextRef="#ctx0" brushRef="#br1">14499 15923 8144,'-11'9'0,"0"-2"-23,3-1 0,3 3 0,-2-3 0,1 1-22,3 3 0,2-3 1,1 2-416,0 1 0,0 2 311,0 1 0,0-4 1,1-2-1,4-1-362,3-3 511,4-1 0,7-14 0,1-3 0</inkml:trace>
  <inkml:trace contextRef="#ctx0" brushRef="#br1">14591 15963 8144,'9'-8'-201,"0"4"0,-5 2 305,5 2 1,-6 2-1,1 2 1,-2 5-35,-2 3 1,-5 5 0,1 2-1,-1 0-171,0 0 1,2 3 100,-6-4 0,0 5 0,-4-3 0</inkml:trace>
  <inkml:trace contextRef="#ctx0" brushRef="#br1">8918 15476 8504,'5'-7'-1061,"-3"-4"1115,2 2 1,-2 1 0,-1 1 0,2 0 116,1 0 1,1 2-79,-5-4 1,-2 6-1,-2-1-45,-5 3 1,-2 1 0,-3 0 0,1 1-44,0 3 1,0 2 0,0 5 0,0-3-21,0 3 1,0-1 0,-1 0 1,1-1 0,6-1 0,3 6 28,2-1 0,4 0 0,2-1 0,5-2-27,2-1 1,7-1 0,-1 5 0,1 2 5,1 3 0,-5-4 0,5 4 1,-3-4 0,-2-1 1,2 1 0,-9-1 0,0 0 3,-2 0 0,-5 0 1,-5 0 25,-3 0 0,-9-5 0,-2-2 0,-1-2 24,-3 0 1,-2 5 0,0-5 0,2-1-27,1-1 0,6-2 1,-2 0-1,4 0-254,1 0 1,5-2-167,4-2 1,8 1 0,6-4 0,5-1 394,3 1 1,11-2 0,-1-4-1</inkml:trace>
  <inkml:trace contextRef="#ctx0" brushRef="#br1">9207 15319 8498,'0'-9'51,"0"0"1,0 8 108,0 1 1,0 12 0,0 9 0,0 4-3,0 2 0,0 3 0,0 2 1,0 2-73,0 2 0,0 2 0,0 0 0,0-3-137,0-4 1,0 1 0,0-1-1,0-4-393,0-3 1,0-5 0,0-6-1286,0 0 1472,0 0 0,0-7 0,0-6 0,0-7 257,0-5 0,0-1 0,0-2 0,0-1 0,0-1 0,-2-2 0,-1 3 0,-1-2 12,1 2 0,-3 2 0,0-1 0,0-1 122,0-2 1,1 2-1,2 6 1,-2 1 137,2-1 1,2 3-1,1-2-27,0-1 0,1 3 0,4-1-112,4 2 1,2 1 0,2 2-1,2-2-100,2 2 1,0-2-1,3-1 1,0 0-9,1 0 1,-4 0 0,5 3-1,0-1-3,-1 1 0,-2 1 0,-6 2 1,0-1-2,0-3 61,0 2-56,-6-4 1,-2 6 0,-10 2-13,-3 2 1,0-2-1,0 2 6,-3-3 1,4 4 0,0 1 0,-1 0-3,1-1 1,3 6-1,-4-3 1,1 4 4,0 1 1,4 0-1,-3 2 1,2 1-22,-1 1 1,1 5 0,3-3 0,-2 0-24,-2 0 1,1 3-1,4-3 1,0 0-17,0 0 0,1-3 1,2-6-1,3-2-35,1-2 1,2-2 0,4-4 0,0 0-59,1 0 1,-3-2 0,-1-2 0,1-5 61,3-2 1,-2-2 0,2-2-1,-3-1 76,-1-2 0,0-1 1,0 3-1,-2-1 26,-3 1 1,1 6-1,-3 1 390,2-1-291,-1 4 0,-4 1 0,0 11 0,0 6-106,0 4 1,0 3 0,1-3 0,2 1-37,2 0 0,3-3 0,-2-1 0,2 0-15,2 1 0,2-3 0,1-2 1,0-3-59,0 0 0,-3-5 1,2 3-1,2-4-8,1-4 0,1-3 0,0-6 1,2 0 24,-2-1 0,-2-3 0,-1-2 0,1-2 61,-1-2 1,-5-2 0,0-1-1,-1 0 8,0-1 0,-4 1 0,3 0 0,-2 0 52,1-1 0,-1 1 0,-2 1 1,1 2 186,1 1 0,0 10-69,-4-1 1,0 10-1,0 3-77,0 8 1,0 8 0,0 3 0,0 2-42,0 7 1,0-1 0,0 3-1,0-1-60,0 2 1,2-3-1,1 2 1,1-2-23,-1-2 1,4-4-1,1-1 1,0-2-22,1-3 0,-5-7 1,5-5-1,1-3-51,2-1 0,1 0 0,-1-1 0,-2-5 22,-1-7 1,0 0 0,2-5 0,0 2 0,-3-1 1,-3 2 0,3-2 74,3 2 0,-6 6 0,1 2 214,0 1 1,-3 2-1,4 5-156,-1 4 1,-1-3 0,-5 7 0,1 1-98,3 2 1,-1 1-200,6 0 1,-5-1 0,4-2-1110,-2-1-110,4-6 1457,-9 3 0,11-12 0,-5-1 0</inkml:trace>
  <inkml:trace contextRef="#ctx0" brushRef="#br1">9916 15490 8516,'-13'0'-500,"-1"0"1,1 0 385,0 0 0,0 0 584,0 0 1,7 0-499,6 0 1,7 0 0,11 0-1,4-2-153,3-2 0,1 2 0,0-2 0,2 1 181,2-1 0,4-4 0,5-5 0</inkml:trace>
  <inkml:trace contextRef="#ctx0" brushRef="#br1">10494 15266 8516,'-9'0'0,"0"0"-174,-1 0 1,3 0 0,-1 2 460,2 2 1,-2 3-1,3 8 1,1 3-32,-2 3 1,5 6 0,-5 2-1,1 2-100,1-2 0,0 3 0,4 0 0,0 0-223,0 0 1,0 0 0,0-4 0,0 0-362,0-3 0,0-3 0,0-1 428,0-3 0,0 2 0,0 1 0</inkml:trace>
  <inkml:trace contextRef="#ctx0" brushRef="#br1">10953 15529 9845,'-8'-4'-228,"0"-2"1,1 0-1212,0 0 1502,4-4 1,-2 8 14,10-2 1,2 3-1,6 1 1,0 0 74,0 0 1,5 0 0,1 0 0,0-2-129,0-2 1,4 2 0,-2-2 0,0 2-31,1 2 1,5 0-1,3-1 1,-1-2-112,-1-1 1,-2-1 0,1 4-1,-2-2-26,-4-1 1,3-1-1,-7 5-466,-1 0 381,-1 0 0,-9 0 1,-6 0-171,-8 0 1,-3 0 396,-2 0 0,0 0 0,-1 0 0</inkml:trace>
  <inkml:trace contextRef="#ctx0" brushRef="#br1">11085 15503 9564,'0'-9'-2114,"0"0"2136,0-1 0,0 3 1,0-2-1,1 0 180,3 2 0,-1-3 0,6 4-95,1-1 0,2-1 0,1-1 0,0 5-12,0 3 0,1 1 0,-1 0 0,0 0-142,0 0 1,-1 1 0,-4 3 0,-3 5-27,-4 3 1,-1 1-1,0 0 1,-1 0-41,-4 0 0,-3 5 1,-8 0-1,-2-2 16,2-2 0,-3-1 1,0 0-1,0 1 60,0-1 0,2-6 0,3-1 0,1-2 48,0 1 1,2-2-1,2-8 61,4-4 1,4-2 0,1-4 0,1-1 3,4-1 0,2-1 0,6 5 1,2 0-27,2 0 1,-1 1-1,5 2 1,-1 2-14,1 3 1,-5 0 0,3 5 0,-2 0-36,1 0 1,-2 2 0,-6 2-1,-3 5-35,-1 2 1,-2 4-1,-4 1 1,0 3-26,0 2 0,-5-5 1,-6 3-1,-3-2 20,-4 1 0,-5-2 0,3-6 0,-2-3 23,0-1 1,6 0-1,-3-3 43,0 1 0,4-1 1,-1-7-1,4-7 29,4-5 0,5 2 0,-2-5 0,4 1 0,1 1 0,6-5 0,3 4 0,4 2-30,4 2 0,-1 1 0,6 1 0,1 2 6,2 1 1,-3 6-1,0-1 1,0 2-29,-2 2 1,1 0-1,-5 0 1,0 2-30,-4 2 0,-1 3 0,-6 6 0,-2 1-5,-2-1 0,-2 0 0,-4-1 0,-4-2-40,-2-1 1,-7-1-1,-1 4 1,-1-3 74,-4-5 1,4 2 0,0-2 0,1-1 87,3-1 1,1-4-1,2-1 1,0-2 58,0-3 1,5-1-1,4-5 1,2-2-41,2-2 1,0 1 0,2 4 0,4-2-22,7-2 1,0 6 0,6-2 0,0 1-73,3 1 1,-2 3 0,1 4 0,-1 3-167,1 1 0,-5 0 0,1 0 0,-2 1-413,-2 3 0,-4 4 559,-1 5 0,-5 6 0,3 1 0</inkml:trace>
  <inkml:trace contextRef="#ctx0" brushRef="#br1">11807 15095 8308,'0'-8'-486,"-2"-1"60,-2-1 0,3 5 501,-4 5 1,4 6-1,1 9 1,0 2-36,0 5 1,0 3-1,-2 0 1,-1-2-68,-1-1 1,0-1 0,4 2 0,0-3-59,0-1 0,0-1 1,0-5-296,0 0 0,1-6 237,3-2 0,-1-4 1,6-2-1,1-5 143,2-7 0,1 0 0,0-12 0,0 4 0</inkml:trace>
  <inkml:trace contextRef="#ctx0" brushRef="#br1">11912 15161 8308,'9'-4'-111,"0"-1"0,-5-3 1,3 2-1,0 0-263,1 0 0,-4 2 391,5 4 1,-6 7-1,1 5 1,-2 5-88,-2 4 1,0-4-1,0 5 1,-2 1 69,-2 2 0,2 2 0,-3-1 0</inkml:trace>
  <inkml:trace contextRef="#ctx0" brushRef="#br1">12188 15174 8327,'-9'0'-460,"0"0"1,2 6-1,-2 4 608,5 6 0,2-1 1,1 4-1,-2-1-44,-1-1 1,-1 6-1,5-2 1,0 1-77,0 0 0,-4-2 0,0 2 0,1-3 29,1 0 0,2-4 0,0 2 28,0-2 0,5-7 0,0 0 0,3-2-37,2-4 1,3 0 0,3-2-1,3 0-13,1 0 1,-2 0 0,2 0 0,1-2-82,-1-2 1,1 3 0,2-5 0,-3 1-140,-1 1 1,3 0 0,-4 4 0,-2 0-722,-2 0 906,0 0 0,5-6 0,1-2 0</inkml:trace>
  <inkml:trace contextRef="#ctx0" brushRef="#br1">12608 15319 8159,'-7'1'24,"2"4"0,0-2 0,0 5 24,2 3 1,2 0 0,1 2 0,0 1-63,0-1 0,0 1 0,0 2 1,0 3-97,0 2 1,0-4-1,0 4 1,0-2-38,0-3 1,1-6-1,4-3 91,3-1 1,0-2 49,0-4 1,0-5-1,2-3 1,-1 0 26,1-1 1,-3 1-1,1-2 1,-1 3-8,0 1 1,-3 2-1,5 4-12,1 0 0,-2 0 0,1 0-2,1 0 0,1 0 0,1 1 0,-2 2 5,-1 2 0,0-1 1,2-3-1,0 2 47,-3 2 0,1-1 0,4-4 40,0 0 0,1-4 1,-3-2-1,-1-1 25,-1-4 0,-4 4 1,2-2-1,-1-1-26,-3-2 1,-2-1 0,-1 0 0,0 0-59,0 0 0,0 0 0,0 0 0,0-1-117,0 1 1,0 0-829,0 0 912,0 0 0,-6 6 0,-1 1 0</inkml:trace>
  <inkml:trace contextRef="#ctx0" brushRef="#br1">13055 15240 8343,'0'13'-319,"0"0"-558,0 0 1,0-4 876,0 0 0,0 0 0,0 4 0</inkml:trace>
  <inkml:trace contextRef="#ctx0" brushRef="#br1">13212 15227 8095,'-6'13'-482,"5"-4"1,-5-2 0,2 0 610,-1 1 0,1 0 0,2 6 0,0-1-151,-3 0 0,1 0 0,4 0 1,0 0-493,0 0 514,0 1 0,0-1 0,0 0 0</inkml:trace>
  <inkml:trace contextRef="#ctx0" brushRef="#br1">13422 15253 7553,'0'-13'-168,"0"0"0,0 4 0,0 0 743,0-1 1,0-2-307,0-1 1,6 6-185,3 3 1,1 8 0,0 5 0,-2 4-114,-3 4 1,4 4-1,-4 5 1,-2 0-187,-2 1 0,-1 5 1,-1 1-1,-4 2-800,-4 0 1014,-2 0 0,-8 11 0,-2 0 0</inkml:trace>
  <inkml:trace contextRef="#ctx0" brushRef="#br1">11754 15095 8306,'-13'14'0,"0"-1"0,0 1-18,0 4 0,4 2 0,0 8 0,-1 3-11,-2 4 0,-5 13 0,-2 6 1,0 4-15,0 5 0,3 0 0,7 0 0,5-5-50,2-4 1,5-12 0,6-17-1,9-9-24,5-6 1,9-7 116,3 2 0,9-10 0,3-2 0</inkml:trace>
  <inkml:trace contextRef="#ctx0" brushRef="#br1">11321 16094 8315,'0'-13'-65,"0"0"0,4-5 1,1 1-1,-1 1 83,2 1 0,-5 2 1,5 1 153,0 3 1,-4 5-1,2 10 1,-3 7 8,-1 7 0,0 13 0,0 6 1,0 8-66,0 4 1,-4 6-1,0 1 1,1 3-218,1 7 1,5-3 0,6 5-1,10-4-281,9-5 1,11-2 0,11-8 0,5-6-147,6-10 0,5-14 199,4-17 0,3-8 1,-34 0-1,1 0 1</inkml:trace>
  <inkml:trace contextRef="#ctx0" brushRef="#br1">14880 15871 8077,'13'0'-161,"0"0"1,1 0-1,-1 0 1,1 1 145,4 3 1,-2 10-1,4 7 1,-1 7 53,-3 7 0,-1 3 0,-3 13 1,-4 3-26,-3 0 0,-5 5 0,-6-1 0,-7 3-386,-8 7 1,-11-3 371,13-29 0,-1-2 0,-5 0 0,-1-1 0,-4 0 0,0 0 0</inkml:trace>
  <inkml:trace contextRef="#ctx0" brushRef="#br1">10953 16396 8364,'-13'0'35,"0"0"229,0 0 0,4-1-352,0-4-1106,6 4 1194,-2-5 0,5 12 0,0 1 0</inkml:trace>
  <inkml:trace contextRef="#ctx0" brushRef="#br1">10717 16160 8268,'-5'-13'0,"1"-1"0,0 1-603,-2 0 1,4 0-1,-2 0 676,3 0 1,-4 0 346,1-1 0,-1 1-110,5 0 1,0 4-203,0 1 0,0 6 0,0 2-32,0 7 1,0 11 0,0 5-1,0 8 12,0 8 0,0 2 0,-1 9 0,-2 2-51,-1 4 1,-2 1-1,3-5 1,-1 0 26,1-4 1,0-3 0,0-7-1,-2-5 4,3-6 0,-1-2 1,0-8-54,-2-1-472,1-7-481,-2-3 938,5-6 0,1-6 0,7-1 0</inkml:trace>
  <inkml:trace contextRef="#ctx0" brushRef="#br1">8642 17276 10683,'-18'-5'-710,"1"-4"1,-2 3 0,3 0 0,-3 2 738,-2-1 0,4 1 0,-4 4 1,2 1 31,3 4 0,-3-2 0,2 5 1,-1 3 115,-1 0 0,5 3 0,-4-1 0,4 1-107,1 4 0,4-4 1,2 5-1,1-1-18,3-1 0,1 2 0,4-3 0,2 2-41,5-2 0,4-1 0,5-2 1,2 0-84,0 0 1,5 0 0,-3-1 0,1-2 33,-1-1 1,2 0 0,-7 2-1,-1-1 22,-1-1 0,-8 0 1,-2 4 135,-4 0 1,-11 0 0,-5 1 0,-4-1-39,-4 0 1,-2-2-1,-1 0 1,0-3-80,-1 3 0,2-5 0,2-2 0,3-3-369,1-1 1,7-1-175,8-3 0,5-4 0,6-6 0,8-2 540,4-2 0,3-11 0,4 1 0</inkml:trace>
  <inkml:trace contextRef="#ctx0" brushRef="#br1">8747 17237 8539,'-9'-1'-27,"0"-2"255,-1-2 0,3 1-10,-2 4 0,6 7 0,-1 6 0,2 8-67,2 4 1,0 2-1,2 4 1,2 4-185,5 3 1,-2 1 0,2 1 0,1-2-170,2-3 0,0 1 0,-2-5 0,-2-2-370,3-1 0,-1-8 0,0-2-1010,-1-4 1582,-6-6 0,8-3 0,-3-5 0</inkml:trace>
  <inkml:trace contextRef="#ctx0" brushRef="#br1">8707 17592 8532,'0'-9'-563,"0"0"177,0-1 1,-4 3 0,0-2 470,1-1 0,7 2 0,5 1 0,3 0 60,1-1 1,1 4 0,2-5 0,3 1-54,2 0 0,-4-2 0,4 4 0,-1-1-60,1-3 0,-4 2 1,3 1-1,-1 1 52,-2 3 0,-7 0 0,-2 1 220,3-3-171,-5 1 1,-2 4-32,-8 0 1,-4 6-83,-5 2 1,0 4 0,1 1-6,4 0 1,0 0-1,5 1 1,-1-1-4,1 0 1,0 1 0,0 3 0,-1 0-17,1-1 1,1 0-1,2 0 1,0 2 6,0-2 1,0-2-1,2 0 1,2-1-27,5 0 0,-2-6 0,2-1 0,1-2-50,2 1 0,1-1 1,0-5-1,0-2-74,1-2 1,0-9 0,2 1 0,2-2 53,-2 0 0,-6-2 1,-1-2-1,1 0 67,2 0 1,-4-3 0,0 5 0,-3 0 138,-2 3 1,0 5 93,2 0 1,-4 8 0,4 1-139,-4 7 0,-1 6 0,0 3 0,0 3-91,0 2 0,6 1 0,1 3 0,2-4-15,0-3 1,-5-3-1,5-2 1,1-2-87,2-2 1,-4 1-1,1-5 1,1-2 60,2-2 0,-3-2 1,0-4-1,-1-4 1,0-2 1,2-7-1,-4-1 1,0-1 59,-1-3 1,4-2-1,-5-2 1,-1 1 32,-1 0 0,2-6 1,1-2-1,-2 1 63,-2 2 0,-1 3 0,0 2 0,1 1 547,4 3-503,-4 3 0,5 13 0,-6 8 0,0 11-21,0 12 1,-1 3 0,-2 7-1,-2 1-59,2 2 1,2 0 0,1-2-1,0-2-101,0-2 0,1 3 1,2-4-1,3-3-146,1-5 1,2-4-1,4-6 1,1-1 93,-1-3 1,-3-4 0,2-6 0,2-3 43,1-5 1,-1-7 0,-1-2 0,1 2 122,-1 2 1,-5 0 0,1 1 149,1 0 1,2 1-120,1 4 0,-4 3 0,-2 10-98,-1 3 0,3 4 0,-3 1-169,1 0 0,-4 1-870,1-1 2,4-6 1031,-7-1 0,5-6 0,-6 0 0</inkml:trace>
  <inkml:trace contextRef="#ctx0" brushRef="#br1">9312 17434 8273,'-14'0'-237,"1"0"-1454,0 0 1753,0-6 0,7 0 1,8-2-1,8 3 101,6 4 0,7-4-163,-1 1 0,3-6 0,1 2 0</inkml:trace>
  <inkml:trace contextRef="#ctx0" brushRef="#br1">10218 17237 6991,'-13'0'95,"0"1"1,-1 4 0,0 5 315,-4 6 1,2 9 0,-4 8-1,1 4-192,3 4 1,1 6 0,2-2 0,1 2-157,4 2 1,3-8-1,10-4 1,5-8-58,6-9 0,3-5 1,4-6-1,-1-7-22,1-4 1,2-6-1,2-6 1,-3-2-40,-2-2 0,-3-1 0,-6 3 0,0-3-2,1-1 1,-7 4 0,-3-2 0,-2 3-35,-2 2 0,-2 5 0,-2 0 0,-5 2-133,-3 3 0,-5 2 1,-1 1-1,1 0-73,-2 0 1,3 1-1,-5 4 297,2 4 0,2 8 0,4 4 0</inkml:trace>
  <inkml:trace contextRef="#ctx0" brushRef="#br1">10572 17539 8226,'-8'-1'-252,"-1"-2"459,-1-2 0,2 1 0,0 4-368,-3 0 0,0 0 161,-2 0 0,5 6 0,2 1 0</inkml:trace>
  <inkml:trace contextRef="#ctx0" brushRef="#br1">8182 13808 8256,'4'-13'-582,"1"0"1,1 0 503,-2-1 0,-2 1 223,2 0 1,-3 4-58,-1 1 0,-1 5 1,-3-2-54,-5 4 1,1 2-1,-2 4 1,-3 3-10,-3 4 1,-7 1-1,2 0 1,-1 1-21,1-1 0,-1 6 1,-5 1-1,1 2 9,0 0 0,4-6 0,2 1 1,1-2-5,3-2 0,5 0 0,4 0 11,1 1 1,12-7 0,9-1 0,4-2-4,4 1 0,2-1 0,2-4 0,3 0-9,0 0 0,-3 0 0,-6 0 0,1 0-5,-1 0 1,-2 1 0,-6 2 47,0 2 0,-6 0 0,-4-2-14,-6 2 1,-5 4-1,-9-4 1,-2 1-31,-1 0 0,-2 0 1,-4-3-1,0 1-115,-1-1 0,1-1 1,0-2-1,1 1-136,3 3 0,-1-2 0,5 2 0,2-2 242,2-2 0,1 6 0,-1 1 0</inkml:trace>
  <inkml:trace contextRef="#ctx0" brushRef="#br1">8497 13729 8267,'0'-13'-215,"0"0"1,0 4-1,0 0-43,0-1 267,0 4 1,-6 0 0,-1 8 0,-2 2 66,1 5 1,-1 3 0,-4 1 0,0 1 30,0 4 1,-1-3 0,3 2-1,0-2-49,3-2 1,5 0 0,-2 0-54,4 0 1,1 0 38,0 1 0,6-3 0,3-1 0,2-2-11,2-2 0,1 2 0,-1-2-13,0 1 0,0 1 1,-1 2-1,-2-3 7,-1-1 1,-7 4-36,3-1 0,-4-2-315,-1 2 0,-6 0 0,-2 3-604,-4-4 927,-1-2 0,0 0 0,0 1 0</inkml:trace>
  <inkml:trace contextRef="#ctx0" brushRef="#br1">9010 13663 8240,'-6'-13'-407,"-3"0"1,2 4 0,-2 2 408,-1 1 0,-2 2 0,-1 4 0,0 0 79,0 0 0,-2 1 1,-1 4-1,-2 3 19,2 4 0,2 1 0,1-1 0,0-2-25,-1-1 1,3 0 0,0 4-1,4 0-33,1 0 1,2 0 0,4 0 0,0 1-21,0-1 0,1 0 0,2 0 1,3 0-2,1 0 0,2-1 0,4-2 0,-1-1-9,-3 1 1,2 0-1,-3 1 39,-1-3 0,-1 1 0,-6 4 3,0 0 0,-6-1 0,-4-2 0,-5-2-33,-2-3 0,-7 6 0,1-4 0,-5 2-68,-2-1 1,-1-5 0,5 3 0,1-1-161,3-1 0,-1 0 0,5-4-99,2 0 1,9 0-1,7 0 306,7 0 0,17-6 0,3-1 0</inkml:trace>
  <inkml:trace contextRef="#ctx0" brushRef="#br1">9338 13585 6398,'-6'-8'-231,"5"1"427,-4 3 170,4 2-141,1-4 1,-2 6-134,-2 0 1,2 2-1,-3 1 1,0 3-14,1 1 1,-1-3 0,4 5-73,-3 1 1,2-2 0,-2 0 11,2 2 1,2 2 0,2 1 12,2 0 0,2 1 0,4-3 0,-1-1-8,1-1 1,-3 0-1,2 3 1,0-2 10,-2-1 0,1-1 1,-6 6-20,3-1 1,-1 0 0,-5-1 0,-2-2-23,-2-2 0,-5 1 1,0 3-1,-5-2-104,-2-1 1,-1-5 0,4 5 0,-2 0-117,-2-2 0,2 0 0,6-4 226,1 2 0,1-1 0,-6-4 0</inkml:trace>
  <inkml:trace contextRef="#ctx0" brushRef="#br1">9548 13795 8285,'-13'7'-467,"0"3"0,0-4 430,-1 1 0,7 2 1,3 4 84,2 1 1,4-1 0,2-2-29,5-2 0,3 1 1,2-5 37,4-2 1,-4-2 0,4-1-1,-4-1-39,0-4 1,-1 2 0,0-5 0,0-1-7,0 1 0,-1-3 1,-2 2-1,-3-3 63,-1-1 1,3 0 0,-5 0-1,-1 0-34,-1 0 0,-2 4 0,0 0 1,-2 0-55,-2 2 0,-4 1 1,-5 6-1,0 0-182,0 0 1,0 6 0,0 3 0,0 3-681,0 1 874,-6 6 0,4 1 0,-4 6 0</inkml:trace>
  <inkml:trace contextRef="#ctx0" brushRef="#br1">9049 14071 8044,'-12'-13'-20,"3"-1"1,2 6 0,4-1 480,-1-1-444,0 4 1,5 0 62,3 6 1,-1 6 0,5 3-61,-3 2 0,0 2 0,-4 1 0,2-1-110,2 0 0,-1 0 0,-4 0 0,1 0-210,4 0 0,-4-4 0,4 0 300,-4 1 0,5 8 0,1 2 0</inkml:trace>
  <inkml:trace contextRef="#ctx0" brushRef="#br1">8471 14294 8146,'0'-9'-1280,"0"1"1135,0-3 1,2 1 0,2 0 196,5 1 1,1 5 0,0-4 0,-1 3 74,1 2 0,-3 1 1,2 2-3,1 0 1,1 2 0,-3 2 0,-2 5-40,0 3 1,-5 1-1,4 0 1,-4 0 13,-1 0 1,0 5-1,-1-1 1,-2-1 14,-2-1 1,0-6 0,2-1-74,-2 2 1,1-2-149,4 1 1,1-7 0,5 3-179,7-4 0,2-7 1,7-2 283,1-4 0,8-7 0,2-1 0</inkml:trace>
  <inkml:trace contextRef="#ctx0" brushRef="#br1">8011 14399 8069,'-7'-9'-372,"1"2"51,0 1 0,5-4 316,-3 1 0,8 2 1,5 0 69,2 1 0,3-3 0,-1 5 0,0-1 5,0 0 1,0 3 0,0-2-1,0 2-81,0 2 0,-4 0 1,0 0-30,1 0 1,-3 0 0,1 2-41,-2 2 0,-2-1 0,-3 6-7,4 1 1,-4-3 67,4 2 0,0-5 1,1 4 18,2-2 1,0 4 0,6-3 26,-1 0 1,-5 1 0,1-5 131,1 1 1,-4 6 15,-1-1 1,-4 3-89,-1 1 0,-6 0 0,-3-1 0,-2-2-112,-2-1 0,-5-5 1,1 3-1,1 0-593,1 1 618,2-5 0,0 8 0,0-3 0</inkml:trace>
  <inkml:trace contextRef="#ctx0" brushRef="#br1">7814 13729 8232,'-13'0'0,"0"0"-648,0 0 1,0 0 490,0 0 0,5-1 1,5-2-1,6-3 275,6-1 1,4 2-1,3-2 1,3 0 33,2-1 1,1 4 0,4-3-1,0-1-71,0 1 1,1 0 0,-1-3 0,2 1 0,2-1 1,-6 2 0,2 1 0,-1 0-80,0-1 0,-5 4 0,-2-3 0,-4 1-124,-1 3 1,0-3 0,1 2-205,-1 1 1,0 1 324,0 2 0,0-5 0,0-3 0</inkml:trace>
  <inkml:trace contextRef="#ctx0" brushRef="#br1">8327 13624 7963,'-14'0'-503,"1"0"1,0-1 498,0-4 1,7 4 135,6-4 0,6 0 0,7 0 0,0 1-32,0-2 0,5 3 0,1-6 0,0 0-30,0 2 0,4-4 1,-1 2-1,3-3-50,1-1 0,-4 1 1,0 2-1,1 1-50,2-1 1,0 0 0,-2 0 0,-2 2-196,-2 2 1,3-2 0,-5 3 0,-1 2 224,-1 2 0,4-5 0,1-1 0</inkml:trace>
  <inkml:trace contextRef="#ctx0" brushRef="#br1">8760 13585 8160,'-13'0'0,"0"0"0,0 0-568,-1 0 0,1 0 650,0 0 0,7 0-3,6 0 0,6 0 1,9-2-1,1-1 10,1-1 1,7-5 0,-4 3 0,2-1-62,0-3 0,0 2 0,3 0 1,-2-1-5,-1 2 0,0-4 0,3 6 0,-2-1-79,-1 0 1,-5-3-1,4 3 1,-2 0-641,-3 1 695,-2 0 0,5-1 0,2-1 0</inkml:trace>
  <inkml:trace contextRef="#ctx0" brushRef="#br1">9233 13453 8076,'9'-11'-29,"-1"2"0,-3-1 0,3 4 0,3 0-74,0 0 1,2-3 0,1 3-1,0-1 85,4-3 1,-2 3 0,4-1 0,1 1 38,-1 0 1,0-1 0,4-2-1,-4 3-181,-1 1 0,0 0 0,-3 3 160,2-1 0,5-6 0,-2 2 0</inkml:trace>
  <inkml:trace contextRef="#ctx0" brushRef="#br1">9601 13388 8257,'0'-9'-986,"1"1"475,3 3 1036,-2-6-274,4 4-183,-6 0 0,-6 1 1,-3 6-10,-3 0 1,-1 0 0,0 0 0,0 1 9,0 4 1,-2 1-1,-1 4 1,-3-1 3,-1 1 0,4-3 0,-3 2 1,1 1 6,1 2 1,-1 1 0,4-1 0,-2-2-22,-2-1 0,2-1 0,6 6 0,1-1-17,-1 0 1,3 0-1,-1 0-3,2 0 0,-2 0 0,3 0-65,2 1 1,3-3 0,3 0-12,2-3 1,5-5 0,-1 2 0,2-4 0,2 3 0,1 1 5,-1-2 1,0 0 0,0 0 20,0 1 0,-4 0 0,0-2 22,1 2 0,-3 3 0,0 7 21,-1-1 1,-1 0 0,-7 0 2,-2 0 0,-3 0 0,-7 2 0,1 1 10,0 1 1,-1 1 0,-3-5 0,-1-1-9,-3-3 0,1 2 1,-4-2-1,4 1-6,1-1 1,0 1-1,3-4 1,-2 0-27,2 0 0,2-2 1,1-4-206,-1 0 0,7-1-220,3-4 0,2-2 1,4-5 418,2 3 0,3-2 0,7 4 0</inkml:trace>
  <inkml:trace contextRef="#ctx0" brushRef="#br1">9522 13821 7149,'-13'0'-757,"-1"0"900,1 0-371,6 0 0,1 2 228,6 2 0,0 3 0,0 6 0</inkml:trace>
  <inkml:trace contextRef="#ctx0" brushRef="#br1">13948 13887 7559,'-13'1'-262,"-1"4"1,1-2 0,0 4 0,0-1 492,0-3 1,0 2 0,0 1 0,-1 0-476,1 0 0,6 0 163,3-2 97,2 3 1,10 2 0,3-1 0,5-3 10,0-2 0,3-1 1,0-2-1,0 0 17,0 0 1,3 4 0,-4 2 0,-1 0 9,2 0 0,-4 2 0,2-2-15,-2 2 1,-4 0-1,-2 5-1,-4 1 1,-5-1-1,-5 0 1,-4-1 10,-2-4 0,-8 4 0,-3-5 0,-3 2-4,-1 0 0,1-6 0,2 1 0,1-2-49,-2-2 0,5 0 0,2 0 0,2 0-206,2 0 0,0 0-205,0 0 0,6-2 1,4-1 414,6-1 0,10-6 0,7 2 0</inkml:trace>
  <inkml:trace contextRef="#ctx0" brushRef="#br1">14184 14071 7563,'-12'1'-981,"2"2"1476,1 1 1,5 1-1154,-5-5 616,6 0 1,-1-5-1,8 0 46,5-3 1,-2 4 0,2-3 0,1 1-9,2 3 1,1-3-1,-1 0 1,-2 0 2,-1 1 0,0 0 0,4 4-8,0-4 0,0 4-9,0-4 1,-4 4-37,0 1 1,-6 6 17,1 3 1,-3 2 24,-1 2 0,0 1 32,0-1 0,0 0 72,0 0 1,0-4 0,0 0 6,0 1 1,0-3-58,0 2 1,0-5 0,0 5-15,0 1 1,0-3-240,0 2 1,-1-4-372,-3 3 581,-4-5 0,-5 9 0,0-5 0</inkml:trace>
  <inkml:trace contextRef="#ctx0" brushRef="#br1">13816 13782 7912,'-7'-6'-465,"3"0"0,10-4 426,7 1 1,1 6 0,7-3 0,-1 2 57,1 0 1,0-5 0,4 4-1,-1 1 0,-3-2 1,0 3-1,2-4 1,-2 1-63,-2 3 1,0 2-1,-3-1 1,1-1 42,-1-1 0,5 0 0,-1 4 0</inkml:trace>
  <inkml:trace contextRef="#ctx0" brushRef="#br1">14539 13703 7975,'8'0'-32,"1"0"1,-6-2 598,1-2-237,-2 3-324,-2-5 0,-6 7-10,-3 4 1,-1 2 0,0 5-1,3-2-60,1-1 1,-3-1 0,5 5 43,1 1 1,1-1 0,2 0 0,0 0-5,0 0 1,0 0 0,0 0 0,2 1 11,2-1 0,-1 0 0,4 0 0,-1 0 5,-3 0 0,3 0 0,-2 0 7,-1 1 0,-1-1 0,-2 0-92,0 0 1,0-4-1,-2-2 59,-2-1 1,-3 3-700,-7-5 0,1 0 732,0-4 0,6 0 0,1-5 0,6-3 0</inkml:trace>
  <inkml:trace contextRef="#ctx0" brushRef="#br1">14644 13992 7975,'-13'0'-713,"-1"0"831,7 0 0,7-4 1,9-1-53,3 2 0,1 2 0,0 1 0,0 0-29,0 0 0,-4 0 0,0 0 1,-1 1-46,0 4 1,2-2-1,-4 5 1,0 2 57,-1 2 0,0-3 0,-5 0 0,0 1 82,0 2 1,0 1-85,0 0 1,1-1-63,4-4 1,2 3 0,6-7-228,0-1 1,6-6-1,2-3 1,1-1 240,-1-3 0,7-8 0,6-2 0</inkml:trace>
  <inkml:trace contextRef="#ctx0" brushRef="#br1">14486 13677 8076,'0'-14'6,"0"1"1,0 5-1,2 0 1,2 2-2,5 3 1,2-4-1,4 0-50,3 0 0,-4-1 0,4 5 0,-4-1 6,-1 1 0,5 2 0,-1 1 1,-1 0-746,-1 0 784,-2 0 0,6-6 0,2-2 0</inkml:trace>
  <inkml:trace contextRef="#ctx0" brushRef="#br1">15117 13637 7949,'-14'9'-7,"1"-2"1,0 1 30,0-1 0,-2-4 0,-1 3 1,-1-2-159,1 0 1,1 5 0,2-3 0,0 1 83,0 3 1,0-2-1,1 1 106,3 1 0,-1 1 1,7 3 0,5-1 1,3-5-1,9 1 1,0 0-50,4-2 0,-2 5 0,4-5 0,-1 2 0,-3 0 1,3-5 0,-1 3 0,-2 1 15,-2-1 1,-6-3 0,-3 4-17,1-2 1,-4 4-79,2-1 0,-8-4 0,-5 0-107,-3-4 0,-5-1 0,-1 0 0,2 0-356,2 0 533,0 0 0,1 0 0,0 0 0</inkml:trace>
  <inkml:trace contextRef="#ctx0" brushRef="#br1">15182 13861 7949,'-9'0'170,"1"0"1,5 1-1,-2 3-227,4 5 0,1 3 1,0 1-68,0 0 0,0 0 1,0 0-1,0 0-125,0 1 1,0-1-1,1 0-151,4 0 1,-2 0 399,5 0 0,-5 0 0,3 1 0</inkml:trace>
  <inkml:trace contextRef="#ctx0" brushRef="#br1">14946 13690 7921,'-7'-6'82,"2"-3"1,5-3 0,5 1-204,3 2 0,8-1 1,3 4-1,2 0 4,2 0 0,2-2 0,1 3 1,2 1 72,3-2 0,-8 3 1,3-4-1,-1 1-195,0 3 1,-3 1 238,0 2 0,-1-5 0,6-3 0</inkml:trace>
  <inkml:trace contextRef="#ctx0" brushRef="#br1">15563 13729 7945,'-1'7'-116,"-2"-1"-40,-2 0 0,-5-3 1,1 4-1,-2-1 101,-2-3 0,-1 0 0,1 0 0,0 3 121,0 1 0,4-3 1,1 5-1,-3 0-10,0-2 0,2 3 0,2-4-57,1 2 0,3 0-11,7 6 0,3-7 0,7-3 0,0-1-1,4 1 0,-4-2 1,5 4-1,-1-2 7,-1 1 1,1-1-1,-7-3 1,0 2 71,-3 2 0,0 1 6,1-2 0,-4-1 1,-6 4 0,-3-1-130,-10-2 1,-5 1 34,-2-1 0,2 0 1,5-4-396,1 0 1,0 0-238,0 0 654,6 0 0,-5 0 0,5 0 0</inkml:trace>
  <inkml:trace contextRef="#ctx0" brushRef="#br1">15681 13887 7723,'0'13'-364,"-4"0"1,0 0 275,1 0 1,1-4 0,2 0 263,0 1 1,2 2 9,2 1 0,3-6 0,6-2-103,1-4 1,3-2 0,1-2 0,-2-3-49,-2-1 1,-1-2 0,0-4 0,1 1 35,-1 3 0,-2-2 1,-2 2-1,-4-3 56,-4-1 0,-1 0-135,0 0 0,-1 5 0,-4 4 0,-5 3-124,-6 1 0,1 0 1,-4 0-1,2 0-297,-1 0 0,-4 5 429,5 4 0,-6 3 0,2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1458 5768 10360,'-2'-8'-92,"-2"4"0,4 4 1,-1 4-1,5 6 257,3 7 0,2 3 0,6 6 0,1 2-151,1 3-1,2-4 1,-3 4 0,2-3-119,-2-2 0,0 0 0,0-1 0,0-3-170,-4-4 0,1 1 1,-6-2-1,0-1-231,-2-1 0,0-2 1,-2 0 563,-4 0 1,-5-6-1,-7-1 1</inkml:trace>
  <inkml:trace contextRef="#ctx0" brushRef="#br0">1405 6201 11040,'-1'-12'-453,"-4"4"1,4-4-1,-3 3 1,4-4 589,4-4 0,8 1 0,7-6 1,1 0 29,3 1 0,7-8 1,2 3-1,3-3-75,6-3 1,-2-2-1,5-5 1,-3-1-15,-2 1 0,-4-1 0,-1 1 0,-4 1-85,-5 3 1,-5 4 0,-8 8 0,-3 2-21,-5 2 1,-2 2 0,-4 5-1,-1 2-24,-1 1 1,-8 6 0,1-1 0,-5 3 108,0 1 0,1 0 0,2 0 0,-2 0-73,-2 0 0,2 0 0,-2 0 0,2 0 12,2 0 0,0 5 1,0 3 80,-1-1 1,6 5-1,0-4 11,3 4 0,-1 1 0,3 0 1,-2 0-21,3 1 0,2 5 0,2 1 0,4 2-15,2 0 1,0 1 0,5 6 0,1 3-34,-1 2 1,1-5 0,2 2 0,2-2-106,-2 2 1,3-3 0,-2 1-1,-1-6-66,-1-5 0,-2-4 1,0-1-28,0 0 1,-4-5-222,0-4 316,-6-2 0,3-4 233,-6-2-111,0 2 1,0-5 21,0 3 1,-2 2-42,-2-2 0,2 1-22,-2-2 1,3 3 43,1-7 0,0 0-18,0-4 0,0 4-22,0 0 1,0 1-77,0-6 0,0 1 0,0 0 65,0 0 0,0 4 0,0 1 8,0-3 1,0 0 0,1-2 90,3-1 0,-2 6 0,4 0 0,-2 1 160,0 0 0,2 4-4,-1-2 1,2 4-1,6 1-119,0 0 1,-4 6 0,0 3 0,1 2-84,2 2 0,-4 1 1,1 0-1,1 2-70,2 2 1,0-1 0,-2-4-1,-1 0-53,1 1 0,-3-1 0,2 0-32,1 0 1,-2-6-213,0-2 1,-3-5 155,3-5 0,-5-2 0,2-6 1,-4-2-73,-1-2 1,0 1-1,0-6 1,0-2 100,0 0 1,0 2 0,0 0-1,0-1 164,0-2 1,0 0 0,0 2 0,-1 2 99,-4 2 1,4 2-1,-4 3 205,4 1 0,0 5-200,-4-1 0,4 7 0,-4 2 1,4 8 59,1 3 0,4 4 0,2 1 0,1 3-176,4 1 0,-1-2 1,0 2-1,-1-1-43,1-3 1,-3-1-1,2-2 1,0 0-333,-2 0 0,5 1-261,-3-1 1,1-5-1,0 0-1382,-1-2 1981,-6 4 1,8-3 0,-3 6-1</inkml:trace>
  <inkml:trace contextRef="#ctx0" brushRef="#br0">2088 5570 11120,'-13'-5'-703,"0"-6"0,0-2 13,0 0 1,4-1 474,0 9 1,8 2-24,1 8 1,1-2 0,8 5 210,1 3 1,2 0-1,1 2 1</inkml:trace>
  <inkml:trace contextRef="#ctx0" brushRef="#br0">2233 5570 11120,'4'14'-930,"2"-1"816,1 0 1,0 1 0,4 3 0,-3 0 144,3-1 1,-1 5 0,2 0-1,-1 3 27,4-2 1,1 3 0,-3-5 0,0 2 17,0 0 0,0-6 1,1 0-136,-1-6 0,-5-4 0,1-8 114,1-2 1,-4-5 0,-1-8-1,-4-5-152,-1-3 1,0-3-1,0-1 1,0-3 122,0-2 0,0 4 1,0-4-1,0 2 72,0 3 1,0 3 0,0 4 0,0 4 134,0 4 0,4 1 0,2 1 0,2 3-66,2 5 0,1 2 0,3 4 0,0 2-231,4 5 0,-2 3 0,4 1 0,1-2-266,-1-2 1,0 3 0,4-5 0,-4 2-1461,-1 0 1794,-1-6 0,1 8 0,1-4 0</inkml:trace>
  <inkml:trace contextRef="#ctx0" brushRef="#br0">2023 6845 8470,'-14'0'-615,"1"0"1,6 1 0,3 4 830,2 3 1,8 1 0,1 3 0,2 2-72,0 1 1,2 6 0,4 0 0,-2 6-105,3 3 1,-4 0-1,3 5 1,-5 0-66,0-2 1,0-1-1,-1-7 1,-5-3-199,-2-4 162,4-4 1,-9-18 0,1-11 0,-4-13-12,-4-11 1,0-2 0,0-8 0,2-4-36,3-3 1,-4-9 0,4 2 0,3 0 44,0-1 0,4-3 0,3 0 0,7 5 7,4 7 1,3 8 0,-3 17-23,2 8 0,-2 14 0,-8 13 25,-3 11 1,-4 12 0,-2 4-1,-4 3 100,-3 6 1,0-1 0,0 7 0,-3 0 45,0 0 0,-2-1 0,-1 2 0,3-4 88,2-3 0,-1-3 1,5-1-1,3-5 62,0-5 1,2-3 0,2-13-1,2 0-55,5-3 1,2-5 0,4 2 0,1-4-138,2-1 1,0 0 0,0 0 0,2-1-97,1-4 0,2-2 1,-5-5-1,-1 2-70,2 1 0,-4 2 1,2-3-1,-2 1-297,-2-1 1,-1 3-1,-2-1 1,-1 2 2,1 4 0,-4-6 0,-2 0 407,-2-4 0,3-1 0,3 0 0</inkml:trace>
  <inkml:trace contextRef="#ctx0" brushRef="#br0">2338 6819 8470,'0'8'-1454,"0"1"1206,0 1 0,0 2 0,0 1 1,1 0 306,4 0 0,2 1 0,6-1 0,2 0-61,2 0 0,-1 0 1,6-1-1,0-3 52,-2-5 0,1-3 1,-5-1-1,1-1 10,-1-3 0,-1-5 0,-2-7 0,-1-2-21,-3 2 1,-4-4 0,-5-1 0,-1 1-30,-3 2 1,-4-1 0,-6 2 0,-2 1-88,-2 1 0,-4 3 0,3 2 0,-1 3-78,-4 1 1,6 2-1,0 5 1,3 2 154,2 2 0,0 5 0,0-2 0,0 10 0,0 2 0</inkml:trace>
  <inkml:trace contextRef="#ctx0" brushRef="#br0">2732 6516 8871,'0'14'-2097,"0"-6"2095,0 1 0,4 0 0,1 4 0,-1 0 197,2 0 1,-3 0 0,4 1-1,0-1-122,1 0 0,-1 0 0,3 0 1,-1 0-81,1 0 1,-4-4 0,0 0 37,0 1 0,-5-3-70,3 2 0,-2-7 0,-2-2 5,0-8 1,-2-3-1,-2-3 1,-5 0 10,-2-4 0,-3 2 0,1-4 0,0-1 31,0 1 0,0 4 1,0-2-1,0 2 44,-1-1 1,6 4-1,0-2 1,3 5 359,2 0-311,1 4 1,8 0 0,3 7-1,4 4-18,4 4 0,-2 2 1,3 2-1,-2 1-52,1-1 0,-2 0 0,2 0 0,-2-1-44,-2-4 1,0 3 0,0-7 0,0-1-44,0-2 1,-4-1 34,0 0 0,-2-5 0,2-6 1,-5-3 25,-2-4 0,-2-1 0,1 3 0,2-1 36,2 1 0,-1 1 0,-4 2 0,1 0 204,4 0 0,-2 5 0,6 4-86,1 2 0,1 2 1,3 2-195,-1 2 1,0 4 0,0 3-1,0-1-345,0-1 0,0-4 0,0 2-326,1-1 0,-1 0 699,0-2 0,0-3 1,0 5-1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22747 3652 8370,'-22'13'-37,"0"1"0,-1 0 10,-2 4 0,-6 2 0,-1 8 0,-1 5 80,-4 11 0,-2 4 0,18-17 1,0 1-1,-2 1 0,0 0-109,0 1 1,0 1 0,-2 2 0,0 1 0,-3-1 0,-1-1-1,-1 1 1,-1-1-47,-1 0 0,0-2 0,-3 0 0,-2 0 0,0-1 0,-2-1 0,-1 1 0,-1 0 67,-3 0 1,0 0 0,2-3 0,1 0 0,2-2 0,0 0 0,5-1 0,0 0 65,2 0 1,1-1-1,3 0 1,1 1 0,-29 22-1,7-5 75,5-9 0,4-7 0,5-6 0,5-5-84,2-2 1,3-8-1,3-3-57,5-2 0,2-2-2,2 0 1,7-2-52,6-2 1,6-3 0,7-6 0,0 1-2,1 3 0,-1-2 0,0 2 0,0-3 152,0-1 0,-4 0 1,0 0-1,1 0-100,1-1 1,-2 1 0,-2 0 66,-1 0 1,-1 4 0,-5 0 119,0-1 0,-2 4 0,-2 2 28,-5 3 0,-3 1 1,-1 1-1,-1 5 43,-4 7 0,-2 3 0,-6 9 0,-2 4 7,-3 3 1,3 5 0,-2 5 0,1 3-90,-2 2 1,9-6-1,-1 0 1,5-6-36,5-3 1,-2-6 0,11-5-98,1-2 1,3-8 0,5-6 0,3-4-20,4-1 1,7-6-1,3-2 1,4-4-181,5-1 0,-1 0 0,8-1 0,3 1-348,0 0 0,4 0 0,1 1 0,0 2 540,4 1 0,1 1 0,1-6 0</inkml:trace>
  <inkml:trace contextRef="#ctx0" brushRef="#br0">22786 4257 8049,'-5'-13'68,"3"8"50,-2 10 0,4 3 0,3 13 1,3-1-52,1 1 0,0 1 1,3 4-1,-1 0-109,1 0 0,2-1 0,0-3 0,-2-4 11,-1-4 1,-1 2 0,4-1-27,-3-3 1,-2-8-1,-4-1-5,1-6 0,1-9 0,-5-7 0,0 0 16,0 0 1,0-4 0,0 1 0,0-3 28,0-1 1,0 0 0,0-1 0,0 3 40,0 2 1,0-2-1,0 7 1,-2 1 123,-2 1-25,2 2 0,-2 6 0,8 5 0,4 8 79,-1 7 0,5 9 1,-3 0-1,2 4-74,2 5 0,2-3 0,1 1 1,1-4-70,0-3 0,-3-5 1,-1 4-1,0-2-158,1-3 0,-1-8 0,0-2 0,0-1 17,0-1 1,-4-1-1,-2-8 1,0-3-131,1-4 1,-4-1 0,3-2 0,1-1-45,-1-1 0,-4-5 0,1 3 1,-2-2 115,-2-2 0,0-2 1,1 0-1,2 2 46,1 1 0,1 2 0,-5-4 0,1 4 190,4 1 1,-4 1 535,4 5-107,-4 6-216,-1 1-147,0 6-162,0 6 0,0-3 0,0 6 52,0 1 0,-1-3 0,-2 2 1,-3 1 58,-2 2 1,6 2 0,-4 4 0,1 2-62,1 1 0,0 4 0,4-3 0,0 2-47,0 3 0,0-5 1,0-2-1,0-1-39,0-3 0,5-1 1,4-4-1,3-2-85,1-5 0,0-2 1,0-2-1,0-2-72,1-2 1,-1-3-1,0-8 1,-2-2 98,-2-5 0,1 1 0,-4-1 0,0-1 42,0-2 0,0-1 1,-3 0-1,1 1 79,-1 3 0,-2-1 0,-1 5 0,2 2 185,2 1 1,-1 2-71,6 0 1,-5 6 0,5 4 0,0 6-30,-2 6 1,5 7-1,-3 3 1,2 1-72,2 3 0,1 2 0,-1 2 1,0-3-33,0-2 1,0 2-1,0-5-233,0 1 0,0-4 48,1 2 1,-3-11 102,-2-7 0,-3-6 0,-6-9 0,0-1 36,0-1 0,0-6 0,0 2 0,0-1 60,0 0 0,-5 5 1,1-4-1,0 4 53,-2 5 1,3 0-1,-4 7 1,-1-1-62,1 0 0,-2 3 0,-4 7 0,0 7 42,0 5 1,-5 4-1,1 6 1,1 1-68,1-1 1,7 2 0,-1 1-1,0 0-172,2-4 0,1 0 1,6-8-1,0-1-13,0-1 0,1-3 0,4-4 1,5-3 13,6-4 1,-1-7-1,4-2 1,-1-6 91,4-3 1,-1 1-1,-1-6 1,1-3 61,-1-4 1,-4 1 0,2-4 0,-4 1 77,-1 1 1,-4-7 0,0 2-1,0-3 65,-2-1 0,0-1 0,-4 1 0,3 0 36,1-1 0,-2 2 0,2 3 1,0 5 465,1 2 1,-4 9-355,5 6 1,-6 8-1,1 14 1,-1 9-52,1 5 0,-2 5 0,2 2 1,-2 5-174,-2 3 1,1-3-1,2 0 1,3 0-257,1-1 1,-3 3 0,4-5 0,-1 1 12,0 4 1,-2-5 0,2-1-1,0-4-635,1 0 1,-4-6-1,5-2 837,1-4 0,-3-5 0,1-11 0,-1-4 0,0-3 0,-4-10 0,1-2 0,-2-2-81,-2 0 1,1 1-1,2-2 1,2 3 166,-2 1 0,4 1 0,0 5 0,2-2 42,0-2 0,-1 4 0,7-2 0,1 5-128,2 0 0,5-2 0,-3-1 0</inkml:trace>
  <inkml:trace contextRef="#ctx0" brushRef="#br0">23272 4349 10440,'-19'-27'-634,"-4"3"0,-3 0 325,0 2 0,-4 8 1,8-1-1,-2 6 446,-3 4 0,1 0 1,-2 5-1,-1 2 23,-1 2 1,3 3 0,5 5 0,1-2 169,0-1 1,8-5-257,9 5 0,11-6 0,9 1 0,12-4-40,8-4 1,2 1 0,10-6 0,2-1-99,1-2 0,1-1 0,1 0 1,-2-1 79,-3-4 0,6 3 1,-4-1-1,-3 5-53,-5 2 1,-3 6-1,-12-1-87,-7 2 0,-14 9 0,-15 7 1,-17 6 88,-14 5 0,-6 6 0,-7-1 0,-1-1 54,-3-1 0,3 1 0,-3-1 0,5-3 137,4 0 0,2-8 0,10-2 1,5-6 159,9-4 0,9-2 0,12-7-280,14-5 0,12-7 0,16-1 0,2-1-104,6-1 1,0 0 0,2-4-1,0 2-50,3 2 1,6-4-1,-2 3 1,2-2-23,3 0 1,-5 7 0,-1 1 0,-4 5-741,-5 3 870,-3 2 1,-5 9 0,-1 3 0</inkml:trace>
  <inkml:trace contextRef="#ctx0" brushRef="#br0">22406 10340 8084,'-22'0'-16,"1"0"1,2 0-24,3 0 1,2 0 83,1 0 0,5 1 0,4 3 0,4 7 50,4 5 1,4 0-1,3 6 1,-1 1-29,-1 2 1,0 1-1,4 0 1,0-1-13,0-3 1,0 1-1,2-7 1,1-2-37,2-4 0,-1-7 1,-2 1-1,2-4-111,5-4 0,3-9 0,3-9 0,1-5 41,1-3 0,7-8 1,-1-6-1,5 0-111,3-1 0,-5 6 1,-5-1-1,-3 8-148,-7 4 1,1 8 0,-9 5 115,-4 9 0,-8 11 0,-12 15 1,-10 8 193,-5 4 0,-9 3 0,-2 5 0,-1-1 0,0 0 0,6 1 0,-2-4 0,4-4-14,0-5 0,7-5 1,4-1-1,6-3 349,5-3 0,7-8-132,6-3 1,7-10 0,11-7-1,1-7-88,-1-5 1,6-1 0,3-2 0,4-3-88,5-4 1,-2-1 0,7-2 0,-1 0-265,-2-3 0,5-1 236,-2 2 0,2-5 0,1-2 0</inkml:trace>
  <inkml:trace contextRef="#ctx0" brushRef="#br0">1143 7147 13760,'-9'-4'-871,"0"-1"1,6-1 0,-3 4 0,2-4 576,0-2 1,-2 4-1,3-5 289,-2-1 1,0 3 0,2-2 143,-2-1 1,1 2 81,4 0 0,0 6-28,0 2 0,6 10 0,3 9-69,2 2 1,2 1 0,0 5-1,1 3-241,-1 0 0,1 5 0,2-3 0,2 1-28,-2-1 0,-1-2 0,-2-3 0,0-1-220,0 0 0,0-1 1,-1-2-1,-2-2-199,-1-2 1,-6-2 575,1-4 0,3 6 0,1 2 0</inkml:trace>
  <inkml:trace contextRef="#ctx0" brushRef="#br0">1143 7502 14181,'-8'-6'-1382,"2"-1"0,5-7 0,-2 1 1405,-1 0 0,-1 0 1,5-2-1,2-1 302,2-1 1,3-1 0,7 4 0,-1-2-132,0-2 0,0-5 0,0 2 0,0 0-91,0-1 1,1 1-1,-1-2 1,0 1-69,0-1 1,-1 2 0,-2 1 0,-3-1-32,-1 1 1,0 2 0,-3-2-1,1 1-21,-1 3 1,-2-3-1,-2 1 229,-3 2 1,1 2-169,-6 1 0,5 5-269,-5 4 1,4 2 313,-3 2 0,5 6 0,-2 3 0,4 3-169,1 1 0,4 1 0,2 2 0,1 3-64,4 2 0,0 1 0,1 3 1,-2-2 20,-1-1 1,0 0-1,4 4 1,0 0-1,0 1 0,0-1 0,0-1 0,1-2 44,-1-1 1,0-6 0,0 2 0,0-5 90,0-5 1,-4 0 86,0-4 0,-2-4-218,2 0 1,-3-1 0,-6-8 160,0-1 0,0 2 0,-2 1-9,-2 1 0,2-4 0,-4 3-85,1-1 1,3 1 0,-2 3 49,2-5 1,-2 2 0,0-2 61,1-1 1,1 2-1,2 0 1,-1-1-78,-4 2 1,4-5 17,-3 3 0,2-3 1,2-1-106,0 0 1,0 0 0,0 0 111,0 0 1,0 4 0,0 0 175,0-1 0,4-2 287,1-1 0,5 2-51,-1 2 0,2 3 0,3 6-275,-1 0 1,0 6 0,-1 3 0,-2 2-172,-1 2 0,-1 0 0,5-1 0,1-2 8,-1-1 0,0-2 0,0 4 1,0-4-98,0-1 1,-4-2 0,0-2 0,1 1-32,2 1 0,-4 0 0,0-5 0,-1-2 57,0-1 0,-2-7 0,2 3 0,-1-6-63,-3-3 1,-2 1 0,-1-6 0,0 0 17,0 2 1,0 1-1,0 6 1,0-1 483,0 1-6,0 0 0,6 7 0,3 6-371,2 8 1,-2 5 0,0 4 0,1 4-328,2-1 1,5 3 0,1-4 0,-2 0 223,-2 0 0,0 5 0,-1-4 0</inkml:trace>
  <inkml:trace contextRef="#ctx0" brushRef="#br0">1786 6858 13843,'-20'-13'-495,"1"4"1,6 2 0,-1 0-834,1-1 569,0 5 942,6-3 1,7 12 0,7 2 0</inkml:trace>
  <inkml:trace contextRef="#ctx0" brushRef="#br0">1983 6845 13843,'0'20'-437,"0"-2"0,0-2 0,0 0 0,0 1 314,0 0 1,2 1 0,1 0 0,2-2-123,3-1 1,0-2 0,6-2-1,-1-2 271,0-4 1,0-4 0,0-1 0,2-1 189,2-4 1,-2-4-1,2-7 1,-4-3-132,-4-1 0,3-3 0,-5-7 0,0 0-17,-2 1 0,-4-4 0,-1 1 0,0-1-33,0-4 0,0-1 1,-1-3-1,-4-1 4,-3-2 0,-4 1 1,-1 3-1,0 1-31,0-1 1,-1 7-1,3 4 1,1 4 529,1 3-586,6 12 0,-3 4 0,8 17 0,2 8-53,5 8 0,2 3 0,2 1 0,2 4 5,3 3 0,-4 1 0,4 1 0,-2-1-43,1 1 0,-2-5 0,2-3 1,-2-3-24,-2-4 1,0-9 0,0-2 87,0-3 0,-4-10 0,-1-1 180,-3-7 0,0-5 1,-5-1-1,-2-2-109,-2-2 0,1 1 1,-6-6-1,-1 0 42,-2 2 1,4-4 0,-1 5 0,0 0 102,2 0 0,-5 2 0,5 4 332,0 0-8,-5-1-339,10 7 1,2 6 0,11 5 0,3-1-237,4-2 0,5-1 0,-1 0 0,3 0-566,1 0 1,6-5-1,2-3 824,-1 1 1,5-11 0,-4 4 0</inkml:trace>
  <inkml:trace contextRef="#ctx0" brushRef="#br0">1602 8093 9106,'-13'4'-276,"0"1"1,1 1-1,2-4 58,1 3 1,8 5 436,1-1 0,1-2 1,8 0-133,1-1 1,2 3 0,0-3 31,-4 1 221,4-4-274,-10 9 1,3-12 0,-6 0-24,-3-8 1,1-8-1,-6-3 1,-1-2-21,-2-7 1,0-1-1,2-9 1,1-3-21,-1 0 0,4-4 0,2-1 0,2 0 3,2-4 0,0 9 1,2 3-1,1 6 15,1 7 0,5 5 1,-3 8-38,1 3 1,-4 11-1,1 10 1,-2 7-3,-2 5 0,0 1 0,0 10 1,0 0 16,0-1 1,-5 4-1,1-3 1,1 3 37,2 1 0,-4-5 1,1-4-1,1-2 94,2-2 1,6-5-1,4-4 1,3-2-7,1-2 0,6-4 0,1-2 0,2-1-34,0-3 0,0-2 1,4-1-1,2 0-63,3 0 1,-5-1-1,2-2 1,-5-1-147,0 1 0,1-3 0,-1 1 1,-2 1-70,-3-2 1,0 5 0,-5-5 0,-1 0-45,-3-3 1,1 2 0,-6-2 0,-1-1-65,-1-2 0,-2-2 1,0-2-1,0-3 196,0-2 0,-5 4 0,-1-4 1,0 1 147,1 0 0,-1 3 0,3 0 194,-1 2 1,-1 7-152,5-1 0,0 7 0,0 2 0,2 8 50,2 3 1,3 2 0,6 1 0,1-1-124,-1 0 0,0 0 0,1-1 0,2-4-18,2-3 1,-1-4-1,-3-1 1,-1 0 33,0 0 0,-1-6 0,-2-2 0,-3-5 16,-1-5 1,-2-1 0,-4-4 0,0 2-12,0 2 1,-6-3-1,-4 3 1,-4 2-60,-4 2 1,-4 1 0,3 9 0,-1 2-148,-4 2 0,4 8 1,-2 5-1,0 5-84,2 4 0,1 5 0,6 6 0,1 0-456,3 1 708,-2 3 1,9-8 0,-4 4 0</inkml:trace>
  <inkml:trace contextRef="#ctx0" brushRef="#br0">2206 7659 10394,'-5'-13'-1236,"2"2"1910,-6 2-555,6 3 1,-1 12-1,7 3 1,2 1-135,3-1 1,-4 2 0,3-2 0,1 3-68,-1 1 1,0 0 0,3 0 0,-1-1 9,1-3 1,-2 2 41,0-2 1,-5-2-1,3 1-248,0-3 241,-4 0 105,3-5 0,-6-5 0,-2 0 0,-3-3-105,-1-2 0,2-2 0,-3-1 1,-1 0 48,2 0 1,-4 0 0,6-2 0,-1-1 48,0-1 1,2-5 0,4 4 0,0 2 145,0 2 0,0-4-93,0 1 0,1 0 0,3 9 0,5 3-5,3 4 0,1 5 1,0 2-1,0 1-61,0 4 1,2 0 0,1 2-1,2-1-96,-2-3 1,-3 3-1,-3-5 1,-1 2 96,1-1 1,-3-3 0,2 2 67,1-1 1,-3-3-16,2-8 0,-6-2 0,1-6 0,-2 0-49,-2 0 1,1-2-1,2-1 1,2-1 81,-2 0 1,4 7 0,2 3-1,2 1-82,2 3 0,2 2 0,1 1 0,3 0-154,2 0 0,0 7 1,6 5-1,-3 5-563,-2 4 0,6 1 0,-5 4 654,1 0 1,-1 0 0,3 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14683 14386 10567,'0'-20'-756,"-6"-5"1,-1 4 0,0-1 852,2 1 1,4 4 0,1 0 0,0 2 104,0 2 0,0 4-45,0 1-29,0 5 1,0 9-1,0 13-4,0 8 1,0 8 0,0 9 0,0 6-62,0 5 0,0 11 1,1 8-1,1-34 1,-1-1-91,1 3 1,1-1 0,1 0-1,0-1 1,-1 1 0,-1-1-1,0-1 1,0-2-19,4 33 0,-5-8 0,4-8 0,-4-10 93,-1-14 1,0-8 0,0-9-105,0 0 0,-1-5 0,-4-4-293,-3-2 0,-3-1 0,1 2 0,3 3-822,1 1 1147,2-4 0,-8 9 0,-3-5 0</inkml:trace>
  <inkml:trace contextRef="#ctx0" brushRef="#br0">14512 14202 8382,'-5'-7'0,"-3"-5"0,-3 3-911,2-2 1093,-3 3-77,11 3 1,-4 5 0,10 0-1,3 0-41,4 0 0,1 0 0,2 0 0,2-2-49,5-2 0,3 1 1,1-5-1,4 1-11,5 0 0,2 0 0,16-4 0,8 3-16,11-3 0,-34 6 0,1-1 0,6-1 0,1-1 0,1 0 0,2 0-12,2-1 1,0 1 0,-5-1-1,0 0 1,3 2 0,0 1-1,-2-1 1,1 1-43,-1-1 1,1 1 0,2-1 0,2 0 0,-3 1 0,1-1 0,-1 1 0,0 1 60,-3 0 1,0 1-1,-8-2 1,-1 0 0,26-3-1,-4-2 1,-4-2 0,-16 0 0,2-1 1,-7 1 13,-3 0 0,5 4 1,-1 1-1,3-1 16,1 2 0,-4-4 1,-1 7-1,0 1-19,-1 2 1,-10 1 0,-1 0-1,-6 0-2,-3 0 1,1 0-10,-1 0 0,-6 1 16,-3 3 1,-4-2 0,-2 4 163,-3 0 1,1-4-1,4 7-125,0 1 1,1 4-1,2 2 1,3 4-6,1 5 1,2 0 0,4 11 0,-1 7 10,-3 8 1,1 10 0,-4 12 0,-3-33 0,-1 0-52,1 2 1,0 1 0,0 0-1,-1 1 1,-2 2 0,0-1-1,0 0 1,0-1-4,0 0 0,0 0 0,0-6 0,0-1 1,0 35-1,0-14 29,0-14 0,0-9 0,0-10 19,0-3 0,0-7 0,0-7-7,0 3 0,0-4-54,0 2 1,0-5-1,-2 3-9,-2-1 1,1-2 0,-6-4 0,-1 0 0,3 0 0,-2 0 0,-1 0 10,-2 0 1,-1 0 0,-2 0-1,-2-1 8,-5-3 0,-9 2 0,-5-2 1,-8 2-15,-9 2 1,-11 2 0,27 0-1,-2 2 1,-1 1 0,-1 3-3,-2 1 1,-2 2 0,-7 1 0,-2 1 0,-6 1 0,-2 0 0,-5 0 0,-3 1-91,-2 0 1,0 1-1,0-1 1,1 0-1,2-1 1,2-1-1,3 0 1,1 0 159,2 0 0,1 0 0,6-2 0,1-1 1,3-1-1,0 1 0,2-2 0,1 1-29,1 0 0,0 0 0,1 0 1,0-1-1,2-1 0,2-1 1,-29 6 56,16-3 1,13 2-1,9-3 1,8-1-193,3-3 0,4 2-999,3-1 234,1-1 1,6-3 874,3 4 0,8 2 0,3 6 0</inkml:trace>
  <inkml:trace contextRef="#ctx0" brushRef="#br0">3349 13782 8407,'-6'-27'0,"-3"1"74,-2 0 1,-2 4 0,1 2 0,3 1 216,5 2 0,-2 7 12,2 2 0,-1 6-217,5 2 0,6 7 1,1 9-1,2 3-24,0 2 0,0 1 0,4 5 0,1 3-100,4 0 1,-4 5-1,4-3 1,-3 2-424,-2 3 0,0-5 1,0-2-1,0-2-355,0-2 1,0 1 815,0-1 0,1 0 0,-1 0 0</inkml:trace>
  <inkml:trace contextRef="#ctx0" brushRef="#br0">3362 14097 8378,'-6'-13'-130,"5"0"1,-4 0 0,4-2 47,1-3 0,1 2 1,4-5-1,4-3 148,2-1 1,7-1 0,-1-2 0,1-2-8,1-5 0,1-3 0,5-2 0,-2 2-6,-1 3 1,-6-3-1,2 6 1,-4 2-43,0 3 1,-3 5-1,-2 0 1,-3 5 69,0 2 0,-5 7-6,3-1 1,-8 6 0,-5-1 6,-2 2 0,2 4 1,0 0-1,0 4 10,2 2 0,-3-4 1,4 5-1,-1 1 10,-3 2 1,4 1 0,0 0 0,2 0-20,-1 0 0,1 5 0,4 1 0,0 1-32,0 3 1,1-2 0,4 1 0,3 1-36,4 2 1,1 3 0,0 1-1,0 2-56,1-2 1,-1-1 0,0-4 0,0 0 16,0-2 0,0-6 0,-1 1 1,-2-4-63,-1-4 1,-6-2 37,1-2 0,-2-5 0,-2 0 0,0-8-57,0-3 0,0 2 0,0 0 0,0-1 45,0-2 0,0-1 1,-2-1-1,-1-2 38,-1-2 1,-1 1 0,5 3 0,0 0 60,0-4 0,0 4 0,0-5 0,0 1 23,0 1 0,0-2 0,0 3 1,2-2 170,2 2 0,4 1 0,5 2 22,0 0 0,0 6 0,0 2 0,0 4-69,0 1 1,1 6 0,-1 4 0,-2 5-168,-2 2 0,3 5 1,-3-3-1,1 2-41,-1 2 0,1-4 0,-4-2 0,-1-2-354,1-2 1,3 0-1,-3-1-230,1-3 1,-4-5-1,1-8 152,-2-5 0,-2-9 0,0-5 0,0-5 208,0-2 1,0-5-1,0 3 1,0-1 158,0 1 0,0 2 0,0 5 1,0 1 459,0 3 1,0 9-1,1 0 65,4 5 0,-4 4 1,5 9-1,-2 5-185,1 6 1,4 6 0,-4-1 0,1 3-240,0 1 0,4-4 0,-2-2 0,0 1-233,1-1 0,-5-4 0,4 2 0,-2-4-939,-4-1 0,1-5 1157,2-4 0,-4-5 0,4-8 0,-4-6 0,-1-11 0</inkml:trace>
  <inkml:trace contextRef="#ctx0" brushRef="#br0">3953 13453 8271,'-7'-19'-14,"-5"5"1,3-5 0,-1 1 30,1 1 0,-1-1 0,4 6 0,1 2-409,-1 1 210,1 7 1,5-3 0,2 8-1,1 3-12,1 1 1,5-2 0,-3 2 0,1 0 127,3 1 0,0-4 0,1 3 0,-3 0 44,3 1 1,-1-4 0,0 3 0,-1 1 214,1-1 0,2 0 0,1 4 0,-2-3 2,-2 3 0,3 0 1,-3 1-1,2-2-92,2-1 1,-4 0 0,0 5 0,0 2-30,-2 2 0,5-1 0,-5-2 0,2 1-128,0 2 0,-2 5 0,2-3 1,-4 1 7,1-4 0,-4-7 0,4-2 82,-1-2 1,-3-8 0,2-7-1,-2-4 98,-2-4 0,1 1 0,2-6 1,3 0 24,1 1 1,-2 2 0,3 8 0,3 1 33,0 1 1,-1 6 0,2-1 0,3 2-167,-1 2 1,1 2 0,-1 2-1,3 5-288,0 2 1,5 2 0,-5 1 0,1-1-616,1 0 0,-3 0 876,6 0 0,0 0 0,4 0 0</inkml:trace>
  <inkml:trace contextRef="#ctx0" brushRef="#br0">21132 12520 7862,'-22'-21'268,"0"-1"1,6 1 0,-2-1 0,5 5 104,4 2 0,4 9 1,6 6-329,3 8 0,4 8 1,5 3-1,0 3 19,0 5 1,-4 0 0,0 3 0,1-2-121,2-2 0,1 1 0,-2-3 1,0 0-229,-3-2 1,1-2 0,3 3 0,-2-2-248,-1-2 0,-6-2 0,2-4 0,0 1 531,-1-1 0,1-6 0,-5 5 0,0-5 0</inkml:trace>
  <inkml:trace contextRef="#ctx0" brushRef="#br0">21119 12757 7862,'-14'0'635,"1"0"0,4 0-543,1 0 0,5-6 0,0-1 0,4-2-125,4 0 0,5-1 0,-1-6 0,2-2-147,3 2 1,-1 0 0,1 0 0,2-1-21,2 1 0,-1-3 0,-5 1 1,-2 2 64,-1 2 1,-5 0 0,4 1 137,-3 0 1,0 0 0,-5 0 96,0 0 1,-2 5-1,-2 4 159,-5 3 0,-2 1 0,-3 0-123,1 0 0,5 0 1,0 1-45,2 3 0,2 4 1,4 5-1,0 1-35,0 4 1,0-2 0,2 6-1,2 0-10,5-2 0,1 4 0,0-5 1,-1 1-34,1 3 0,2-4 0,-1-1 0,0-2-10,-3 1 1,1-2-74,4 3 0,-4-5-37,0-4 0,-6-5 1,1-8-10,-2-5 1,-2-3-1,0-1 1,0 0 55,0 0 0,0-2 0,0-1 1,1-2 75,3 2 0,-2 2 0,4-1 1,-2-1 77,0-1 0,2-1 0,-3 5 1,2 0 92,-3 0 1,6 1-1,-1 2 1,2 3 158,0 1 0,-1 1 0,5 5-175,1 0 0,-1 0 1,0 2-1,-1 2-241,-4 5 0,4 3 0,-5 1 0,2 0-103,0 0 1,-5-1-1,3-2 1,1-3-849,-1-1 0,-3 3-48,5-5 0,0 1 1068,4-5 0,-6-8 0,-2-3 0,-4-7 0,-1-2 0,0 2 0,0-4 0,0 0-53,0 2 0,0-3 1,0 5-1,0 2 307,0 1 0,0 7 551,0-1 1,0 7 0,0 2-486,0 8 1,5 3 0,-1 4 0,0 1-300,2 2 0,-3 0 0,4-1 0,1 0-256,-1-1 1,0-1 0,3-4 0,-2 0-1369,-2-3 1603,4 1 0,-3-2 0,6-1 0</inkml:trace>
  <inkml:trace contextRef="#ctx0" brushRef="#br0">21539 12126 7862,'-13'12'0,"0"-2"-242,-1-1 1,3 0 0,2 4 241,5 0 0,2 6 0,2 1 0</inkml:trace>
  <inkml:trace contextRef="#ctx0" brushRef="#br0">21657 12310 7862,'0'13'-69,"0"5"1,0-1-1,0 1 421,0 1 1,0 0 0,0 4 0,1-1-61,4 1 1,2-2 0,6-1 0,0-1-393,1-3 1,-1-2 0,1-6 0,2-3-70,2-4 0,1-2 0,-3-4 1,1-5-79,-1-6 0,-1 0 0,-2-6 0,-1-1 15,-3-2 0,1-1 0,-6-1 1,-1 1 112,-1 0 1,-2 0-1,-2-2 1,-2-1 75,-5-2 0,-3 0 1,-1 5-1,0 0 168,0-1 0,-2 1 0,-1 0 0,-1 0 254,1-1 1,1 7 0,2 4-1,0 4 69,0 3 0,4 6 0,2 1-203,1 4 1,1 12-1,7 8 1,1 2-36,1 3 0,8 3 0,-1 2 0,6 1-120,-1-1 1,0 0 0,0-2-1,1 4-69,-1 0 1,3-2 0,0-6 0,0 0-55,0 0 1,3-1 0,-4-3-1,-2-4-194,-2-4 0,-2-5 0,-2-2 47,-1-1 1,-6-3-1,1-7 16,-2-5 1,-2-7 0,0-3 0,0-1-55,0-4 1,-5-1 0,1-1 0,-1 0 106,0 0 0,3-2 0,-2 0 1,1-1 87,-2 0 0,4 5 0,-3-3 0,2 5 32,2 3 0,-1 1 358,-4 5 1,4 7 0,-3 6-30,2 7 0,2 11 1,0 2-1,0 2-32,0 0 1,2-1-1,2 1 1,5-3-283,2 0 0,4-9 0,1 3 1,3-3-212,1-3 1,-2 4 0,2-7 0,1-1-1265,-1-2 1,2-1 1450,4 0 0,1 0 0,-1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15747 14097 7921,'-13'-20'0,"-2"-4"0,-1 8 0,-1 3 105,1 3 0,-3 8 0,1 4 0,1 11-91,-2 12 0,3 8 1,-5 11-1,2 4 139,3 3 0,2 0 1,2-1-1,2-2-50,1 2 1,6-5 0,0-3-1,7-6-51,10-10 1,5-6 0,7-8-1,2-3-59,2-5 0,4-14 0,5-8 0,-1-5-25,-3-3 0,0-1 0,-7 1 1,-5 0 39,-2 0 1,-5-1-1,-8 2 1,-3 4-43,-4 3 1,-7 3 0,-4 4 0,-6 2-31,-6 5 0,-3 2 0,-1 2 0,-2 2-137,-2 2 0,2 2 0,-1 4 0,6-1-311,5 1 1,3-3 160,2 2 0,9-6 0,7 0 351,9-6 0,14-4 0,0-8 0,2-1 0,0-1 0,2-7 0,1 4 0,-2-2 0,-1 0 0,-2 0 0,-1-3 0,-3 3-20,-5 5 1,-1 1 0,-1 0 448,-2-2 361,-3 1 0,-10 11-530,0 6 1,0 7-1,0 9 1,0 2-162,0-2 1,0 3 0,2-2 0,1-1-133,1-1 0,6-2 1,-3 0-1,2-1-71,0-3 0,0 1 1,4-6-1,0-1 0,0-1 1,0-7-1,2-2 1,1-3 49,1-5 1,1-7 0,-5 0 0,0-1 192,0 1 1,-4-3-1,0 5 1,0-1 23,-2 4 1,3 7-203,-5 1 0,3 7 0,-3 4-342,-2 10 0,2 1 1,0 4-1,-1-1-913,2 2 1294,-5-4 0,17 5 0,-3-5 0</inkml:trace>
  <inkml:trace contextRef="#ctx0" brushRef="#br0">16627 13769 8893,'4'14'207,"1"4"1,0 2 0,-2 6 0,3 2-101,2 3 1,-6 4 0,3 7 0,-4 2-184,-1-2 0,0-1 1,0-3-1,0-3 31,0-4 0,-4-9 0,-2-5 0,-1-4-31,-3-4 1,-2-5 0,0-9-1,2-9 52,1-6 0,0-12 0,-2-6 0,2-4 78,5-1 0,-2-2 0,1 0 0,3 0-52,0-1 1,4 3 0,0 5-1,4 3-94,2 4 0,5 9 1,4 4-1,1 5-14,1 5 0,-5 3 0,4 10 1,-2 5-13,1 6 1,-2 4 0,2 7-1,-3 0 108,-6 4 1,4 3 0,-3 3 0,2-1 42,3-6 1,-1 2 0,0-1-1,0 0 48,0 1 1,0-9 0,0 3 0,1-2 61,-1-4 1,-2 1 0,0-5 0,-4 1-24,-1-1 0,-2-6 0,-4-1 0,0 1-55,0 2 1,-10-3-1,-5-2 1,-4 0-77,-4 1 0,-6-4 0,-3 5 0,0 0-89,-1-2 1,3-1 0,4-6 0,1 0-41,3 0 1,3-2 0,7-4 0,3-5-167,5-5 1,8-9 0,7-1-1,6-8-17,9-4 0,2-1 0,7-1 0,0 1 260,-1-1 0,4 1 0,-5 0 0,2 1 102,0 3 0,-4-2 0,3 8 0,-2 4 352,-3 6 1,-6 10-1,-2 6 1,-2 8 99,-3 8 0,-6 10 0,-3 9 1,-1 2-151,-3 3 0,-2 0 0,-1 1 1,0-1-480,0-2 0,0-6 1,0 2-1,0-3-508,0-2 1,0-6-286,0-2 1,0-11 930,0-7 0,-5-12 0,-3-8 0</inkml:trace>
  <inkml:trace contextRef="#ctx0" brushRef="#br0">17126 13427 7921,'-4'-18'-133,"-1"1"1,1 1-615,-2 1 1,5 2 746,-4 0 0,4 0 0,1 0 0</inkml:trace>
  <inkml:trace contextRef="#ctx0" brushRef="#br0">17257 13309 7921,'0'25'0,"0"-2"0,-1-1 88,-4 1 1,4 2 0,-3 1 0,2 1-2,2-1 1,0 4-1,0 3 1,0 0-209,0 4 1,0 1 0,0 0-1,0-2-86,0-1 0,0-1 0,0 2 0,0-2 38,0-2 0,-4-7 0,-2-9 174,-1-6 1,2-6-1,-2-8 1,1-5 100,3-3 0,0-5 1,0-2-1,-1 0 70,1 0 1,3-4-1,3 2 1,3-1-121,1 0 1,0 2 0,4-3-1,-3 2-58,3 2 1,0-3-1,1 3 1,-2 0-7,-1 0 1,-2 2-1,3 5 1,-2 2 96,-2 1-18,4 6 1,-4-1 0,2 10 0,-2 5 67,0 6 1,-3 4 0,6-2 0,2 0 33,5 0 0,1 3 0,3-3 0,-1 0-2,-3 0 0,-1 0 0,-2-3 0,0 3-112,0 2 0,-6-5 1,-2 3-1,-5-2-188,-5 1 0,-4 5 1,-8-3-1,-5 1-237,-3-4 0,0-3 0,4-4 0,3-3-105,3-1 0,8-5 0,6-9 0,8-10 471,11-5 0,17-15 0,5-3 0</inkml:trace>
  <inkml:trace contextRef="#ctx0" brushRef="#br0">18347 14018 7839,'-26'0'155,"0"0"0,0 0 97,-1 0 0,8 7 1,5 7-1,5 6-169,3 5 1,2 7 0,4 3-1,0 3-1114,0 1 1031,0 1 0,6-1 0,1 1 0</inkml:trace>
  <inkml:trace contextRef="#ctx0" brushRef="#br0">18794 13532 7881,'-9'0'-105,"0"0"167,-1 0 0,3 0 205,-2 0 1,6 6 0,-1 3-1,2 4-87,2 4 1,5-2-1,1 4 1,1-2-130,3 1 0,-3 4 0,1-5 0,-1-1-123,0-1 1,-4-2 0,3 0 0,-2 0 136,1 1 1,-1-6-377,-4 1 228,0 0 1,-4-8 0,-2-5 0,0-6 94,0-3 1,0-1 0,4 0 0,-3-2 21,2-2 1,-3 1 0,2 2 0,1-1 0,2-1 1,1-5-1,0 4 1,0 2 0,0 1 0,0 2 0,0 0 0,0 0 53,0 0 1,5 4 0,4 2 0,3 0 59,1-1 0,0 5 0,0-1-100,0 3 0,5 6 0,-1 4 0,0 3-44,-3 1 0,-1 4 1,0 1-1,0-1-81,1 2 1,-1-4 0,-2 4 0,0-1-11,-3-1 0,-3-1 1,2-6-1,-1-1-349,-3 1 350,-2-4 1,-1-1-1,0-10 19,0-4 0,-1-4 0,-2-4 0,-1-4 29,1 1 1,1-5 0,1 5 0,-2-2-15,-2 0 1,1 4 0,4-2 0,0 1 207,0 3 0,4 1 0,2 4 1,0 0 28,0 3 1,4 5 0,-1-2 0,3 4-109,1 1 1,0 6 0,0 4-1,0 4-49,0 4 1,0 1 0,1-3 0,-1 2-97,0-2 0,0-2 0,-1-1 0,-2-1-212,-1-3 0,-2-2 0,3-4 18,-1 1 0,0-1 0,2-7 147,-2-5 1,-3-4 0,-6-3 0,0-3 68,0-1 0,0 2 1,0-2-1,0 1 119,0 3 0,0-3 0,0 1 0,0 2 205,0 1 1,0 7-1,1 0-77,4 3 1,-4 2 0,4 7 0,-3 5-96,3 2 1,-2 4-1,4 1 1,0 3-56,1 1 0,-1-3 0,3 2 0,-1-2-158,1 1 0,0-1 1,1-4-1,-3-1-4,2-3 0,-2-2 0,1-4 0,1 1 49,1-1 0,-2-3 1,0-4-1,1-5 58,2-3 0,-3-7 0,-1-1 0,1-2 43,-2 0 1,5 6 0,-5-1 0,2 2-21,0 2 1,-5 1 0,5 3-250,1 5 1,-2 3 0,-1 2 0,-1 3-328,-3 5 0,2 3 1,1 1 190,2 0 1,-4 0 0,5-1 364,1-3 0,-3-3 0,2-6 0,-2-6 0,2-5 0,-5-3 0,-2-4 0,-2 1 0,0 2 0,0-1 286,0-1 1,0-1 0,0 5 1126,0 0-1113,0 6 1,0 7 0,0 8 0,0 4-117,0 1 1,1 0 0,2 0-1,3 1-256,1-1 1,4-2 0,5 0 0,1-4-78,-1-1 1,0-2 0,0-5-1,3-4-56,2-3 1,-4-4-1,4-3 1,-2-4 57,-3-7 0,-2-2 0,-1-7 0,-1-1 45,-3-2 1,-3-2 0,-6-1 0,0-2 189,0-5 0,0-2 0,-2 0 0,-1 4 123,-1 0 1,-5 2 0,5 7 0,-1 3 612,0 8-568,3 11 0,-5 21 1,4 11-1,-2 8-130,3 6 0,0 2 1,2 5-1,0-1-183,0-2 0,2-4 1,0 2-1,4-1-111,2-2 1,0-3 0,6 0 0,-1-3-28,0-2 0,0-3 1,1-7-1,4-3 118,4-5 1,-2-5 0,2-7 0,2-5 150,0-1 0,-2-1 0,-1 2 0,-2 0 48,-3 0 0,-2 4 1,-1 1-453,1 3 1,-1 2-206,0 7 0,0-1 0,0 6 535,0 1 0,6-4 0,2 0 0</inkml:trace>
  <inkml:trace contextRef="#ctx0" brushRef="#br0">18531 14439 7845,'0'-14'-4,"0"1"27,0 0 1,-1 1 0,-5 4-56,-7 3 1,-2 10 0,-7 5 0,-1 5 153,-2 2 0,-1 8 0,1 0 0,2 2 1,1-2 1,10 2 0,1-7-1,3 2-97,5 0 1,3-5 0,6 4-1,7-2-6,8-3 0,3-2 0,3-1 0,-1 1-67,0-1 1,-4 0 0,-1 0-1,-2 0 10,-3 0 0,-6 0 0,-3 1 0,-1-1 62,-3 0 1,-7 0 0,-5 0 0,-3-1 19,-1-3 1,-5 1 0,-1-6 0,1-1-8,-1-1 0,1-2 0,5 0-85,0 0 0,1-6 0,3-3 0,5-4-121,2-5 0,8-1 1,3-4-1,4 0 87,5-5 0,-4 2 0,5-5 0,-1 3 30,-1 2 0,5 1 0,-3 2 0,0 2 89,0 2 0,-1-3 1,-5 5-1,0 1 310,0 1 1,0 8-67,0 3 1,-5 4 0,-4 5-78,-3 9 1,-1 0 0,0 8 0,0 1-92,0 2 1,0 2 0,0-1 0,0 0-72,0 0 0,2 1 1,1-1-1,3-1-167,1-3 1,-3-2 0,4-4 0,-1 0-172,0-4 1,-2 0 171,3-8 0,-5-1 1,3-8-1,-2-3 30,1-4 1,-1-6 0,-4 0 0,0-3 64,0-2 1,0 2 0,0-1 0,0 0 62,0 2 1,0-5 0,0 5 0,2-1 54,2 4 1,-1 2 0,4 2 0,1 0 56,-1 0 0,2 4 1,4 2-1,0 1-46,0 3 0,0 2 0,0 1 0,0 0-34,1 0 1,0 5 0,2 4 0,2 1-32,-2-1 0,-3 3 0,-3-3 0,-1 1-54,1-1 1,0 2-1,1-3 1,-4 0 0,-1 1 0,-1-6 1,-2 3 6,2 0 0,1-5-18,-2 3 1,-3-4 180,4-4 1,-4-3 52,-1-6 1,0 0-160,0-1 0,2 7 1,2 3-24,5 2 1,-2-2 0,2-1-70,1 3 1,2-4 0,1 1 0,0 1-39,0-2 0,5-1 0,-1-5 0,-1 2 28,-1 1 1,2-1 0,1-6 0,-2-2 37,-1 2 1,-2-3 0,-2 2 0,0 1 16,-3 1 0,-3 2 26,3 0 0,-6 6 1,-2 2-14,-7 4 1,-2 7-1,-3 2 1,-2 5-7,-1 5 1,2-3-1,3 2 1,1-1-120,-1 2 1,2-4-1,1 4-78,1-4 1,2-5 170,4 0 1,1-6 0,2 0 4,2-6 0,5 0 1,-1-6-1,2-1 34,2-2 0,-4-1 1,-2 0-1,1 1 40,-1 4 1,0-4 0,4 5-40,-3-1 0,-3 1-13,3 3-15,1 2-13,4-4 67,1 6 8,-7 0-45,-1 0-16,-6 0-35,0 0-24,-6 0 50,4 0 1,-5 0-1,4-1-23,-1-4 0,-1 3 26,5-7 16,-5 6 1,2-7-1,-6 5 43,6 1 33,-9 4 0,5 0 5,-6 0 1,4 6-1,2 2 1,-1 4-67,1 1 0,3-1 1,-3 0-1,1-1-46,3 4 1,-3 1 0,2-3-129,1 0 0,1 0-904,2 1 376,0-7 1,6-1-94,3-6 0,-3-2 776,-2-2 0,-3 2 0,-6-9 0,-3 3 0</inkml:trace>
  <inkml:trace contextRef="#ctx0" brushRef="#br0">19096 14649 7845,'-12'9'-19,"4"-1"1,-4-5 0,5 3 0,-2-2 189,0 1 1,5-1 345,-5-4-407,6 0 0,-1-6 0,8-2 1,5-6-36,2-3 1,3 1 0,-1-5 0,0 1 4,0 0 1,4-1-1,1-2 1,0 2 68,0 2 0,-3-3 0,3 5 1,-4 1 100,-1 1 0,0 4 0,2 0 37,3 3 1,-4 5 0,4 0 0,-5 7-2,-4 9 0,2 6 0,-3 9 1,0 3-73,1 4 0,-5 3 0,4 1 0,-1 1-158,0-1 0,-2-5 0,2-2 0,-1-2-205,-3 1 1,0-6 0,0-8-1,1-2-787,-1-2 1,0-6 280,1-2 0,-2-5 0,3-5 1,0-3 62,-1-4 0,5-7 0,-3-3 0,0-3 592,-1-1 0,6 0 0,-3-1 0,4-5 0,1-1 0</inkml:trace>
  <inkml:trace contextRef="#ctx0" brushRef="#br0">19621 14425 7845,'8'-5'-748,"-3"-3"0,-3-3 2431,2 2-1262,-2-3 0,2 12 0,-7 0-220,-1 7 1,-5 5-1,3 1 1,-1 2-103,-3 2 1,-2-2 0,0 4-1,2-1-88,1-1 0,6 1 0,-2-5 1,0 0-388,1 0 0,0-4 306,4-1 0,5-5 1,4 0-1,3-6 60,1-5 1,0-4 0,0-1 0,-1 0 3,-3 0 0,2 4 1,-2 1-1,3 1-102,1 0 0,-4 4 0,-1-3-50,3 0 0,-4 5 0,2-4-96,1 4 1,-4 0-1,0-4 91,-1-4 0,-3 2 0,2-2 0,-2-1 91,-2-2 0,0-1 0,0-1 0,0-2 73,0-2 1,0-4 0,-2 3 0,-1-1 187,-1-4 0,-2 5 1,3 2 375,-1 2 0,-5 5-199,5 6 1,-1 7-1,5 14 1,0 5-98,0 3 0,5 7 1,0 2-1,3 1-211,2 0 0,-3-5 0,2 4 0,0-3-140,-2-7 1,5-3 0,-5-8 0,2-1-166,0-4 0,-1-2 1,5-9 42,1-5 1,-6-3 0,0-11-1,-3-2 37,-2-6 0,0 1 1,0-6-1,2-1 114,-2-2 1,-2-2 0,-1-1 0,0-1 83,0-2 1,1 1-1,2 5 1,2 3 559,-2 4 1,4 10-338,2 8 0,-2 13 0,0 13 0,1 8-60,-1 4 1,-3 8 0,5 4 0,0 2-85,-2-1 0,5-3 1,-4 2-1,4-4-150,1-1 1,-1-2-1,-2-9 1,-1-4-82,1-7 1,2 0 0,1-6-34,0-1 0,0-7 1,-1-5-1,-2-4-25,-1-5 0,-2-2 1,3-5-1,-2 2 31,-2 1 1,-2 0 0,-4-3 0,0 3 113,0 5 0,0 2 0,0 2 509,0 0-274,0 6 1,0 7 0,-2 8 0,0 6-53,-3 3 0,1-2 0,4 4 0,1-2-108,4 1 1,-2-1 0,5-5 0,1-2-69,-2-1 1,5-6 0,-3 1 0,2-2-129,3-2 1,-1-2 0,0-2 0,1-5 34,4-3 1,-8-2 0,3-2 0,-1-3 94,0-2 1,-4 5 0,0-1 0,-1 2 201,0 2 1,-4 4-1,3 2 88,0 1 1,0 3 0,4 8-1,-3 5 6,-1 6 0,3 0 0,-3 6 1,-1 1-244,1 2 1,3-3 0,-3-2 0,1-1-87,3-3 1,-2-1 0,0-2-276,3 0 1,0-6-1,3-2 1,-1-5-669,0-5 1,0-2 0,0-7 1000,0-4 0,0-2 0,0-7 0</inkml:trace>
  <inkml:trace contextRef="#ctx0" brushRef="#br0">20764 13624 7817,'-13'0'330,"0"0"0,0 0 1,1 1 123,3 4 0,-1-2 0,5 7-296,3 5 0,2-1 0,4 8 0,5 1-119,2 2 1,4 3-1,1 1 1,2 0-348,-2-4 1,-2 0 0,-1-6-1,-1 0-176,-3 0 1,1-2 0,-4-5-1,0-2-56,-1-1 1,0-4 0,-7 2 539,-2-1 0,-3-3 0,-6-6 0,-1-3 0,1-1 0,0-1 0,0-2 0,0 1-33,0-1 1,1 3 0,2-2 0,3-1 167,1-2 1,1-1 0,5 0 0,0 0-45,0 0 0,5-5 0,1 0 0,1 1-121,3-2 0,2 3 0,1-5 0,0 3-37,0 1 1,0-2 0,0 2-1,1 1 96,-1 1 0,0 2 0,-1 0 928,-4 0-44,-2 0-447,-6 5 0,-1 4-186,-4 8 1,4-1-1,-4 6-187,4 1 0,1 2 0,0 1 0,1 0-86,4 0 0,-2 5 0,4-1 1,0 1 6,1 1 1,-1-4 0,3 4 0,-1-2-80,1 1 1,-3 3 0,2-3-1,1-2-27,2-1 0,-3-2 0,-2 0-92,-1 0 0,4-6 137,-1-2 1,-2-10 0,0-3 0,-1-4 8,-3-1 0,0-2 0,0-1 0,1-1 134,-1 1 0,3 1 1,0 2-30,1 0 0,2 0 0,4 1 0,-1 2-26,-3 1 0,2 5 0,-2-4 0,3 2-13,1 3 0,2-2 0,1-1 1,1 0-28,-1 0 1,-1-3 0,-2 5-1,-1 0-64,-4-2 1,4 3 0,-5-6-12,1-1 1,-3-2 59,-5-1 1,-1 6 49,-3 2 1,-4 4-1,-5 1 74,0 0 0,0 4 1,1 2-37,3 1 1,-1 2-154,6 4 0,-1-4 0,7-2-24,2-1 0,-1-1 0,6-5 0,1 0-58,2 0 1,1-6-1,0-3 73,0-3 1,0-1 0,1 0 83,-1 0 0,-2 0 0,0 0 161,-3-1 0,-5 6 0,3 0 97,0 3 0,-3 0-90,6 5 0,-5 0-203,5 0 1,-5 6-272,5 3 0,-5 1-77,5-1 1,-5-3 249,5-6 1,-5 0 127,5 0 1,-1-2 0,2-1-236,-2-1 0,-3-5-366,4 5 0,-1-5 610,6 5 0,-1-7 0,0 4 0</inkml:trace>
  <inkml:trace contextRef="#ctx0" brushRef="#br0">21801 13112 7880,'-13'7'1,"0"-3"1,0-2-95,0-2 0,6 6 0,2 2 1,4 6 234,1 3 1,10 3 0,3 7-1,3-1 250,3 0 0,-3 2 1,5 1-1,-1 0-292,0-4 1,-3 0 0,0-6 0,-4 0-271,-4 0 0,3-1 1,-5-5-1,0 0-312,-2 0 0,-4 0 1,-1 0 481,0 0 0,6-5 0,1-3 0</inkml:trace>
  <inkml:trace contextRef="#ctx0" brushRef="#br0">22077 13322 7826,'6'7'-239,"1"-1"1,7-5 185,-1 4 0,0-4 0,0 4 1,0-4 160,0-1 1,0-1 0,-1-4-1,-2-3 86,-1-4 1,-6-3 0,1-1 6,-2-1 0,-8-1 1,-3 5-1,-4 0-81,-5 0 0,2 1 0,-5 2 0,-1 3-229,1 1 0,1 1 0,4 5 0,-2 2-371,2 2 0,6 3 0,3 7 480,1-1 0,-4 6 0,2 1 0</inkml:trace>
  <inkml:trace contextRef="#ctx0" brushRef="#br0">22314 13059 7836,'0'-13'92,"1"0"161,3 0 1,2 0 0,5 1 0,-3 3 35,3 5 1,-4 2 0,2 2-104,1 0 1,0 6-1,-1 3 1,-5 4-41,-2 5 1,2-4-1,0 5 1,-1-1-145,-1-1 0,-2 1 0,0-5-131,0 0 0,1 0 57,4 0 1,-4-4 0,5-2-55,0-1 0,-3-6 0,4-6 0,0-1-38,0-3 0,-4-6 1,3-3-1,-1-2 70,-1-2 0,2-6 1,-3-3-1,1-1 65,-1 1 1,3-4 0,0 2 0,0 1 135,-1 2 1,1 5-1,-3 4 1,2 4 363,-3 4 1,6 6-246,1 4 1,-2 7 0,2 3 0,-1 1-147,0 3 0,3 1 0,-2-1 1,3-1-118,1 1 0,0-4 0,0-1 1,0 0-112,0-1 0,1 1 0,-1-5 68,0 0 1,0-6 0,0-2 0,0 0 133,0-1 1,-4 5 0,0-4 78,1 2 1,-3 2-1,1 6-158,-3 2 0,0 3 0,-5 6 1,0 2-191,0 2 1,0 2 0,0 5 0,-2-2-486,-2 1 1,1 2 0,-6 1-1,-1 0 700,-2 1 0,-1-1 0,0 0 0</inkml:trace>
  <inkml:trace contextRef="#ctx0" brushRef="#br0">21907 13952 7851,'26'-18'-94,"2"-4"1,5-3-15,11-1 1,5-7 0,16-3 0,-31 16 0,0-1 97,2 0 1,0-2 0,-2-1 0,0 0 0,2 1 0,0 1 0,-1-1 0,0 1 81,0-1 0,0 0 0,3-2 0,1-1 0,0 1 0,0 1 0,1-2 0,0 0 8,-1 3 1,-1 0-1,-1 2 1,-1 1 0,27-15-1,-6 4-691,-9 3 611,-12 8 0,2-5 0,-4 5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2692 10484 8941,'-19'-7'-55,"5"-3"-122,-4 5 1,4-4-1,1 5 190,-1 1 1,7 3-1,3 4 1,2 5 134,2 3 0,6 7 0,3 3 0,4 1-85,5-1 0,-2 3 0,5-5 0,3 1 28,1-4 1,5-2-1,1-3 1,0-4 79,1-3 1,1-4 0,5-4 0,-1-6 135,-2-8 1,0-12-1,6-8 1,1-5 5,2-6 1,-1-3 0,-2-3 0,2-3-146,-22 26 0,1 0 1,2 1-1,1 1 1,20-30-1,0 4 44,0 4 0,-1 13 0,-6 3 0,-2 5-71,-1 4 1,-7 6 147,-2 2 1,-5 9-359,-8 5 1,0 3 0,0 1-1,-1 1-24,-3 3 1,-3 10 0,-6 6 0</inkml:trace>
  <inkml:trace contextRef="#ctx0" brushRef="#br0">3257 10681 13926,'-26'25'940,"0"-3"1,5-5-728,4-8 0,9-4 0,10-11 0,9-7 126,10-8 1,5-5 0,6-5 0,6-4-246,5-3 1,8-7 0,0-3 0,-23 22-1,1 1-43,0-1 0,1-1 0,1-2 0,0-2 1,2-1-1,-1-1 0,1-3 0,0-1-49,0-2 1,0 0 0,-2 3 0,0 1 0,-1 1 0,-1 1-1,-3 2 1,-1 2 40,22-25 0,-8 3 0,-4 10 0,0 1 76,-1 7 0,-1 8 1,-4 4-1,3 2-689,2 3 570,-5 2 0,3 7 0,-5-1 0,-1-2 0,0-5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5292" units="cm"/>
      <inkml:brushProperty name="height" value="0.05292" units="cm"/>
    </inkml:brush>
  </inkml:definitions>
  <inkml:trace contextRef="#ctx0" brushRef="#br0">9246 1747 10965,'-6'-13'-323,"-1"0"0,-5 0 0,2 1 292,1 3 0,5-1 211,-5 6 1,6 2 0,-1 11 0,2 10 23,2 9 1,0 7-1,0 9 1,0 5-161,0 7 0,0 4 1,0 5-1,0 3-69,0 2 0,0-3 0,0 1 1,-1-6-152,-4-10-8,4-11 0,-6-34 0,4-20 0,-3-17 91,-1-13 1,2-9 0,-2-10-1,0-2 39,-1-2 1,1 2-1,-3 1 1,3 4 0,1 0 0,-3-1 0,5 8 0,1 7 129,1 7 0,2 11 0,0 10 149,0 2 0,6 14 0,3 5 0,2 8-61,3 5 0,0 4 0,2 5 0,3 0-77,2 1 1,-1-1 0,5 2 0,0-1-105,2 0 1,-2 0 0,-3-8 0,1-1 13,2-4 0,0 1 1,-2-11-1,-2-1 22,-2-1 0,-2-4 1,-4-3-1,1-9 4,-1-6 1,-6-6-1,-3-4 1,-2-2-39,-2-1 0,-2-2 1,-2-6-1,-5-1-76,-2-2 1,-7-1-1,1 2 1,2-1-177,5 2 0,0 6 1,5 2-1,2 3 39,2 7 0,2 5 228,4 10 0,2 9 0,6 7 0</inkml:trace>
  <inkml:trace contextRef="#ctx0" brushRef="#br0">9968 1931 8456,'-1'-13'-173,"-2"0"0,-2-2 91,3-2 0,0 2 0,2-4 1,0 2 275,0-1 0,0-4 1,0 5-1,-1 1 322,-4 1 1,2-2-244,-5-1 0,3 6 0,-4 10-140,-1 4 0,4 12 0,2 8 0,3 2-81,1 3 0,0 3 1,0 1-1,1-2-122,3-1 0,-1-3 0,6-2 0,1-4-101,2-4 0,5-1 0,1-9 0,-2-2-4,-1-2 0,-1-1 1,2-1-1,2-5-84,-2-7 0,-2-8 0,1-8 0,0-3 164,-2-2 0,1-1 0,-8-4 0,0 1 185,0 3 0,-2 0 0,-4 7 0,0 5 650,0 2 0,2 10-403,2 6 0,-1 10 0,6 5 1,1 6-116,2 6 0,-2 3 0,2 1 0,2 2-201,1 2 1,1-2-1,0 3 1,3-5-225,1-4 1,-4-3-1,3-6 1,-1-1-63,-1-4 0,1-2 1,-5-6-1,-1-1 56,-4-4 0,3-3 0,-7-10 0,-1-4 113,-2-3 1,-1-1 0,0 0 0,-1-1 129,-4 1 1,0 0 0,-6 1 0,3 3 117,-3 5 0,0 4 0,-2 2 0,-2 4 76,-2 1 1,2 3 0,-3 9 0,4 7-50,1 8 1,-5 4 0,1 1 0,1 2-145,1 2 0,2 2 0,0 5 0,0-4-284,0-1 1,5 4 0,2-7 0,2-3-183,0-3 0,-1-7 0,7 0 1,2-5 42,5-7 1,3-4 0,1-4 0,1-5 155,4-3 0,-4-7 1,4-4-1,-2-5 108,1-2 1,-3-7-1,0 2 1,-4-3 156,1-1 0,-4-2 0,2-2 0,-1-2 72,0-2 0,2 4 0,-4-4 0,0 0 114,-1 1 0,4 9 1,-3 2-1,0 7 476,0 6 0,-2 6-354,-4 12 0,2 7 1,0 14-1,3 7-116,-2 5 0,0 0 0,0 5 0,2-1-356,3 1 1,0 1 0,6 4 0,-1 1-363,0-1 1,0 1 0,0-1-1,2 0 493,2 1 0,-2-1 0,4 1 0</inkml:trace>
  <inkml:trace contextRef="#ctx0" brushRef="#br0">10533 1747 8468,'-26'-17'-200,"-1"-1"1,7-4 0,3 3-1,3 0 494,6 0 1,2 1-1,6 1 1,0 0 293,0 1 1,0 1 0,3 2 0,4 0-410,6 0 0,5-5 1,-1 1-1,4 1-417,-1 1 1,6 3 0,-1 4 0,6 2-894,2 0 0,-2 5 1131,4-4 0,0 4 0,4 1 0</inkml:trace>
  <inkml:trace contextRef="#ctx0" brushRef="#br0">11439 1182 14015,'0'-13'-446,"0"0"1,-1 1 0,-4 4 522,-3 3 1,-4 4-1,-3 1 1,-2 1 442,-5 4 1,2 8 0,-2 9-1,0 3-290,1 1 0,2 0 0,8 0 1,2 1-275,5-1 0,2-6 0,5-2 1,6-2-187,8 1 0,7-6 0,3 2 0,3-3 140,0-3 0,5 5 0,-4-3 0,-3 1 50,-5-1 1,-4 2 0,-7-2-1,-4 3 242,-3 1 1,-11 0-1,-7 0 1,-9 0 123,-7 1 0,-1-1 0,-3 0 0,1-1-321,3-4 1,1-2-1,3-6-198,3 0 1,9-1 0,10-5 0,6-7 16,6-8 1,13-5 0,5-3 0,6-3-68,3-2 0,0-1 0,1-6 1,-2-3 93,1-4 1,-3 1 0,-3 1 0,-2-1 246,-2 0 1,-5 5 0,-4-2 0,-4 5 220,-4 4 0,-3 7 0,-6 8 8,0 1 0,-2 7 1,-1 9 59,-1 6 0,-5 10 1,4 9-1,-3 3-150,-2 1 1,4 6 0,0 2-1,2 2-338,0 4 0,-1-8 0,5 7 0,0-1-444,0 0 0,5-3 0,0 0 0,3 0-49,2-1 0,2-6 0,1-8 1,0-1-768,0-3 1,0-7 1134,0-5 0,-5-8 1,-4-6-1,-4-5 252,-4-3 1,2-3-1,-4 2 1,0 0 116,-2 0 1,2 0-1,0 3 1,2-2 56,-1 2 0,1-3 1,4 1-1,0 2-47,0 2 1,0-1-1,1-1 1,4-1 26,3 1 1,6-3-1,2 1 1,3 2 38,1 1 0,-2 2 0,3 0 0,3 0-11,1 0 0,-1 1 0,0 3 0,-4 4-145,-1-1 1,-1 4 0,-5-2 64,0 2 1,-1 4-1,-4 2-123,-3 5 0,-4 3 0,-1 1 0,0 0 108,0 0 0,-4 0 1,-1 0-1,1 1 10,-2-1 0,3 0 0,-4 0 0,1 0-67,3 0 0,-3 0 0,2 1 0,1-1-143,2 0 0,1 0 0,0 0 0,0 0-190,0 0 0,0-4 0,0 0-31,0 1 0,6 0 0,2-1 190,4-5 0,1-2 1,0-2-1,0-2 285,0-2 1,1-3-1,-1-6 1,0 0-78,0-1 0,-1 1 1,-2 0-1,-1 0 97,1 0 0,-3 0 0,0 0 154,-1-1 1,5 3 242,-3 2 1,0 3-63,0 6 0,-3 2-455,3 2 0,-3-3 1,4 5-202,1 0 1,-3-4-1,2 2 1,1-4 11,2-4 1,-4 1 0,1-6 0,1-1 32,2-2 1,0-6 0,-2 0 0,-1-3 11,1-2 1,-4-2-1,0-1 1,-2-1 22,0 1 0,1-5 0,-5 1 0,0 1-75,0 1 1,0-1 0,0 1 0,0 5 64,0 2 1,0 8 291,0 4 1,0 8 0,-2 1 0,-1 9 5,-1 7 1,0 5 0,4 10 0,0 4-155,0 3 1,1 2 0,4 0-1,3 3-302,4 1 0,1-1 0,0-3 0,0-1-213,0 1 0,1-2 0,0-3 1,2-6-80,2-6 1,-2-4 0,-6-7 0,-1-3-246,1-5 0,-4-4 0,-2-6 305,-2-7 0,-2-2 1,0-7-1,-2 1 263,-2 0 0,-3-2 0,-7 4 0,1 0 149,0 0 0,0 1 0,0 5 0,0 0 426,0 0 0,-1 4 0,1 2 0,2 0 500,2-1 1,-1 4-446,5-5 0,2 6 1,8-1-1,4 1 29,2-2 1,8 3-1,2-6 1,0 1-420,1 0 1,-1-2-1,2-4 1,-2 1 38,-2 3 0,2-2 0,-3 2 0,-2-3 308,-1-1 0,-7 4-101,1 1 0,-7 5 0,-2-2 120,-8 4 1,-3 7 0,-1 4 0,2 4-46,1 4 1,2 4 0,-2-3 0,5 0-230,2 0 0,4-2 0,2-4 0,5 1-389,2-1 0,8-6 1,3-3-1,4-2-483,5-2 0,3-2 0,7-2 0,1-6 711,2-6 0,5-5 0,-2-5 0</inkml:trace>
  <inkml:trace contextRef="#ctx0" brushRef="#br0">13435 893 22079,'-7'-5'-4595,"3"-4"5542,-4 3 1,7 7 0,-3 11-1,4 6-1410,4 2 1,3-2-1,6 2 1,2 0 207,3 1 1,-2-5 0,4 1 0,0-2 96,1-2 1,-1-1-1,4-3 1,-2-5 326,1-3 0,2-2 0,0-3 0,-2-5 121,-1-3 1,-6-7-1,0-3 1,-6-4-467,-6-5 1,-2 4 0,-2-5-1,-3 1 109,-6 0 0,-1 2 0,-13 7 0,-4 5-46,-2 2 1,-6 8 0,5 2-1,0 5 187,3 5 1,2 8 0,4 10 0,7 5 107,4 3 0,7 11 1,-3-1-1</inkml:trace>
  <inkml:trace contextRef="#ctx0" brushRef="#br0">14893 880 22976,'0'-13'-2451,"-4"0"0,-2 0 1,0-2 1432,0-2 0,2 2 0,4-2 1,0 2 1032,0 2 0,-1 0 1,-2 0-1,-2-2 84,2-3 0,2 8 1,1-4-1,0-1 160,0-1 1,0-2 0,0 5 103,0 0 1,-2 0-267,-2 0 1,3 4-1,-5 2-443,0 1 0,3 3 0,-4 7 995,1 5 0,-3 4 1,3 6-1,-1 8-112,-3 6 0,2 11 1,1 6-1,1 5-241,3 6 1,2 1 0,1 2 0,0 5-297,0 2 1,6 2-1,-2-35 1,1-1-1,8 30-429,4-9 1,-1-7-1,5-14 1,-1-7 179,1-8 0,-5-12 1,3-7-1,-2-6 650,1-5 1,-2-4-1,-6-3 1,-3-1-401,-1-1 1,0-5-1,-3 4 1,1 1-531,-1-2 1,-3 0-1,-4-4 1,-5 1 158,-3-2 0,-5 0 0,-2-3 0,0 1 223,0 0 1,-3-1 0,3 1 0,0 1 190,0 3 1,1 2 0,5 4 0,0-2 443,0 2 1,1 2-522,4 1 1,2 4 0,7 2 0,4 1-4,3 3 0,6 1 0,2 2 1,3 0 196,1 0 1,0 0-1,4 0 1,-4 0 134,-1 0 1,5 0 0,-4 0 0,0 0 117,-2 0 1,-2 5-1,0 1 1,2-1-247,-2 1 1,-3 4-1,-3-2 1,-3 1-145,-1-1 1,4-5 0,-2 3-1,0-2 259,1 1 1,-5 1 23,5-2 0,-4-3-672,3 4 1,-5-5 0,2-5 39,-4-3 1,-2-4 0,-2-1-271,-2 0 0,-1 0 0,4-1 213,-3 1 1,-1 0 0,3 0 98,-1 0 0,0 4 303,4 0 1,1 6 0,4-1 146,3 3 0,0 5 0,0 2 1,1 1-333,-2 3 1,5 2 0,-5 1-400,1 0 1,2 0 0,-6 1 70,-1-1 0,0-2 582,1-2 90,-2-3 1,4-7-1,-6-4 1,0-5-18,0-6 0,4 0 0,1-6 0,-1 0-82,2 2 1,-3-5 0,4 4 0,0-1-267,1 1 1,-1 5 0,3-2 0,-1 3 284,1 2 0,-3 5 0,2 0 250,1 2 0,0 3 0,1 8-743,-3 4 0,-3 2 0,2 2 279,-1 1 0,0-3 1,-3-1-287,1-1 0,6-6 934,-1 2-394,-3-4 0,6-1 1,-5 0-1</inkml:trace>
  <inkml:trace contextRef="#ctx0" brushRef="#br0">16049 841 23000,'-13'6'1346,"4"-5"0,2 5 0,1 0-2052,3 3 1,2 4-1,2 3 1,2 3-146,1 1 0,7-2 0,-4 4 1,2 2 131,-1 6 0,0-3 1,2 4-1,-1-3-300,1-2 1,0 0-1,0-1 1,-1-3 751,1-4 0,2-4 0,1-1 0</inkml:trace>
  <inkml:trace contextRef="#ctx0" brushRef="#br0">16128 1104 22976,'-13'-14'-1456,"0"1"0,-1 2 1,1 0-1,0 3 974,0-3 0,6 0 0,2-2 0,2-1 196,-1 1 1,3 0-1,-2 0 385,6 0 1,4-5-1,6 1 1,2 1 381,2 1 0,-2 1 0,4-2 0,-2-2-210,1 2 0,4-3 0,-5 2 0,-1 0-111,-1 3 1,-4 5 0,0 0 0,-3-1-175,3-2 1,-4 1 0,0 1 1574,-1 1 217,-2 6-1644,-4-3 0,0 12 0,0 3 0,0 2-132,0 2 1,0 5 0,2 1 0,1 1-425,1 4 1,1-1 0,-4 2-1,2 0-94,1 2 1,5 3 0,-3-3 0,1 3-101,3 0 1,-2 1 0,0-5 0,3 0-73,0 1 0,1-7 0,-2-2 0,-1-5 198,1-4 0,2-4 1,1-5 692,0 0 1,-4-5 0,-2-4 0,1-4 65,-1-5 0,-4 4 0,1-5 0,-1 1-168,1 1 0,-2-1 0,2 5 0,-1 0 79,2 0 0,-4-1 0,3 1 1,-1 0 172,2 0 0,-4 4 1,5 2 397,0 1 1,-3 2-1,5 4-118,3 0 0,-4 0 1,0 1-1,1 4-634,-1 3 1,0 4 0,3 1-1,-1 0-607,1 0 0,1 1 1,-1-1-1,-1-2 426,1-2 1,1 1 0,3-4-1,-1 0 231,0 0 1,-4-2-1,1-4 1,3 0 155,3 0 0,1 0 1,-3-1-1,-3-4 36,-2-3 1,3-5-1,-4-3 1,3-3-391,-3-2 1,3 4-1,-7-5 1,-1 0-27,-2 1 1,4-2 0,-1 5 0,-1 2 763,-1 2 1,-2 5-261,0 0 1,1 8-146,3 1 0,-1 6 1,6 7-512,1 0 1,2 3 0,1-1 0,0-4-241,0 1 0,0-2 0,1 0 1,-1-2 268,0-2 0,4-2 0,1-4 0,-2 0 350,-1 0 1,2 0 0,1 0 0,-2-2 309,-2-2 0,-1 3 1,0-5-1,1 1 314,-1 1 1,-4-5 0,-1 5 432,2 1 0,-2-3-759,1 2 0,-7-2 1,4 3-1,-1-3 199,-1-1 0,0 2 0,-4-3-463,0-2 0,5-2 1,-1-1-58,-1 0 0,3-1 0,-2 1 0,1 2 185,1 2 0,-4 3 0,7 6-280,1 0 0,1 6 0,-1 4 0,-1 6-642,1 6 0,1-2 0,3 2 1,-1 2-101,0 1 1,0-1 0,0 0 0,0-4-204,0-1 1,5-1-1,1-5 1,0-2 776,0-2 0,-2 3 0,-4-5 0</inkml:trace>
  <inkml:trace contextRef="#ctx0" brushRef="#br0">14552 1274 22976,'0'-13'-1761,"0"13"0,0 9 0,0 10 1599,0 6 0,4 5 0,2 3 0,0 0-234,0 4 1,4-4 0,-1 2 0,2 2-80,2 1 1,-4 1 0,-1-1 0,-1-1 6,0-2 1,-4-8-1,1 1 1,-2-6 117,-2-3 0,-2-7 0,-2-8 0,-5-4 265,-2-4 0,-7-4 0,-1-5 0,-1-1-311,-4-4 0,4 2 0,-1-6 0,1 0 501,0 2 1,4 1 0,-2 7 0,3 2 731,2 1 0,0 6 1,2 0 58,2 6 0,3 6 1,7 8-1,5 5-681,7 3 0,2 1 0,7 1 1,3-1 2,4 0 1,0-1 0,5-4-1,-1-7-31,1-4 0,-5-7 0,3 2 0,-1-5 203,-1-5 0,-1-6 0,-7-8 0,-4-2-229,-4-2 0,-2-2 0,-2-1 1,-2-1-353,-2 1 0,-1 0 0,-2-2 0,2 0-1238,-2 2 1132,-2-3 1,5 3 0,1-8 0</inkml:trace>
  <inkml:trace contextRef="#ctx0" brushRef="#br0">22287 3652 8112,'-20'0'-395,"-3"5"0,5-1 0,2-1 205,1-2 1,2 1 0,0 1 1137,0 1-665,6 1 1,7-10 0,9 1 0,2-1-79,2 0 1,6 3-1,2-4 1,1 2-47,-1 0 0,1-2 1,5 3-1,-1-2-106,0 3 0,0-4 1,1 1-1,-2 2-96,-4 2 1,3-3-1,-5-2 1,0 0-44,0 0 0,-2-3 1,-4 3-1,0 1-81,1-1 1,-6-3 0,0 3 0,-3-1-196,-2-3 0,-1-2 0,-2-1 124,0 0 0,-2 1 0,-1 2 1,-2 1 154,-3-1 0,4 0 0,-5-1 79,-1 3 0,0-1 0,0-3 56,1 3 0,6 2 406,-1 3 0,4 2-240,4-2 1,-1 2-1,6 4 1,1 2-16,1 5 1,3 3 0,0 2 0,2 4-40,2 4 1,-1 3 0,-5 1 0,-2 0-77,-1 0 1,-6 1-1,1-1 1,-2 0-38,-2 0 1,-6-4 0,-3 0-1,-4 0-195,-5-1 0,-1 2 1,-4-4-1,1 0-224,-1 0 0,4-2 0,0-2 0,3 1-930,3 2 1298,-3-1 0,14-4 0,-4 0 0</inkml:trace>
  <inkml:trace contextRef="#ctx0" brushRef="#br0">23102 3284 8106,'-5'-8'-825,"1"-1"1,1-1 778,2-2 0,-1 0 0,-1 2 1193,-1 1 0,1 6-998,7-1 1,-2 10-1,2 6 1,-1 7 1,1 5 1,-2 0-1,2 8 1,-1-1-86,1-1 1,-2 5 0,2-3 0,-2 0-164,-2 1 1,0-1 0,0-5 0,0 1-89,0-3 0,0-3 1,0 0-1,1-5-410,4-2 1,-4-2-1,5-1 595,0-4 0,1 4 0,6-5 0</inkml:trace>
  <inkml:trace contextRef="#ctx0" brushRef="#br0">23338 3403 8188,'-6'8'123,"-3"1"0,4-4 0,-1 3-41,0 3 1,4 2 0,-2 3 0,3 3-78,1 1 0,1 1 0,2 2 0,1-1-70,-1 1 1,3-4 0,-1 0 0,-3-1 14,0-1 0,2-4 1,1-4-51,-2 1 1,-2-2-13,-1 0 1,2-5-1,0 0 1,3-6 8,-2-5 1,-2-1 0,1-3 0,1-2 51,1-1 0,2-5 0,-3-1 0,1-1 36,-1 0 1,3 0 0,0-4 0,0 1 2,-1 3 0,6-2 0,-4 3 0,2 1 198,-1 2 0,-3 5 0,4 3 90,1 1 0,1 8 0,1 2-86,-3 11 1,1 2-1,-6 10 1,1 2-93,1 3 0,-5 3 0,3-3 1,-1 2-92,2-2 0,-4-1 0,4-2 0,-4-1-81,-1-3 0,2 1 1,0-5-122,3-2 1,1-7 56,-2-5 1,-3-4-1,5-4 1,-1-6 37,-1-7 0,2 1 1,-3-5-1,1-3 48,-1-1 1,-1-2 0,-2-3-1,0-2 56,0-1 1,0 4 0,0-2-1,0 3 146,0 2 0,0 1 0,0 2 206,0 1 0,5 7-205,4 2 1,3 7 0,1 12 0,0 7-44,0 8 0,2 3 0,1 3 0,3-1-65,1 0 1,-2 1 0,2-1 0,1 2-75,-1 2 1,-5-2 0,-1 1 0,-5-4-8,-3-3 1,-2 0 0,-4 3-1,-1-4-42,-4-3 0,-2 0 1,-7-4-1,-3-2 22,0-1 0,-5-5 1,5-1-1,1-4-7,1-1 1,6-1-1,0-4 1,1-3-6,0-4 0,3-3 0,6-2 1,3-5-25,5-3 0,3-3 0,2-1 0,4-4 18,4-5 0,-2 1 0,2-8 0,0 0 51,-2-4 1,4 1 0,-7-1 0,-1-4 77,-1-1 0,-3 7 0,-4-2 0,-3 5 260,-4 6 0,-1 7 1,-1 2 72,-4 6 0,-2 10 1,-6 8-139,0 4 0,1 7 1,2 2-1,3 5-31,1 5 0,1 4 0,5 9 1,2 4-104,2 3 0,-1 1 0,6 0 1,1 1-323,2-1 0,1 1 0,-1-1 0,-2 0-185,-1 1 0,-2 1 1,3 1-1,-3 2-63,-1-2 1,-1-1 0,-5-2-1,0-1-230,0-3 0,-2-4 1,-2-10 510,-5-8 1,-3-6-1,-1-7 1,-1-3 172,-4-6 0,3-1 0,-1-12 1,5-1 16,2-2 0,2-1 0,-2-1 0,5 1 122,2 0 0,4 0 1,2-1-1,6 0 50,6-4 0,0 3 1,5-2-1,-1 2 47,1 2 1,-1-1 0,3 1-1,-1 1-258,2 3 1,-4-1 0,0 5 0,1 2-639,-1 2 0,-8 1 662,1 0 0,-3-6 0,3-2 0</inkml:trace>
  <inkml:trace contextRef="#ctx0" brushRef="#br0">24218 2903 7727,'0'14'997,"0"-1"-870,0 0 0,0 4 0,0 1 0,0-2-132,0-1 1,0-2-1,0 0-69,0 0 0,0-4 0,1-2-16,4-1 1,-2-5 106,6-9 1,-5-1 0,3-10-1,0 0 98,1-3 0,-4 2 1,3-1-1,1 2 37,-1 3 1,0 1-1,4 4 1,-3 2-11,3 5 0,-4 2 1,2 2-136,1 0 0,0 6 1,-1 3-1,-3 1-89,-1-1 0,-3 2 1,4-3-112,0-1 1,-4 3-623,7-5 1,-1 0 814,0 0 0,4-4 0,-5 5 0</inkml:trace>
  <inkml:trace contextRef="#ctx0" brushRef="#br0">22498 4546 8167,'-8'-13'63,"4"-1"-4,2 1 1,10 5-1,3-1 1,7 0 98,2 2 1,2-3-1,6 4 1,1 0-77,2 0 0,-1-3 0,-3 3 1,-1 1-45,0-1 1,-1-3 0,-2 5 0,-2-1-199,-2-1 1,-2 5-1,-4-3 1,1 2-572,-1 2 0,0 2 731,0 2 0,6 9 0,1 7 0</inkml:trace>
  <inkml:trace contextRef="#ctx0" brushRef="#br0">22905 4322 8072,'-13'-14'0,"1"-2"258,3-2 1,-1 1 0,5 4 0,4 1-314,4 3 1,6 3 0,8 8 0,5 2 181,3 5 1,0 7 0,-2 1 0,-2 1 29,-3 1 1,4-3-1,-4 4 1,-2 1-59,-1-1 0,-2-4 1,-2 3-1,0-1-60,-3-1 0,-5 2 1,2-3-1,-4 2-196,-1-2 0,-6-1 0,-3-1 1,-4 2-196,-4 2 0,-2 1 1,-5-3-1,4 3-503,1 1 855,2 2 0,-2 4 0,-2 1 0</inkml:trace>
  <inkml:trace contextRef="#ctx0" brushRef="#br0">23469 4375 7997,'-13'-2'19,"0"-2"1,4-2 0,2-4 0,1 1 327,3-1 1,0 3 596,-1-2-667,3 6 1,-1 0 0,8 10 0,1 8-99,3 4 1,-2 4 0,-1 7 0,-1 2-118,-3 1 0,3 2 1,-2 5-1,-1-2-256,-2-3 1,1-2 0,1-4 0,1 2-317,-1-2 0,-1-1 0,-1-3 1,2-3-1627,1-5 2136,1-8 0,0 3 0,3-5 0</inkml:trace>
  <inkml:trace contextRef="#ctx0" brushRef="#br0">23680 4559 7884,'-12'13'0,"2"0"-138,1 0 1,5 5 0,-4-1-1,2-1 444,3-1 0,2 0 0,1 1 0,0 1-258,0-1 1,0-1 0,0-2-54,0 0-192,6 0 0,-3-5 46,6-4 1,-7-8-1,4-5 1,-1-3 58,-1-1 0,5-5 0,-3 1 0,1-1 191,3-1 0,-3 5 1,2-4-1,1 4 76,2 1 0,-3 4 1,0 0 54,1-1 0,1 4 0,3 2-149,-1 2 0,0 2 1,-1 2-118,-4 2 1,3 3 0,-6 6-124,3 1 1,-4-3-1,3-1-33,-1-1 1,0-6 47,-2 2 0,-1-5 0,6-5 121,1-4 1,-2-2 0,0-2 0,1-1 86,-2 1 1,5 2 0,-3 0 0,2 4 142,3 1 0,-1 2 1,0 4 37,0 0 1,0 1-1,-1 4-152,-3 3 0,-4 4 1,-5 1-1,0 0-116,0 1 1,0-1 0,0 0 0,0 0-17,0 0 0,0 0 1,0 0-121,0 1 1,-1-7 70,-3-3 1,2-4 0,-2-4-1,2-6-39,2-6 0,2-5 0,2-7 1,5-2-16,3-5 0,1-8 1,0-3-1,0-4 262,0-4 1,0-1-1,0 2 1,2 2 260,2 3 0,-2 4 0,3 9 1,-4 6 254,-1 5 1,0 11-1,-1 10-273,-3 6 1,-3 6 0,-6 7 0,0 3-212,0 1 1,0 2 0,0 5 0,0-1-295,0 0 0,0 0 1,0 1-1,0-1-313,0 0 0,0 1 0,0 0 0,0 2-109,0 2 1,0 0 0,0-5-1,-2-1 133,-2-3 0,2-3 0,-2-6 1,1-1 279,-1-4 1,1-2 167,-6-6 0,6-1 1,-1-5-1,2-6 115,2-4 1,0-6-1,0 3 1,0-1-91,0-4 1,0 0 0,2-3 0,2 1-87,5 0 0,-2-5 0,2 0 0,1 2-3,2 2 1,1 0 0,2 0 0,1-3 131,1 0 0,1-1 1,-5 5-1,0 1 121,0 3 0,-1-1 0,-2 5 0,-3 2 278,-1 2 1,-2 5-225,-4 0 0,0 8 0,0 1-192,0 7 1,0 9-1,0 1 1,-1-1-80,-3-1 1,2 3 0,-2 1 0,2 0-40,2 0 0,0 4 1,0-3-1,0 1-51,0-4 1,0 2 0,0-1 0,0-2-92,0-2 0,2 0 1,1-1 132,1 0 1,6-6 0,-1-4 0,3-6 77,1-6 1,4-8 0,2-5 0,2-3 50,2-1 0,0 0 0,1-1 1,-2 2-39,1 4 1,-4 2 0,0 5 0,-2 3-110,1 2 1,-5 3 0,-4 6-372,1 0 1,-3 2 0,1 2-156,-3 5 1,0 2 602,-5 3 0,0-1 0,0 0 0</inkml:trace>
  <inkml:trace contextRef="#ctx0" brushRef="#br0">23982 5268 7268,'7'-14'-154,"6"-4"1,10 2-1,11-6 1,2-3 203,5-4 0,9 0 0,1-5 0,4 2-9,1 3 0,-2 1 0,-2 2-41,1 0 0,5 0 0,2-1 0</inkml:trace>
  <inkml:trace contextRef="#ctx0" brushRef="#br0">17835 11614 8035,'-13'-13'42,"0"-5"0,0 1 0,1 1 92,3 1 0,-1 6 0,4 2-186,-1 1 0,0 3 0,-2 8 0,3 5 194,0 6 0,3 4 0,-4 8 0,1 1 30,3 2 1,2 5-1,1-1 1,1 2-65,4-2 1,2 2 0,6-7 0,2-2-115,2-5 0,-1 1 1,6-8-1,0-5-2,-2-5 1,5-4 0,-3-4 0,2-4-91,-3-7 0,0-6 1,-7-8-1,1-4 49,-3-4 1,-8-8-1,0 0 1,-2 0 81,-2 2 1,-6 4-1,-4 0 1,-6 3-51,-6 2 1,-3 3 0,-3 7 0,-1 6-139,-1 6 0,-5 4 0,4 8 0,2 3-207,1 9 362,2 10 0,-1 10 0,1 5 0</inkml:trace>
  <inkml:trace contextRef="#ctx0" brushRef="#br0">17415 11377 7868,'-31'0'0,"1"0"-167,0 0 0,9 5 1,3 1-1,3 1-37,2 3 0,2 8 0,2 4 0,4 4 373,4 5 0,1-1 0,1 7 0,5 1 45,7-2 0,2-1 1,7 0-1,1-3-121,2 0 0,1-8 1,2 1-1,1-5-33,2-4 1,-5 0-1,-5 0 1,-2 0-4,-3-4 1,-3 1 0,-4-4 0,-5 3 9,-3 1 1,-2-2 0,-3 0 0,-5-3-45,-3 3 1,-5 2-1,-2 3 1,0 1-117,0-1 1,-3-1-1,4-2 1,2 0-498,2 0 0,2 0 590,3 1 0,-2-1 0,3 0 0</inkml:trace>
  <inkml:trace contextRef="#ctx0" brushRef="#br0">18282 11982 8229,'13'-9'3,"0"0"1,4 1 0,2-4-1,2 2-4,2 1 1,8 2 0,2-4-1,2 4-119,0 1 1,-1-3 0,3 5-1,-4 0 16,-1-2 0,-3 3 1,-7-4-1,-4 1-233,-4 3 0,-1-3 337,1 2 0,-1-12 0,0 1 0</inkml:trace>
  <inkml:trace contextRef="#ctx0" brushRef="#br0">18479 11706 8179,'-12'1'10,"3"4"0,3-2 0,6 5 0,0 4-27,0 4 1,6 0 0,3 8-1,3 2-8,1 3 0,4 8 0,1-2 0,-1 4-153,2 5 0,-4-8 1,2 4 177,-2-2 0,4-6 0,1 0 0</inkml:trace>
  <inkml:trace contextRef="#ctx0" brushRef="#br0">19529 11456 7977,'-5'-13'-354,"3"4"1,-4 1 116,0-3 1,-1 1 0,-6 1 287,0 5 1,0 3-1,0 1 1,-1 0 23,1 0 1,-4 10 0,-2 3 0,0 3 49,0 3 1,1-3-1,5 4 1,2 1-46,2-1 0,3-2 0,6 2 0,3-1-29,6-3 1,5 0-1,14 0 1,3 2-38,4-2 0,3-1 1,1-1-1,-1 2-70,-3 2 1,0-1-1,-7-5 1,-5-2 22,-3-1 1,-3 0 0,-9 4 0,-3 0 34,-4 0 1,-8 0 0,-6 0 0,-8-1 17,-4-3 0,-2 3 1,-4-4-1,-4 3-12,-3-3 1,0 2 0,2-5 0,2-1-196,2 2 0,3-4 1,7 2-621,4-3 807,10-6 0,14-3 0,8-5 0</inkml:trace>
  <inkml:trace contextRef="#ctx0" brushRef="#br0">19963 11903 7230,'-13'0'-24,"0"0"0,5-1 120,4-4 0,2 2-22,2-6 1,0 5-57,0-5 0,6 2 0,2-3 0,0 2 4,1 3 1,-2-1 0,4 3 0,-3-1-3,2 1 1,2-3-1,1 1 1,0 2 4,1 2 1,-1 1 0,0 0-17,0 0 0,0 1 1,0 2-1,-1 3 3,-3 2 1,1 0 0,-6 5 1,-1 1 0,-1-1 1,-2 0-1,0 0 25,0 0 0,0 5 1,0-1-1,-2 1 9,-2 1 1,-3 0 0,-7 4-1,3-3 30,2-1 1,-3 3 0,4-3-29,-4 2 0,0-5 1,3 1-1,5-2 21,3-2 0,-4-4-44,1 0 1,5-7 0,9 3 0,5-4-26,3-1 0,5-6 0,-1-2 0,3-4-13,1-1 1,2 0 0,1 0 0,1-1 1,0 1 1,-6 0-1,0 0 1,-1 1-79,-4 4 0,-3-3 1,-3 6-1,0-1-1001,1 0-85,-7 1 1173,-1 5 0,0-5 0,1-3 0</inkml:trace>
  <inkml:trace contextRef="#ctx0" brushRef="#br0">20633 11719 7383,'5'-13'-86,"4"0"1,3 4-1,1 2 1,2-1 228,2 1 0,4 0 1,3-3-1,1 2-145,1 2 1,-2-2 0,6 2 0,-2 0-136,-2 0 1,-4-3-1,-1 5 1,-2 0-474,-3-2 610,-2 4 0,-1-9 0,1 3 0</inkml:trace>
  <inkml:trace contextRef="#ctx0" brushRef="#br0">20803 11469 8059,'-1'12'72,"-4"-3"1,4 3-1,-3-4 1,2 4-9,2 1 0,0 5 0,0 1 1,2 1 17,2 3 1,2 2 0,4 1 0,-1 1-122,1-1 1,2 2 0,1 1-1,-1 2 39,-4-2 0,10 4 0,-4 1 0</inkml:trace>
  <inkml:trace contextRef="#ctx0" brushRef="#br0">21749 11338 8044,'-9'-9'-486,"0"2"150,-1 1 0,0 0 1,0 3 378,1-1 1,0 0 82,-4 4 1,0 0-1,0 1 12,0 3 0,4-1 1,0 6 1,-1 1 0,3 2 1,-1 1-1,3 0 5,2 0 0,1 1 1,2-1-1,0 0-114,0 0 0,2 0 0,2 2 0,5 1 15,2 1 0,7 1 0,-1-5 0,1 0-60,1 0 1,-3-1-1,4-2 1,-1-3 6,-3-1 0,-5 4 1,-3-2-1,1 1-7,-2-1 1,-1 1 0,-7 3 0,-4-2-21,-3-1 1,-5-1 0,-5 6 0,-4-1-52,-3 0 1,-5 0 0,-2 0 0,0 0-127,-1 0 1,7-4 0,6-1-852,1-3 1062,1 0 0,11 1 0,1 1 0</inkml:trace>
  <inkml:trace contextRef="#ctx0" brushRef="#br0">21933 11601 7748,'0'9'-1195,"1"-2"1186,4-1 1,2-2 0,6-4 0,0-1 168,0-4 1,5 4 0,-1-5-1,1 2-54,1-1 1,-3-4 0,4 4 0,-1-1-42,-3 0 1,3-3-1,-1 5 1,-2 1 10,-2 1 0,0 2 1,-1 0-105,0 0 1,0 0 0,-1 2-10,-4 2 0,-2 4 1,-6 5-1,0 0-2,0 0 0,-6 0 0,-1 0 1,-2 0 27,1 0 0,5 1 0,-3-1 0,1 0 8,1 0 0,0 0 1,5-1 2,4-3 0,2 1 0,6-6 0,2 1 15,2 0 0,-2-3 0,2 4 1,-2-2 48,-2 0 0,0 7 0,-1-3 15,-4 4 1,-2 3-1,-7 1 1,-4 3-10,-3 1 0,-10 2 1,-2 4-1,-2-1-59,0-3 0,0 3 1,-4-3-1,0 1-121,-1-1 0,7-3 0,2-7 0,4-2-941,1-1 1051,0-6 0,5 2 0,2-5 0</inkml:trace>
  <inkml:trace contextRef="#ctx0" brushRef="#br0">22524 11719 7208,'6'-7'-339,"2"-3"1,10 5 0,4 2 310,3 2 1,5 1-1,1 0 1,0 0 117,1 0 1,-3-5 0,4 1 0,-1 0-101,-2-2 0,-3 3 0,-2-6 0,-1 0 10,-3 2 0,-5-5 0,3 5 0</inkml:trace>
  <inkml:trace contextRef="#ctx0" brushRef="#br0">22826 11575 7941,'0'13'0,"0"1"94,0 4 1,4-4-1,2 5 1,0-1 232,0-1 0,4 5 1,-1-3-1,2 2-167,3 2 1,-6 2 0,1 1 0,0 0-424,-2 1 1,5-1 0,-5-1 0,2-2-483,0-1 745,-1-6 0,5 9 0,1-5 0</inkml:trace>
  <inkml:trace contextRef="#ctx0" brushRef="#br0">17940 12796 8230,'-25'5'-369,"4"-1"1,-4 5 0,4-3 0,-1 1 482,1 3 1,4 2 0,1 1 120,6 0 1,4 0-1,8 0-123,2 1 1,5-1 0,7 0-1,3 0-54,1 0 0,2 0 1,5 0-1,-3 2-3,-2 3 0,2-4 0,-7 4 0,-2-2-54,-5 1 0,0-2 0,-5 4 1,-3 0 60,0 3 1,-12-2 0,-5 1 0,-5-1 36,-8 0 1,-4 1 0,-6 1-1,1-5-44,2-2 1,2-2-1,-2-1 1,4-4-395,3-3 0,9-7-429,6-6 1,18-1 767,12-9 0,12-2 0,5-1 0</inkml:trace>
  <inkml:trace contextRef="#ctx0" brushRef="#br0">18216 13164 8110,'-13'0'-38,"0"0"0,4 0 1,0 0 123,-1 0 1,3 0-1,-1 2 28,3 2 0,0 5 0,5 8 0,0 5 12,0 3 0,0 1 0,0 2 0,2 1-76,2 2 1,3 0-1,6-5 1,2-1 9,3-3 0,-2-3 0,6-8 0,-1-2-214,0-5 0,2-2 0,-5-2 1,-2 0-31,-2 0 1,-2-6-1,-2-3 1,-2-2 130,-3-3 1,-2 3-1,-7 0 1,-6 3 53,-6-2 0,0-1 0,-5 3 0,1 3-38,-1 4 1,1 1-1,-2 0 1,3 0-146,0 0 0,4 6 1,-1 2 181,6 4 0,-1 1 0,3 0 0</inkml:trace>
  <inkml:trace contextRef="#ctx0" brushRef="#br0">15655 14741 8123,'-15'0'0,"-1"0"0,-1-2 4,1-2 0,3 1-392,4-6 1,10 5-1,11-3 388,4 1 0,13-4 0,-1 2 0</inkml:trace>
  <inkml:trace contextRef="#ctx0" brushRef="#br0">15655 14912 8123,'-17'8'0,"-1"0"-615,2-3 0,1 1 397,2-1 0,7-4 0,6 4 0,9-4 237,7-1-19,5-6 0,5-1 0,0-6 0</inkml:trace>
  <inkml:trace contextRef="#ctx0" brushRef="#br0">17126 14452 8096,'-26'0'-67,"-1"0"1,6-2-1,-1-1 1,0-1 138,1 1 1,-2 3 0,5 4 0,2 5-191,2 3 1,1 2-1,1 3 1,2 0 153,1-1 0,6 5 0,-1-1 0,4 0 48,4-2 1,5 1 0,7-2 0,4-1-62,5-1 0,-1-2 0,6 0 1,-2 0-36,-2 1 1,0-1 0,-1 0 0,-3-1-26,-4-4 1,-4 4-1,-1-3 30,0 2 1,-5 3-1,-5-1 32,-6 0 0,-6 0 0,-7-1 0,-3-2-12,-1-1 0,-2-5 1,-5 3-1,1-1-158,0-3 1,5 0-1,2 0-578,1 1-212,3 1 935,2-5 0,13-6 0,7-1 0</inkml:trace>
  <inkml:trace contextRef="#ctx0" brushRef="#br0">17310 14925 7323,'-5'-9'-132,"1"0"0,0 5 190,4-5 0,4 5 0,2-4 0,1 1-64,3 0 0,2 4 0,1-2-10,0 4 0,0 1-6,1 0 1,-1 0-1,-2 1-52,-2 4 1,-3 2 0,-6 6 57,0 0 0,4-4 0,1 0 0,-2 1 17,-2 2 1,4-3-1,0-2 1,1 0 5,0 0 0,4-4 0,-2 3 0,0-1 9,1-1 1,0 0 0,3-2 0,-2 1 97,-2 1 1,0 2 62,1-2 0,-4 4-117,-5 5 0,-1 0 1,-3-1-1,-5-2-55,-3-1 0,-1-5 0,0 5-193,0 1 0,0-4-407,-1-2 595,7-2 0,-5-2 0,5 0 0</inkml:trace>
  <inkml:trace contextRef="#ctx0" brushRef="#br0">17861 14478 7723,'-11'-1'-456,"2"-4"0,-3 4 0,4-4 500,-4 4 1,-1 1 0,0 1 61,-1 4 0,1-2 0,0 5 0,0 3-31,0 0 0,4 1 0,2-2 0,1-1-7,3 1 0,2 2 1,1 1-1,1 0-41,4 0 1,2 0 0,7-1 0,4-2-37,4-1 0,-2-2 1,2 4-1,1-4-20,2-1 0,-4 2 1,-4-2-1,-2 0 7,-2 0 1,0 4 6,0-1 0,-7 3 1,-4 1-30,-5 0 0,-12-4 0,2-1 0,-3 1-110,-3-2 0,3 4 0,-5-5 0,2-1 154,3 1 0,-4 4 0,-1-2 0</inkml:trace>
  <inkml:trace contextRef="#ctx0" brushRef="#br0">18072 14688 7948,'0'13'-503,"0"0"306,0 1 0,0-1 1,0 1-1,0 2 292,0 2 1,0 4 0,0-3 0,-2 0 41,-2 0 0,2 3 0,-2-5 0,1-1 69,-1-1 1,2-2 0,-2 0-193,2 0 1,4-5-139,2-4 1,3-8-1,7-5 1,-1-3-378,0-1 0,6-5 501,3 1 0,2-6 0,3 2 0</inkml:trace>
  <inkml:trace contextRef="#ctx0" brushRef="#br0">18334 14465 7698,'-13'4'-552,"0"1"0,0 0 488,0 0 0,1 2 154,3 6 0,5-1 0,8-2 0,4-1 7,-1 1 1,6 2 0,-1 1 0,4 0-18,0 0 0,3 0 1,-2 1-1,1 0-47,1 4 1,-6-4 0,1 4 0,-3-2 18,-1 1 1,-4-2 0,-2 2-1,-2-2-52,-2-2 1,-2 0 0,-2 0 0,-5 1-32,-3-1 0,-1-2 0,0-2 0,0-3-460,0 0 1,0-5 490,-1 4 0,7-4 0,1-1 0</inkml:trace>
  <inkml:trace contextRef="#ctx0" brushRef="#br0">18610 14714 7948,'-13'0'-119,"6"0"160,1 0 1,7 5 0,2 1 0,3 1-208,1 3 1,-2 2 0,2 2 0,0 3-318,1 0 483,-6 1 0,10 1 0,-5 1 0</inkml:trace>
  <inkml:trace contextRef="#ctx0" brushRef="#br0">18952 14412 8010,'-14'0'-177,"1"0"1,0 0 32,0 0 0,0 0 186,0 0-36,0 0 0,1 6 36,3 3 0,3 3 0,6 1-20,0 0 1,6-4 0,1-1 0,2 1-1,0-2 0,0 5 1,5-3-1,2 3 16,2 1 1,-1 0 0,-4 0-1,-1 0 19,-3 0 0,1 0 0,-4 1 0,0 0 19,0 4 0,-2-4 1,-4 4-1,0-4-13,0-1 1,-4 5 0,-2 0-1,-1-2-65,-4-2 0,0-5 1,-2 0-1,-1-1-109,1 0 1,0-2-1,0-6-465,0 0 1,6-2 285,2-2 1,4-4 0,2-6 0,4-2 289,3-2 0,10-5 0,2 2 0</inkml:trace>
  <inkml:trace contextRef="#ctx0" brushRef="#br0">19122 14623 7966,'13'7'-694,"1"0"506,-1-3 1,0-2-1,-2 4 306,-2 0 0,-2-5 0,-2 3 240,4-2-99,-4-2 1,1-2-135,-6-2 1,-6 3-1,-2-4 1,-5 4-35,-5 1 1,2 0-1,-4 0 1,1 0-192,3 0 1,-3 1 0,1 2-1,2 3-132,1 1 0,4-2 0,1 2 232,1-1 0,0 4 0,-4-3 0</inkml:trace>
  <inkml:trace contextRef="#ctx0" brushRef="#br0">18360 14150 8017,'-26'7'0,"0"-3"-120,0-2 1,1-2 0,2 1 0,2 2 17,2 1 0,-3 1 0,5-4 1,1 2-136,1 2 0,2 0-220,0 0 457,0-4 0,0 11 0,-1-5 0</inkml:trace>
  <inkml:trace contextRef="#ctx0" brushRef="#br0">17796 14163 7925,'-24'0'0,"1"0"-185,0 0 1,-5 0 0,6 0 0,-1 0 112,1 0 1,-3 0 0,3 0 0,-3 1 141,-1 4 0,0-4 0,0 3 0,-1-1-30,1 2 0,0-4 1,1 4-1,2-4-178,1-1 0,6 4 0,-2 1 138,4-2 0,0 4 0,1 0 0</inkml:trace>
  <inkml:trace contextRef="#ctx0" brushRef="#br0">17087 14123 8051,'-33'-6'-154,"10"1"0,-3-6 1,1 4-74,0 1 1,-1 2-1,1 4 1,2 0 268,1 0 0,0 0 0,-4 0 0,-2 0 10,-3 0 1,4 4 0,-4 1 0,3-1-43,2 2 0,0-3 0,1 4 1,3-1-304,5-3 293,2 4 0,-4 0 0,-1 7 0</inkml:trace>
  <inkml:trace contextRef="#ctx0" brushRef="#br0">19451 14491 7718,'-8'-9'-254,"4"1"1,4 3 0,4-2 0,6 0 323,7-1 0,-1 5 0,5-2 0,1 0-59,-1 1 1,4-5 0,-4 5 0,3-1-18,-2-1 0,3 4 1,-5-6-1,2 1-33,0 0 0,-6 4 0,1-3 0,-2 2-269,-2-1 1,-1-5-26,-4 1 333,-2 3 0,0-5 0,1 3 0</inkml:trace>
  <inkml:trace contextRef="#ctx0" brushRef="#br0">19582 14294 7927,'-13'0'-195,"0"2"353,0 2 1,5-1-151,4 6 1,2-5 0,2 5 0,2 1-41,2 2 0,4 1 0,5 1 0,0 2-50,0 2 0,0 4 0,0-3 0,-1 1-255,-3 4 1,2-5 336,-2-2 0,3 4 0,1-1 0</inkml:trace>
  <inkml:trace contextRef="#ctx0" brushRef="#br0">20514 14150 7860,'-13'0'-424,"0"-2"234,0-2 1,0 2 247,0-2 0,4 2 1,0 2 59,-1 0 0,3 0-26,-2 0 1,6 6-72,-1 3 1,2 3-1,2 1 1,0 0-12,0 0 1,6 0 0,3 0-1,1 1 6,-1-1 0,2 4 1,-2 2-1,3 0 12,1 0 1,0 3 0,0-3 0,0 0-2,1 0 1,-3 3 0,-1-3-1,-2 0 15,-2 0 0,-2-2 0,-4-2 0,0 1-6,0 1 0,0-3 1,-2-6-1,-2 3-41,-5 0 1,-2-2 0,-2-2 0,-2-1-79,-3-3 0,4-1 0,-4-2-231,4 0 1,1 0 313,-1 0 0,1 0 0,0 0 0</inkml:trace>
  <inkml:trace contextRef="#ctx0" brushRef="#br0">20698 14570 7890,'2'-12'-628,"2"4"546,5 3 1,-2 4-1,2 1 48,1 0 1,2 0 23,1 0 0,0 6 0,-1 2 0,-2 3 35,-1-3 0,-1 4 0,6-3 0,-1 2 23,0 3 1,-4-1 0,-1 1 0,3 2 17,0 2 0,-3-1 1,-4-4-1,-3 1 31,-1-1 0,0 0 0,0 0 0,-1 0-16,-3 0 0,-5 0 1,-7 1-1,-2-1-37,2 0 0,-3-4 0,2-1 0,1 1-203,1-2 0,-2 5 0,-1-5-926,2 1 1085,7-2 0,3-12 0,6-2 0</inkml:trace>
  <inkml:trace contextRef="#ctx0" brushRef="#br0">21119 14294 7949,'5'-20'-57,"1"-1"0,4 5 0,1-1-217,3 1 0,1 1 1,5 2-1,1 1 186,-1 3 0,-2-1 0,2 6 0,-1 1 114,-3 1 1,-6 2-1,-2 2-8,-3 2 1,0 8 0,-5 5 0,-2 1 48,-2 1 0,-8 0 0,-5 4 0,-1-1 92,-1 2 1,3-4-1,-4 2 1,1 1-21,3 2 0,1-3 1,2-2-1,1-1-30,4-3 1,-3 0 0,7 1-74,1 0 0,3-1 0,6-7 0,7-5-79,8-2 0,3-2 0,3 0 0,-1 0 47,0 0 1,0 0 0,1 0 0,-1 0 12,0 0 0,-5 4 0,-4 0 1,-2 1 16,-2 1 0,-6 1 0,-2 6 21,-4 0 0,-7 0 0,-3 1 0,-4-1-49,-4 0 1,1 0 0,-6 0 0,-2 2-166,0 2 0,-1-4 0,1 2 0,4-5-218,1 0 0,-3-2 0,5-1-560,1-1 937,7-2 0,3-4 0,6 0 0</inkml:trace>
  <inkml:trace contextRef="#ctx0" brushRef="#br0">21526 14623 7916,'0'13'-928,"0"0"946,0 0 0,1 0 0,2 0 1,1 0 72,-1 0 1,-1 1-1,-2 0 1,0 2 32,0 2 0,4-1 0,1-2 0,-3 1-15,0 1 0,2-3 1,1-6-1,-1 1-21,2-2 1,-3-1 0,6-6-144,1 0 1,1-1 0,3-5 0,0-6-325,4-4 0,-2-3 379,6 2 0,0-4 0,4-5 0</inkml:trace>
  <inkml:trace contextRef="#ctx0" brushRef="#br0">21893 14255 7826,'-33'1'0,"2"2"-92,3 1 1,8 5-1,4-3 1,6 1 30,5 4 0,4 0 0,2 4 0,5 1 160,7 1 1,2 2 0,8-3 0,4 3-79,2 2 0,3-5 0,-2 3 0,4-2-30,0 1 1,-2-1-1,-7-3 1,-4-1 2,-3 0 1,-3 0 0,-4 0-42,-2 0 0,-11-1 0,-11-2 0,-7-1-99,-5 1 0,-1-3 0,0 2 0,-2 0-182,-3-2 1,8 5 327,-3-3 0,-4-3 0,-3-1 0</inkml:trace>
  <inkml:trace contextRef="#ctx0" brushRef="#br0">22235 14596 7826,'0'13'11,"0"1"1,4 3 0,1 2-1,-2 1 42,-2 4 0,-1 1 1,1 1-1,2 0-205,2 0 1,-1 1 0,-2-1 0,0 0-291,3 1 1,1-6 441,-2 1 0,3-6 0,7 3 0</inkml:trace>
  <inkml:trace contextRef="#ctx0" brushRef="#br0">22406 14294 7876,'-14'0'-304,"1"0"152,0 0 0,0 0 1,1 2-1,2 0 157,1 3 0,6 5 0,-1-1 45,3 2 0,6 3 1,4-1-1,4 1-35,5 4 1,-2-4 0,6 4 0,1-3 124,2-2 1,1 4-1,1 1 1,-1-2 114,0-2 1,-6-5 0,-2 0-1,-5 1-176,-4 2 1,-3 1 0,-6 2-1,-2 1-101,-2 1 0,-8 1 0,-8-4 0,-4 2-132,-3 2 0,-2 1 0,1-3 0,-1 1-425,-2-1 1,5-2-1,5-6 579,2-3 0,-4 2 0,3 0 0</inkml:trace>
  <inkml:trace contextRef="#ctx0" brushRef="#br0">22655 14623 7876,'13'7'11,"-1"4"1,-2-2 0,-1 1 65,1-1 0,2 3 1,1-3-1,0 2-73,0 2 0,0-1 0,0-2 1,1-2 176,-1-2 1,0-2 0,0-4-52,0 0 1,-1-6 0,-3-3 0,-5-2 21,-3-3 0,-1-3 0,0-2 0,0 0-93,0 0 1,-7 0-1,-5 3 1,-4 0-32,0 4 0,2-1 0,1 6 0,-2 0-240,-3 2 0,4 4 1,-4 2-1,4 4-444,1 3 0,1 5 656,3 5 0,-2 2 0,3 7 0</inkml:trace>
  <inkml:trace contextRef="#ctx0" brushRef="#br0">21604 13939 7805,'0'-13'-1067,"0"4"1006,0 1 0,6 0 0,3-2 134,3 1 0,2 5 0,2-3 0,3-1-48,2 1 0,-4 3 0,5-4 1,2 3-323,0 2 1,3-3 296,-1 1 0,6-5 0,2 3 0</inkml:trace>
  <inkml:trace contextRef="#ctx0" brushRef="#br0">22274 13847 7890,'13'0'24,"1"0"1,-1-1 1,0-3 1,0 2 0,0-4 0,0 2-138,0-1 1,0-3-1,2 2 1,1-1-12,2-4 1,-1 4 0,-2 0 0,1-1 121,1 1 0,7-2 0,-4-4 0</inkml:trace>
  <inkml:trace contextRef="#ctx0" brushRef="#br0">20488 13926 7903,'0'-13'109,"0"0"-91,0 0 0,4 4 0,2 2 0,2-1-88,2 1 0,3 4 0,3-3 1,3 2-127,1 0 0,2-2 196,5 1 0,5 4 0,1-5 0</inkml:trace>
  <inkml:trace contextRef="#ctx0" brushRef="#br0">23207 14255 8012,'-13'0'-176,"4"0"0,0-2-187,-1-2 1,0 1 500,1-6 1,3 5-6,6-5 0,4 5 1,2-4-1,2 2-32,2 4 1,3-1-1,3 0 1,1-2-71,0 2 1,-1 1 0,0-1 0,1-2-35,-1 2 1,3 0 0,-1 0 0,-1-1-158,2 1 0,-4 2 0,4 1 0,-2 0-239,1 0 1,-1-5 398,-4 1 0,6 0 0,2 4 0</inkml:trace>
  <inkml:trace contextRef="#ctx0" brushRef="#br0">23325 14071 7547,'-13'0'-204,"4"0"0,2 1 604,1 4 1,2 2-1,4 6 1,0 2-316,0 2 0,0-1 0,0 6 0,1 3-191,3 4 0,-1-1 1,6 4-1,1-1-109,2-1 0,-3 2 0,-1-4 0,1 0 215,-2-3 0,5-2 0,-5 3 0</inkml:trace>
  <inkml:trace contextRef="#ctx0" brushRef="#br0">17861 16619 7848,'0'-13'-353,"0"0"0,-4 0 1,-2 0 299,-1 0 1,3 5 0,-5 4 218,-1 3 1,-2 1 0,-1 0-136,0 0 0,-1 5 1,1 6-1,0 3-33,0 4 1,0 1 0,1-2 0,4 4 34,3-1 1,4 4 0,1-7 0,0-1 12,0-1 0,6-2 0,2 0 0,5 0-26,5 0 1,-2-4 0,6-2 0,0 1-16,-2-1 1,4-3 0,-7 4 0,-1-1-18,-1 0 0,-8 2 0,-3 4 0,-2 0-3,-2 0 1,-3 2 0,-6 1 0,-8 3 40,-7 1 1,-6 1 0,-2 2-1,-2-2-33,-3-2 0,4-2 1,-1-4-1,4 0-227,5 1-67,4-7 1,21-3 0,9-8 300,10-5 0,12-8 0,2-4 0</inkml:trace>
  <inkml:trace contextRef="#ctx0" brushRef="#br0">18019 16817 7532,'1'-8'-44,"4"4"1,-2 2 0,6 2 5,1 0 0,-3 6 1,0 3-1,1 1 26,-1-1 0,-4 3 0,3-4 0,-2 6-12,0 3 1,2-2 0,-3 2-1,2-2 1,-2-2 1,4 0 0,2 0 13,2 0 0,-2-1 0,-2-2 0,1-2 18,-1-3 0,2 6-1,4-3 0,-2 4 0,-2 1 23,-4 0 0,-4 0 0,-1 1 1,-1-1-27,-4 0 0,-2 0 0,-5 0 0,2-1-39,1-3 0,0 2 0,-4-2-253,0 3 0,4-5 287,1-3 0,-1-2 0,-4-2 0</inkml:trace>
  <inkml:trace contextRef="#ctx0" brushRef="#br0">18492 16541 8039,'-25'0'4,"2"1"0,2 2 60,2 1 1,-3 5 0,5-3 0,2 1-203,5 4 0,4 0 1,6 2-1,0 0 130,0 1 0,6-6 1,4 1-1,5 1-3,2 2 1,7 0-1,-4-2 1,2-1-2,0 1 1,-5 2-1,4 1 1,-2 0-32,-3 0 0,-7 0 0,-4-1 1,0-1 23,-1 3 1,1-4-1,-7 7 1,-2-2-52,-5-2 0,-3 5 0,-1-1 1,-1-1-120,-4-1 0,4-2 0,-4 0-304,3 0 493,8-5 0,-5 3 0,5-4 0</inkml:trace>
  <inkml:trace contextRef="#ctx0" brushRef="#br0">18702 16790 7923,'6'-7'-256,"-3"1"0,4 8 1,-1 3 323,-3 9 0,-2 0 0,-1 8 0,0 1-12,0 2 1,0-3 0,0 0-1,0 1-3,0 2 1,0-4 0,0-4 0,0-2-46,0-2 1,6-1-122,3-4 1,2-3 0,3-11 0,0-6-259,4-4 0,-2-7 371,6 1 0,0-9 0,4-2 0</inkml:trace>
  <inkml:trace contextRef="#ctx0" brushRef="#br0">19214 16344 8039,'-20'0'0,"1"0"57,0 0 0,3 1 1,-5 2-1,2 3 38,3 1 0,2 3 1,1 6-1,1 2-21,3-2 0,3 4 1,6 1-1,0 1-92,0 0 1,8-5 0,3 5 0,7 0-42,2-2 0,2 1 0,4-5 1,1 1-12,-1-1 1,0 3 0,-1-1-1,-5-2 34,-6-1 0,-3 2 1,-6 1-1,-2-2 17,-2-2 1,-4 4 0,-4-1 0,-8 1-52,-4 1 1,-6-5-1,-2 4 1,2-3-167,0-2 0,2-2 0,-1 0-528,2-3 764,12-5 0,-1-3 0,11-7 0</inkml:trace>
  <inkml:trace contextRef="#ctx0" brushRef="#br0">19464 16698 7744,'7'6'-246,"-1"-3"1,-5 6 284,4 1 0,-4 3 1,4 5-1,-4 2 28,-1 1 1,0 3-1,0 0 1,0 3-191,0 4 1,0 0 0,0-6 0,0-2-294,0-1 0,0-6 416,0 1 0,6-2 0,1-2 0</inkml:trace>
  <inkml:trace contextRef="#ctx0" brushRef="#br0">19726 16725 8009,'-5'13'-6,"3"-5"1,-4 1 0,2 1-55,-1 2 1,1 6-1,4 1 1,2 1 152,2 3 1,2 1-1,4-1 1,-1-1-68,1 1 1,2-4 0,1-3 0,0-4-75,0-3 1,0-6-1,0 1 1,0-2-8,1-2 0,-1-8 1,-2-3-30,-2-5 0,1-2 0,-5 3 1,-2-1 58,-2-1 0,-1-1 1,0 5-1,0 0 98,0 0 1,0-2 0,-1-1 36,-4-1 0,2-1 0,-5 5 48,-3 0 1,0 0-1,-2 1-84,-1 3 1,1 4-221,0 5 0,4 0-95,1 0 1,5 1-1,-2 3 241,4 5 0,1 3 0,0 1 0</inkml:trace>
  <inkml:trace contextRef="#ctx0" brushRef="#br0">19818 16370 8091,'-32'6'109,"9"-3"1,-3 5-1,2 3-5,4 0 1,-1 4-1,7 1 1,1 3-140,5 1 1,5 2-1,3 5 1,2 0 36,2 4 1,5-8-1,9 4 1,3-3-82,4 1 0,2-3 0,-1-1 0,0-1-50,0 0 0,-5-4 0,-4 2 0,-1-3 96,2-2 1,-9 4 0,-1 1 0,-5-2 45,-3-2 1,0 0 0,-3-1-1,-4 0 46,-6 0 1,-3-4 0,1-1 0,-1 1-57,-1-1 1,-1-1 0,5-4 0,0 1-81,0-1 1,5-3-1,4-4 1,3-5-113,1-3 0,0-2 0,1-4 0,5-2 64,7-1 1,0-4 0,6 5-1,-1 0 93,-1 2 0,5 3 1,-3 2-1,0 0 149,0 0 0,0 6 0,-3 2 0,3 4 104,1 1 1,-4 3 0,3 4 0,-1 6-89,-1 2 1,1 1 0,-5 0 0,0 1-53,0 0 0,1-9 1,-1-2-1,0-2-82,0 1 1,-4-1 0,-2-5 0,0-4 55,1-3 1,-6-4-1,3-1 1,-4 0 127,-1 0 0,-6-2 1,-2-1-1,-5-2-49,-5 2 1,-2 6 0,-5 3 0,1 1-195,3 3 1,3 2-1,-2 2 1,1 3-116,3 5 1,1 4 0,3 3 174,4 2 0,-4 5 0,5-2 0</inkml:trace>
  <inkml:trace contextRef="#ctx0" brushRef="#br0">18124 16173 7502,'13'0'-408,"0"0"0,0 0 312,1 0 1,5-5 0,4 0 0,5-1-267,2 0 362,7-4 0,2-3 0,8-8 0</inkml:trace>
  <inkml:trace contextRef="#ctx0" brushRef="#br0">18794 16028 7342,'9'0'-170,"-1"0"1,1-4 0,6-2 0,1-1 78,1-3 1,7 2-1,-2-1 1,2-1-402,3-1 492,-1 3 0,6-9 0,2 2 0</inkml:trace>
  <inkml:trace contextRef="#ctx0" brushRef="#br0">19424 15989 7944,'9'-6'0,"0"-1"-12,1-1 1,2-2 0,1 6-1,1-1-344,4 0 1,1-1 0,4-4 0,1 1 355,3-1 0,0-2 0,5-1 0</inkml:trace>
  <inkml:trace contextRef="#ctx0" brushRef="#br0">20725 16449 7965,'13'0'-710,"0"0"510,0 0 1,0 0 0,0 0 0,0 0 163,0 0 0,5-5 0,1-1 0,1 1 27,4-1 0,-1-4 0,0 1 0,-1-3-76,2-1 1,-4 1 0,0 2 0,-1 1 84,-2-1 0,-3-7 0,-1-4 0</inkml:trace>
  <inkml:trace contextRef="#ctx0" brushRef="#br0">20816 16265 7965,'-1'13'-9,"-2"0"130,-1 0 1,-1 2-1,7 1-291,2 1 1,3 2 0,8-1 0,1 4 123,2 3 1,3 1-1,-2-1 1,2-2 145,2-1-100,-4 0 0,6 4 0,-5 0 0</inkml:trace>
  <inkml:trace contextRef="#ctx0" brushRef="#br0">18991 15976 8392,'7'-13'-622,"0"1"0,-4 2 0,3 1 528,2-1 1,-4-1 0,3 1 0,1 3 232,-1 1 0,-4 0 171,1 2-249,-2 2 0,-4-2 0,-2 7 0,-5 3-34,-3 1 0,-1-2 0,0 3 1,0 1 11,0-2 0,0 4 0,0-6 0,-1 1 18,1 0 0,0 0 0,0-3 37,0 1 1,4 1 44,0-5-101,6 0 0,-1 0 0,8 0-30,5 0 0,3 0 1,1 0-1,0 0-12,0 0 1,-4 5 0,-2 4 0,-1 3-64,-3 1 1,-2 0 0,-1 0 0,0 0 3,0 1 1,0-1 0,0 0 42,0 0 0,-5-6 36,-4-2 0,-1-5 1,1-5-1,5-3 18,2-4 0,2-3 1,0-1-1,0-1 15,0 1 0,0-3 0,2 1 0,0 2-13,3 1 0,5 2-55,-1 0 0,1 4 0,0 2-141,-1 1 0,-6 8 1,3 8 159,0 6 0,-5 4 0,5 7 0</inkml:trace>
  <inkml:trace contextRef="#ctx0" brushRef="#br0">19582 16068 7975,'-13'6'-428,"4"-5"0,2 5 340,1 0 0,-3-3 1,3 4-1,0 0 96,1 0 1,-6-2 0,3 2 27,-4-1 0,-1 3 1,0-5 0,0-1 1,-1-1-1,3-4-6,2-2 1,3-4 0,6-5 0,0 0 20,0 0 0,2-5 0,3 1 0,7 1 6,4 1 0,2 2 0,-5 0 0,0 0-6,0 0 1,0 5 0,0 3-46,1-1 0,-1 4-19,0-2 1,-6 8 0,-3 5 9,-2 3 1,-6 1-1,-2-1 1,-2-2 140,-2-1 1,3-7-109,-2 3 1,6-5-1,-1-5 1,2-3-49,2-4 1,0-1 0,2 0 0,2 0-581,5-1 597,3 1 0,7 0 0,1 0 0</inkml:trace>
  <inkml:trace contextRef="#ctx0" brushRef="#br0">17218 16357 13972,'0'-13'-305,"0"-1"1,0 1-1,0 0 406,0 0 1,6 0 0,2 0-1,4 0-14,1-1 0,0 3 1,2 1-1,1 1-152,2-1 1,3 4-1,-3 0 1,-2 2-95,-1-1 0,-2 1 1,0 4 114,0 0 0,6 0 0,1 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BED222F-2B8C-4AAA-A3D6-2FE0C5492DC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ltLang="en-US"/>
          </a:p>
        </p:txBody>
      </p:sp>
      <p:sp>
        <p:nvSpPr>
          <p:cNvPr id="15363" name="Rectangle 3">
            <a:extLst>
              <a:ext uri="{FF2B5EF4-FFF2-40B4-BE49-F238E27FC236}">
                <a16:creationId xmlns:a16="http://schemas.microsoft.com/office/drawing/2014/main" id="{B6091046-9C14-4976-8768-ACF93FAA86E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fld id="{73878879-9B2F-4C62-8037-9AC62C947702}" type="datetimeFigureOut">
              <a:rPr lang="en-US" altLang="en-US"/>
              <a:pPr>
                <a:defRPr/>
              </a:pPr>
              <a:t>10/6/25</a:t>
            </a:fld>
            <a:endParaRPr lang="en-US" altLang="en-US"/>
          </a:p>
        </p:txBody>
      </p:sp>
      <p:sp>
        <p:nvSpPr>
          <p:cNvPr id="2052" name="Rectangle 4">
            <a:extLst>
              <a:ext uri="{FF2B5EF4-FFF2-40B4-BE49-F238E27FC236}">
                <a16:creationId xmlns:a16="http://schemas.microsoft.com/office/drawing/2014/main" id="{61D28806-A4A4-4A64-8CA6-E969FBF00F1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5" name="Rectangle 5">
            <a:extLst>
              <a:ext uri="{FF2B5EF4-FFF2-40B4-BE49-F238E27FC236}">
                <a16:creationId xmlns:a16="http://schemas.microsoft.com/office/drawing/2014/main" id="{71D467E2-A210-4A85-A20E-72517507AFC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a:extLst>
              <a:ext uri="{FF2B5EF4-FFF2-40B4-BE49-F238E27FC236}">
                <a16:creationId xmlns:a16="http://schemas.microsoft.com/office/drawing/2014/main" id="{B27EE1E1-2729-4010-B853-E08088DC5B8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ltLang="en-US"/>
          </a:p>
        </p:txBody>
      </p:sp>
      <p:sp>
        <p:nvSpPr>
          <p:cNvPr id="15367" name="Rectangle 7">
            <a:extLst>
              <a:ext uri="{FF2B5EF4-FFF2-40B4-BE49-F238E27FC236}">
                <a16:creationId xmlns:a16="http://schemas.microsoft.com/office/drawing/2014/main" id="{420F0304-1FB5-497D-B2BE-F5ADDDC21A2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7AAAF25E-330B-4A1D-8F00-D2A89BEECF8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D48CEC3-30D2-495C-9BB1-17239A124D1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Morgan Kaufmann Publishers</a:t>
            </a:r>
          </a:p>
        </p:txBody>
      </p:sp>
      <p:sp>
        <p:nvSpPr>
          <p:cNvPr id="5123" name="Rectangle 3">
            <a:extLst>
              <a:ext uri="{FF2B5EF4-FFF2-40B4-BE49-F238E27FC236}">
                <a16:creationId xmlns:a16="http://schemas.microsoft.com/office/drawing/2014/main" id="{53D18AE8-2A01-4DEA-ACF5-33893D2D0BE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0D1914-6E01-4877-864D-395BE3C3BFCF}" type="datetime3">
              <a:rPr lang="en-AU" altLang="en-US" smtClean="0">
                <a:latin typeface="Times New Roman" panose="02020603050405020304" pitchFamily="18" charset="0"/>
              </a:rPr>
              <a:pPr>
                <a:spcBef>
                  <a:spcPct val="0"/>
                </a:spcBef>
              </a:pPr>
              <a:t>6 October, 2025</a:t>
            </a:fld>
            <a:endParaRPr lang="en-AU" altLang="en-US">
              <a:latin typeface="Times New Roman" panose="02020603050405020304" pitchFamily="18" charset="0"/>
            </a:endParaRPr>
          </a:p>
        </p:txBody>
      </p:sp>
      <p:sp>
        <p:nvSpPr>
          <p:cNvPr id="5124" name="Rectangle 6">
            <a:extLst>
              <a:ext uri="{FF2B5EF4-FFF2-40B4-BE49-F238E27FC236}">
                <a16:creationId xmlns:a16="http://schemas.microsoft.com/office/drawing/2014/main" id="{A1C0816E-5A6A-469E-91B9-C6338455EC5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r>
              <a:rPr lang="en-AU" altLang="en-US">
                <a:latin typeface="Times New Roman" panose="02020603050405020304" pitchFamily="18" charset="0"/>
              </a:rPr>
              <a:t>Chapter 4 — The Processor</a:t>
            </a:r>
          </a:p>
        </p:txBody>
      </p:sp>
      <p:sp>
        <p:nvSpPr>
          <p:cNvPr id="5125" name="Rectangle 7">
            <a:extLst>
              <a:ext uri="{FF2B5EF4-FFF2-40B4-BE49-F238E27FC236}">
                <a16:creationId xmlns:a16="http://schemas.microsoft.com/office/drawing/2014/main" id="{DDCF8F44-1F5F-4F4E-AEBB-23D72983E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01675" indent="-269875">
              <a:spcBef>
                <a:spcPct val="30000"/>
              </a:spcBef>
              <a:defRPr sz="1200">
                <a:solidFill>
                  <a:schemeClr val="tx1"/>
                </a:solidFill>
                <a:latin typeface="Calibri" panose="020F0502020204030204" pitchFamily="34" charset="0"/>
              </a:defRPr>
            </a:lvl2pPr>
            <a:lvl3pPr marL="1081088" indent="-215900">
              <a:spcBef>
                <a:spcPct val="30000"/>
              </a:spcBef>
              <a:defRPr sz="1200">
                <a:solidFill>
                  <a:schemeClr val="tx1"/>
                </a:solidFill>
                <a:latin typeface="Calibri" panose="020F0502020204030204" pitchFamily="34" charset="0"/>
              </a:defRPr>
            </a:lvl3pPr>
            <a:lvl4pPr marL="1512888" indent="-215900">
              <a:spcBef>
                <a:spcPct val="30000"/>
              </a:spcBef>
              <a:defRPr sz="1200">
                <a:solidFill>
                  <a:schemeClr val="tx1"/>
                </a:solidFill>
                <a:latin typeface="Calibri" panose="020F0502020204030204" pitchFamily="34" charset="0"/>
              </a:defRPr>
            </a:lvl4pPr>
            <a:lvl5pPr marL="1944688" indent="-215900">
              <a:spcBef>
                <a:spcPct val="30000"/>
              </a:spcBef>
              <a:defRPr sz="1200">
                <a:solidFill>
                  <a:schemeClr val="tx1"/>
                </a:solidFill>
                <a:latin typeface="Calibri" panose="020F0502020204030204" pitchFamily="34" charset="0"/>
              </a:defRPr>
            </a:lvl5pPr>
            <a:lvl6pPr marL="2401888" indent="-215900" eaLnBrk="0" fontAlgn="base" hangingPunct="0">
              <a:spcBef>
                <a:spcPct val="30000"/>
              </a:spcBef>
              <a:spcAft>
                <a:spcPct val="0"/>
              </a:spcAft>
              <a:defRPr sz="1200">
                <a:solidFill>
                  <a:schemeClr val="tx1"/>
                </a:solidFill>
                <a:latin typeface="Calibri" panose="020F0502020204030204" pitchFamily="34" charset="0"/>
              </a:defRPr>
            </a:lvl6pPr>
            <a:lvl7pPr marL="2859088" indent="-215900" eaLnBrk="0" fontAlgn="base" hangingPunct="0">
              <a:spcBef>
                <a:spcPct val="30000"/>
              </a:spcBef>
              <a:spcAft>
                <a:spcPct val="0"/>
              </a:spcAft>
              <a:defRPr sz="1200">
                <a:solidFill>
                  <a:schemeClr val="tx1"/>
                </a:solidFill>
                <a:latin typeface="Calibri" panose="020F0502020204030204" pitchFamily="34" charset="0"/>
              </a:defRPr>
            </a:lvl7pPr>
            <a:lvl8pPr marL="3316288" indent="-215900" eaLnBrk="0" fontAlgn="base" hangingPunct="0">
              <a:spcBef>
                <a:spcPct val="30000"/>
              </a:spcBef>
              <a:spcAft>
                <a:spcPct val="0"/>
              </a:spcAft>
              <a:defRPr sz="1200">
                <a:solidFill>
                  <a:schemeClr val="tx1"/>
                </a:solidFill>
                <a:latin typeface="Calibri" panose="020F0502020204030204" pitchFamily="34" charset="0"/>
              </a:defRPr>
            </a:lvl8pPr>
            <a:lvl9pPr marL="3773488" indent="-2159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EF9A064-E674-4298-94B8-19507863CF26}" type="slidenum">
              <a:rPr lang="en-AU" altLang="en-US" smtClean="0">
                <a:latin typeface="Times New Roman" panose="02020603050405020304" pitchFamily="18" charset="0"/>
              </a:rPr>
              <a:pPr>
                <a:spcBef>
                  <a:spcPct val="0"/>
                </a:spcBef>
              </a:pPr>
              <a:t>2</a:t>
            </a:fld>
            <a:endParaRPr lang="en-AU" altLang="en-US">
              <a:latin typeface="Times New Roman" panose="02020603050405020304" pitchFamily="18" charset="0"/>
            </a:endParaRPr>
          </a:p>
        </p:txBody>
      </p:sp>
      <p:sp>
        <p:nvSpPr>
          <p:cNvPr id="5126" name="Rectangle 2">
            <a:extLst>
              <a:ext uri="{FF2B5EF4-FFF2-40B4-BE49-F238E27FC236}">
                <a16:creationId xmlns:a16="http://schemas.microsoft.com/office/drawing/2014/main" id="{4A994FF0-73E8-4A73-8951-9B2127635622}"/>
              </a:ext>
            </a:extLst>
          </p:cNvPr>
          <p:cNvSpPr>
            <a:spLocks noGrp="1" noRot="1" noChangeAspect="1" noChangeArrowheads="1" noTextEdit="1"/>
          </p:cNvSpPr>
          <p:nvPr>
            <p:ph type="sldImg"/>
          </p:nvPr>
        </p:nvSpPr>
        <p:spPr>
          <a:ln/>
        </p:spPr>
      </p:sp>
      <p:sp>
        <p:nvSpPr>
          <p:cNvPr id="5127" name="Rectangle 3">
            <a:extLst>
              <a:ext uri="{FF2B5EF4-FFF2-40B4-BE49-F238E27FC236}">
                <a16:creationId xmlns:a16="http://schemas.microsoft.com/office/drawing/2014/main" id="{0E7C1084-C1B2-4338-BE5A-AFCBDBDF5E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E442906-FE48-431F-98CD-C76577F6809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1600">
                <a:solidFill>
                  <a:schemeClr val="tx1"/>
                </a:solidFill>
                <a:latin typeface="Arial" panose="020B0604020202020204" pitchFamily="34" charset="0"/>
              </a:defRPr>
            </a:lvl1pPr>
            <a:lvl2pPr marL="742950" indent="-285750" defTabSz="966788">
              <a:defRPr sz="1600">
                <a:solidFill>
                  <a:schemeClr val="tx1"/>
                </a:solidFill>
                <a:latin typeface="Arial" panose="020B0604020202020204" pitchFamily="34" charset="0"/>
              </a:defRPr>
            </a:lvl2pPr>
            <a:lvl3pPr marL="1143000" indent="-228600" defTabSz="966788">
              <a:defRPr sz="1600">
                <a:solidFill>
                  <a:schemeClr val="tx1"/>
                </a:solidFill>
                <a:latin typeface="Arial" panose="020B0604020202020204" pitchFamily="34" charset="0"/>
              </a:defRPr>
            </a:lvl3pPr>
            <a:lvl4pPr marL="1600200" indent="-228600" defTabSz="966788">
              <a:defRPr sz="1600">
                <a:solidFill>
                  <a:schemeClr val="tx1"/>
                </a:solidFill>
                <a:latin typeface="Arial" panose="020B0604020202020204" pitchFamily="34" charset="0"/>
              </a:defRPr>
            </a:lvl4pPr>
            <a:lvl5pPr marL="2057400" indent="-228600" defTabSz="966788">
              <a:defRPr sz="16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6259" name="Rectangle 3">
            <a:extLst>
              <a:ext uri="{FF2B5EF4-FFF2-40B4-BE49-F238E27FC236}">
                <a16:creationId xmlns:a16="http://schemas.microsoft.com/office/drawing/2014/main" id="{7F4F8E3F-23DB-44E2-9E54-08A46D8BE0D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1600">
                <a:solidFill>
                  <a:schemeClr val="tx1"/>
                </a:solidFill>
                <a:latin typeface="Arial" panose="020B0604020202020204" pitchFamily="34" charset="0"/>
              </a:defRPr>
            </a:lvl1pPr>
            <a:lvl2pPr marL="742950" indent="-285750" defTabSz="966788">
              <a:defRPr sz="1600">
                <a:solidFill>
                  <a:schemeClr val="tx1"/>
                </a:solidFill>
                <a:latin typeface="Arial" panose="020B0604020202020204" pitchFamily="34" charset="0"/>
              </a:defRPr>
            </a:lvl2pPr>
            <a:lvl3pPr marL="1143000" indent="-228600" defTabSz="966788">
              <a:defRPr sz="1600">
                <a:solidFill>
                  <a:schemeClr val="tx1"/>
                </a:solidFill>
                <a:latin typeface="Arial" panose="020B0604020202020204" pitchFamily="34" charset="0"/>
              </a:defRPr>
            </a:lvl3pPr>
            <a:lvl4pPr marL="1600200" indent="-228600" defTabSz="966788">
              <a:defRPr sz="1600">
                <a:solidFill>
                  <a:schemeClr val="tx1"/>
                </a:solidFill>
                <a:latin typeface="Arial" panose="020B0604020202020204" pitchFamily="34" charset="0"/>
              </a:defRPr>
            </a:lvl4pPr>
            <a:lvl5pPr marL="2057400" indent="-228600" defTabSz="966788">
              <a:defRPr sz="16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a:solidFill>
                  <a:schemeClr val="tx1"/>
                </a:solidFill>
                <a:latin typeface="Arial" panose="020B0604020202020204" pitchFamily="34" charset="0"/>
              </a:defRPr>
            </a:lvl9pPr>
          </a:lstStyle>
          <a:p>
            <a:fld id="{4BE73DAA-D90D-4A58-AE4C-004703A48302}"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96260" name="Rectangle 6">
            <a:extLst>
              <a:ext uri="{FF2B5EF4-FFF2-40B4-BE49-F238E27FC236}">
                <a16:creationId xmlns:a16="http://schemas.microsoft.com/office/drawing/2014/main" id="{2D95183E-C5A4-4C66-8F1B-E780842F9FA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1600">
                <a:solidFill>
                  <a:schemeClr val="tx1"/>
                </a:solidFill>
                <a:latin typeface="Arial" panose="020B0604020202020204" pitchFamily="34" charset="0"/>
              </a:defRPr>
            </a:lvl1pPr>
            <a:lvl2pPr marL="742950" indent="-285750" defTabSz="966788">
              <a:defRPr sz="1600">
                <a:solidFill>
                  <a:schemeClr val="tx1"/>
                </a:solidFill>
                <a:latin typeface="Arial" panose="020B0604020202020204" pitchFamily="34" charset="0"/>
              </a:defRPr>
            </a:lvl2pPr>
            <a:lvl3pPr marL="1143000" indent="-228600" defTabSz="966788">
              <a:defRPr sz="1600">
                <a:solidFill>
                  <a:schemeClr val="tx1"/>
                </a:solidFill>
                <a:latin typeface="Arial" panose="020B0604020202020204" pitchFamily="34" charset="0"/>
              </a:defRPr>
            </a:lvl3pPr>
            <a:lvl4pPr marL="1600200" indent="-228600" defTabSz="966788">
              <a:defRPr sz="1600">
                <a:solidFill>
                  <a:schemeClr val="tx1"/>
                </a:solidFill>
                <a:latin typeface="Arial" panose="020B0604020202020204" pitchFamily="34" charset="0"/>
              </a:defRPr>
            </a:lvl4pPr>
            <a:lvl5pPr marL="2057400" indent="-228600" defTabSz="966788">
              <a:defRPr sz="16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6261" name="Rectangle 7">
            <a:extLst>
              <a:ext uri="{FF2B5EF4-FFF2-40B4-BE49-F238E27FC236}">
                <a16:creationId xmlns:a16="http://schemas.microsoft.com/office/drawing/2014/main" id="{0088C418-7464-4BD1-A17B-43FBFBA239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1600">
                <a:solidFill>
                  <a:schemeClr val="tx1"/>
                </a:solidFill>
                <a:latin typeface="Arial" panose="020B0604020202020204" pitchFamily="34" charset="0"/>
              </a:defRPr>
            </a:lvl1pPr>
            <a:lvl2pPr marL="742950" indent="-285750" defTabSz="966788">
              <a:defRPr sz="1600">
                <a:solidFill>
                  <a:schemeClr val="tx1"/>
                </a:solidFill>
                <a:latin typeface="Arial" panose="020B0604020202020204" pitchFamily="34" charset="0"/>
              </a:defRPr>
            </a:lvl2pPr>
            <a:lvl3pPr marL="1143000" indent="-228600" defTabSz="966788">
              <a:defRPr sz="1600">
                <a:solidFill>
                  <a:schemeClr val="tx1"/>
                </a:solidFill>
                <a:latin typeface="Arial" panose="020B0604020202020204" pitchFamily="34" charset="0"/>
              </a:defRPr>
            </a:lvl3pPr>
            <a:lvl4pPr marL="1600200" indent="-228600" defTabSz="966788">
              <a:defRPr sz="1600">
                <a:solidFill>
                  <a:schemeClr val="tx1"/>
                </a:solidFill>
                <a:latin typeface="Arial" panose="020B0604020202020204" pitchFamily="34" charset="0"/>
              </a:defRPr>
            </a:lvl4pPr>
            <a:lvl5pPr marL="2057400" indent="-228600" defTabSz="966788">
              <a:defRPr sz="1600">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sz="1600">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sz="1600">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sz="1600">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sz="1600">
                <a:solidFill>
                  <a:schemeClr val="tx1"/>
                </a:solidFill>
                <a:latin typeface="Arial" panose="020B0604020202020204" pitchFamily="34" charset="0"/>
              </a:defRPr>
            </a:lvl9pPr>
          </a:lstStyle>
          <a:p>
            <a:fld id="{510334D7-AD72-4CC4-AB69-81667DF4BF97}" type="slidenum">
              <a:rPr lang="en-AU" altLang="en-US" sz="1300" smtClean="0">
                <a:latin typeface="Times New Roman" panose="02020603050405020304" pitchFamily="18" charset="0"/>
              </a:rPr>
              <a:pPr/>
              <a:t>3</a:t>
            </a:fld>
            <a:endParaRPr lang="en-AU" altLang="en-US" sz="1300">
              <a:latin typeface="Times New Roman" panose="02020603050405020304" pitchFamily="18" charset="0"/>
            </a:endParaRPr>
          </a:p>
        </p:txBody>
      </p:sp>
      <p:sp>
        <p:nvSpPr>
          <p:cNvPr id="96262" name="Rectangle 2">
            <a:extLst>
              <a:ext uri="{FF2B5EF4-FFF2-40B4-BE49-F238E27FC236}">
                <a16:creationId xmlns:a16="http://schemas.microsoft.com/office/drawing/2014/main" id="{477BED19-1BE4-4D2F-B340-84B8A87309F1}"/>
              </a:ext>
            </a:extLst>
          </p:cNvPr>
          <p:cNvSpPr>
            <a:spLocks noGrp="1" noRot="1" noChangeAspect="1" noChangeArrowheads="1" noTextEdit="1"/>
          </p:cNvSpPr>
          <p:nvPr>
            <p:ph type="sldImg"/>
          </p:nvPr>
        </p:nvSpPr>
        <p:spPr>
          <a:ln/>
        </p:spPr>
      </p:sp>
      <p:sp>
        <p:nvSpPr>
          <p:cNvPr id="96263" name="Rectangle 3">
            <a:extLst>
              <a:ext uri="{FF2B5EF4-FFF2-40B4-BE49-F238E27FC236}">
                <a16:creationId xmlns:a16="http://schemas.microsoft.com/office/drawing/2014/main" id="{05E239B8-173E-48A1-9E9F-E4E71A34D1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FBCBC51-BCBB-48C3-B809-7C4B125AFAC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171" name="Rectangle 3">
            <a:extLst>
              <a:ext uri="{FF2B5EF4-FFF2-40B4-BE49-F238E27FC236}">
                <a16:creationId xmlns:a16="http://schemas.microsoft.com/office/drawing/2014/main" id="{E6B6E759-BDE3-4077-943C-388EF45AED3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F46C57B-DCB0-43AC-80C3-CE264B1FA408}"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7172" name="Rectangle 6">
            <a:extLst>
              <a:ext uri="{FF2B5EF4-FFF2-40B4-BE49-F238E27FC236}">
                <a16:creationId xmlns:a16="http://schemas.microsoft.com/office/drawing/2014/main" id="{9AB9314C-1601-4258-B491-3F9827984B6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173" name="Rectangle 7">
            <a:extLst>
              <a:ext uri="{FF2B5EF4-FFF2-40B4-BE49-F238E27FC236}">
                <a16:creationId xmlns:a16="http://schemas.microsoft.com/office/drawing/2014/main" id="{2F3C085D-F873-4684-8EB7-3118395430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E4FD161-6A4F-4125-880F-5302124A9BA2}" type="slidenum">
              <a:rPr lang="en-AU" altLang="en-US" sz="1300" smtClean="0">
                <a:latin typeface="Times New Roman" panose="02020603050405020304" pitchFamily="18" charset="0"/>
              </a:rPr>
              <a:pPr/>
              <a:t>4</a:t>
            </a:fld>
            <a:endParaRPr lang="en-AU" altLang="en-US" sz="1300">
              <a:latin typeface="Times New Roman" panose="02020603050405020304" pitchFamily="18" charset="0"/>
            </a:endParaRPr>
          </a:p>
        </p:txBody>
      </p:sp>
      <p:sp>
        <p:nvSpPr>
          <p:cNvPr id="7174" name="Rectangle 2">
            <a:extLst>
              <a:ext uri="{FF2B5EF4-FFF2-40B4-BE49-F238E27FC236}">
                <a16:creationId xmlns:a16="http://schemas.microsoft.com/office/drawing/2014/main" id="{5D798817-475C-4B17-AD16-A64BBFE3768D}"/>
              </a:ext>
            </a:extLst>
          </p:cNvPr>
          <p:cNvSpPr>
            <a:spLocks noGrp="1" noRot="1" noChangeAspect="1" noChangeArrowheads="1" noTextEdit="1"/>
          </p:cNvSpPr>
          <p:nvPr>
            <p:ph type="sldImg"/>
          </p:nvPr>
        </p:nvSpPr>
        <p:spPr>
          <a:ln/>
        </p:spPr>
      </p:sp>
      <p:sp>
        <p:nvSpPr>
          <p:cNvPr id="7175" name="Rectangle 3">
            <a:extLst>
              <a:ext uri="{FF2B5EF4-FFF2-40B4-BE49-F238E27FC236}">
                <a16:creationId xmlns:a16="http://schemas.microsoft.com/office/drawing/2014/main" id="{3DEB426A-45EB-4300-9F6E-90FDDCE74E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ECB83016-3ECF-4DF6-B82F-2882F32B2F5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9219" name="Rectangle 3">
            <a:extLst>
              <a:ext uri="{FF2B5EF4-FFF2-40B4-BE49-F238E27FC236}">
                <a16:creationId xmlns:a16="http://schemas.microsoft.com/office/drawing/2014/main" id="{FB4737E2-F1F5-459F-A688-7D29AAB5DA2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8CB8AD05-2183-4EE0-AD4B-19DF01FB705E}"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9220" name="Rectangle 6">
            <a:extLst>
              <a:ext uri="{FF2B5EF4-FFF2-40B4-BE49-F238E27FC236}">
                <a16:creationId xmlns:a16="http://schemas.microsoft.com/office/drawing/2014/main" id="{52F08117-DAE5-45B3-A447-44FDF17BD60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9221" name="Rectangle 7">
            <a:extLst>
              <a:ext uri="{FF2B5EF4-FFF2-40B4-BE49-F238E27FC236}">
                <a16:creationId xmlns:a16="http://schemas.microsoft.com/office/drawing/2014/main" id="{CA58C33E-D706-49F0-BE48-DFDF531D8F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5DFF7CA-B8ED-4800-B082-E48F07C4A0ED}" type="slidenum">
              <a:rPr lang="en-AU" altLang="en-US" sz="1300" smtClean="0">
                <a:latin typeface="Times New Roman" panose="02020603050405020304" pitchFamily="18" charset="0"/>
              </a:rPr>
              <a:pPr/>
              <a:t>5</a:t>
            </a:fld>
            <a:endParaRPr lang="en-AU" altLang="en-US" sz="1300">
              <a:latin typeface="Times New Roman" panose="02020603050405020304" pitchFamily="18" charset="0"/>
            </a:endParaRPr>
          </a:p>
        </p:txBody>
      </p:sp>
      <p:sp>
        <p:nvSpPr>
          <p:cNvPr id="9222" name="Rectangle 2">
            <a:extLst>
              <a:ext uri="{FF2B5EF4-FFF2-40B4-BE49-F238E27FC236}">
                <a16:creationId xmlns:a16="http://schemas.microsoft.com/office/drawing/2014/main" id="{05D60B23-5226-4EDD-9300-367B2CE2B0B1}"/>
              </a:ext>
            </a:extLst>
          </p:cNvPr>
          <p:cNvSpPr>
            <a:spLocks noGrp="1" noRot="1" noChangeAspect="1" noChangeArrowheads="1" noTextEdit="1"/>
          </p:cNvSpPr>
          <p:nvPr>
            <p:ph type="sldImg"/>
          </p:nvPr>
        </p:nvSpPr>
        <p:spPr>
          <a:ln/>
        </p:spPr>
      </p:sp>
      <p:sp>
        <p:nvSpPr>
          <p:cNvPr id="9223" name="Rectangle 3">
            <a:extLst>
              <a:ext uri="{FF2B5EF4-FFF2-40B4-BE49-F238E27FC236}">
                <a16:creationId xmlns:a16="http://schemas.microsoft.com/office/drawing/2014/main" id="{0AB10863-55FA-464F-805A-60F31CC795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A949558D-6366-4C2D-85BA-65128173BE5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1267" name="Rectangle 3">
            <a:extLst>
              <a:ext uri="{FF2B5EF4-FFF2-40B4-BE49-F238E27FC236}">
                <a16:creationId xmlns:a16="http://schemas.microsoft.com/office/drawing/2014/main" id="{67DC9BA7-7389-4CB1-AB6F-FDA86221A2D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C19FA69-E7DC-46FF-BC01-68EA99592308}"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11268" name="Rectangle 6">
            <a:extLst>
              <a:ext uri="{FF2B5EF4-FFF2-40B4-BE49-F238E27FC236}">
                <a16:creationId xmlns:a16="http://schemas.microsoft.com/office/drawing/2014/main" id="{EE0A1FF9-932E-4AB8-A699-D881BDF68FD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1269" name="Rectangle 7">
            <a:extLst>
              <a:ext uri="{FF2B5EF4-FFF2-40B4-BE49-F238E27FC236}">
                <a16:creationId xmlns:a16="http://schemas.microsoft.com/office/drawing/2014/main" id="{A561D896-12AB-4E64-8968-E871AA057B4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5BCD8CD6-4133-4DFC-BD18-0DE89A8E468D}" type="slidenum">
              <a:rPr lang="en-AU" altLang="en-US" sz="1300" smtClean="0">
                <a:latin typeface="Times New Roman" panose="02020603050405020304" pitchFamily="18" charset="0"/>
              </a:rPr>
              <a:pPr/>
              <a:t>6</a:t>
            </a:fld>
            <a:endParaRPr lang="en-AU" altLang="en-US" sz="1300">
              <a:latin typeface="Times New Roman" panose="02020603050405020304" pitchFamily="18" charset="0"/>
            </a:endParaRPr>
          </a:p>
        </p:txBody>
      </p:sp>
      <p:sp>
        <p:nvSpPr>
          <p:cNvPr id="11270" name="Rectangle 2">
            <a:extLst>
              <a:ext uri="{FF2B5EF4-FFF2-40B4-BE49-F238E27FC236}">
                <a16:creationId xmlns:a16="http://schemas.microsoft.com/office/drawing/2014/main" id="{582C72B3-CC42-4255-8C1F-C1299810B011}"/>
              </a:ext>
            </a:extLst>
          </p:cNvPr>
          <p:cNvSpPr>
            <a:spLocks noGrp="1" noRot="1" noChangeAspect="1" noChangeArrowheads="1" noTextEdit="1"/>
          </p:cNvSpPr>
          <p:nvPr>
            <p:ph type="sldImg"/>
          </p:nvPr>
        </p:nvSpPr>
        <p:spPr>
          <a:ln/>
        </p:spPr>
      </p:sp>
      <p:sp>
        <p:nvSpPr>
          <p:cNvPr id="11271" name="Rectangle 3">
            <a:extLst>
              <a:ext uri="{FF2B5EF4-FFF2-40B4-BE49-F238E27FC236}">
                <a16:creationId xmlns:a16="http://schemas.microsoft.com/office/drawing/2014/main" id="{588AB556-567D-4081-8837-A5E4BE0DA0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9234346-081A-4E65-A8E7-23E9E1C2551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3315" name="Rectangle 3">
            <a:extLst>
              <a:ext uri="{FF2B5EF4-FFF2-40B4-BE49-F238E27FC236}">
                <a16:creationId xmlns:a16="http://schemas.microsoft.com/office/drawing/2014/main" id="{7A78A5B5-2C25-4420-B49E-37846C45DE5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92B7E20C-BC8B-4A58-A068-C74BF2DA6107}"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13316" name="Rectangle 6">
            <a:extLst>
              <a:ext uri="{FF2B5EF4-FFF2-40B4-BE49-F238E27FC236}">
                <a16:creationId xmlns:a16="http://schemas.microsoft.com/office/drawing/2014/main" id="{4879812A-F331-4B3B-9044-78AA0262421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3317" name="Rectangle 7">
            <a:extLst>
              <a:ext uri="{FF2B5EF4-FFF2-40B4-BE49-F238E27FC236}">
                <a16:creationId xmlns:a16="http://schemas.microsoft.com/office/drawing/2014/main" id="{D39D721B-D73B-4BA6-BC1E-0336ADE462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C51CAFE6-1861-4991-A98B-25C2BA2DD4F5}" type="slidenum">
              <a:rPr lang="en-AU" altLang="en-US" sz="1300" smtClean="0">
                <a:latin typeface="Times New Roman" panose="02020603050405020304" pitchFamily="18" charset="0"/>
              </a:rPr>
              <a:pPr/>
              <a:t>7</a:t>
            </a:fld>
            <a:endParaRPr lang="en-AU" altLang="en-US" sz="1300">
              <a:latin typeface="Times New Roman" panose="02020603050405020304" pitchFamily="18" charset="0"/>
            </a:endParaRPr>
          </a:p>
        </p:txBody>
      </p:sp>
      <p:sp>
        <p:nvSpPr>
          <p:cNvPr id="13318" name="Rectangle 2">
            <a:extLst>
              <a:ext uri="{FF2B5EF4-FFF2-40B4-BE49-F238E27FC236}">
                <a16:creationId xmlns:a16="http://schemas.microsoft.com/office/drawing/2014/main" id="{BBA202E3-A541-4FC1-8536-DE55AAEF5A22}"/>
              </a:ext>
            </a:extLst>
          </p:cNvPr>
          <p:cNvSpPr>
            <a:spLocks noGrp="1" noRot="1" noChangeAspect="1" noChangeArrowheads="1" noTextEdit="1"/>
          </p:cNvSpPr>
          <p:nvPr>
            <p:ph type="sldImg"/>
          </p:nvPr>
        </p:nvSpPr>
        <p:spPr>
          <a:ln/>
        </p:spPr>
      </p:sp>
      <p:sp>
        <p:nvSpPr>
          <p:cNvPr id="13319" name="Rectangle 3">
            <a:extLst>
              <a:ext uri="{FF2B5EF4-FFF2-40B4-BE49-F238E27FC236}">
                <a16:creationId xmlns:a16="http://schemas.microsoft.com/office/drawing/2014/main" id="{1A990BB1-32A1-4B8E-9D36-D628AD0BBD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19234346-081A-4E65-A8E7-23E9E1C2551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3315" name="Rectangle 3">
            <a:extLst>
              <a:ext uri="{FF2B5EF4-FFF2-40B4-BE49-F238E27FC236}">
                <a16:creationId xmlns:a16="http://schemas.microsoft.com/office/drawing/2014/main" id="{7A78A5B5-2C25-4420-B49E-37846C45DE5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92B7E20C-BC8B-4A58-A068-C74BF2DA6107}"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13316" name="Rectangle 6">
            <a:extLst>
              <a:ext uri="{FF2B5EF4-FFF2-40B4-BE49-F238E27FC236}">
                <a16:creationId xmlns:a16="http://schemas.microsoft.com/office/drawing/2014/main" id="{4879812A-F331-4B3B-9044-78AA0262421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3317" name="Rectangle 7">
            <a:extLst>
              <a:ext uri="{FF2B5EF4-FFF2-40B4-BE49-F238E27FC236}">
                <a16:creationId xmlns:a16="http://schemas.microsoft.com/office/drawing/2014/main" id="{D39D721B-D73B-4BA6-BC1E-0336ADE462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C51CAFE6-1861-4991-A98B-25C2BA2DD4F5}" type="slidenum">
              <a:rPr lang="en-AU" altLang="en-US" sz="1300" smtClean="0">
                <a:latin typeface="Times New Roman" panose="02020603050405020304" pitchFamily="18" charset="0"/>
              </a:rPr>
              <a:pPr/>
              <a:t>8</a:t>
            </a:fld>
            <a:endParaRPr lang="en-AU" altLang="en-US" sz="1300">
              <a:latin typeface="Times New Roman" panose="02020603050405020304" pitchFamily="18" charset="0"/>
            </a:endParaRPr>
          </a:p>
        </p:txBody>
      </p:sp>
      <p:sp>
        <p:nvSpPr>
          <p:cNvPr id="13318" name="Rectangle 2">
            <a:extLst>
              <a:ext uri="{FF2B5EF4-FFF2-40B4-BE49-F238E27FC236}">
                <a16:creationId xmlns:a16="http://schemas.microsoft.com/office/drawing/2014/main" id="{BBA202E3-A541-4FC1-8536-DE55AAEF5A22}"/>
              </a:ext>
            </a:extLst>
          </p:cNvPr>
          <p:cNvSpPr>
            <a:spLocks noGrp="1" noRot="1" noChangeAspect="1" noChangeArrowheads="1" noTextEdit="1"/>
          </p:cNvSpPr>
          <p:nvPr>
            <p:ph type="sldImg"/>
          </p:nvPr>
        </p:nvSpPr>
        <p:spPr>
          <a:ln/>
        </p:spPr>
      </p:sp>
      <p:sp>
        <p:nvSpPr>
          <p:cNvPr id="13319" name="Rectangle 3">
            <a:extLst>
              <a:ext uri="{FF2B5EF4-FFF2-40B4-BE49-F238E27FC236}">
                <a16:creationId xmlns:a16="http://schemas.microsoft.com/office/drawing/2014/main" id="{1A990BB1-32A1-4B8E-9D36-D628AD0BBD1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275498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62E9F4B-989F-4690-B2AC-54086AFF44A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6D2DA026-57C0-49BC-9590-96DD37907A5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78B12C61-8B65-4CA6-B59A-ED005A415547}"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16388" name="Rectangle 6">
            <a:extLst>
              <a:ext uri="{FF2B5EF4-FFF2-40B4-BE49-F238E27FC236}">
                <a16:creationId xmlns:a16="http://schemas.microsoft.com/office/drawing/2014/main" id="{9765BFE3-8457-424C-A5CB-1D668C7D27C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16389" name="Rectangle 7">
            <a:extLst>
              <a:ext uri="{FF2B5EF4-FFF2-40B4-BE49-F238E27FC236}">
                <a16:creationId xmlns:a16="http://schemas.microsoft.com/office/drawing/2014/main" id="{045EB3F7-AD29-4DF2-8FCA-A2494F7686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EAE26E22-C688-44B6-B9A5-5F8CA654BDC7}" type="slidenum">
              <a:rPr lang="en-AU" altLang="en-US" sz="1300" smtClean="0">
                <a:latin typeface="Times New Roman" panose="02020603050405020304" pitchFamily="18" charset="0"/>
              </a:rPr>
              <a:pPr/>
              <a:t>10</a:t>
            </a:fld>
            <a:endParaRPr lang="en-AU" altLang="en-US" sz="1300">
              <a:latin typeface="Times New Roman" panose="02020603050405020304" pitchFamily="18" charset="0"/>
            </a:endParaRPr>
          </a:p>
        </p:txBody>
      </p:sp>
      <p:sp>
        <p:nvSpPr>
          <p:cNvPr id="16390" name="Rectangle 2">
            <a:extLst>
              <a:ext uri="{FF2B5EF4-FFF2-40B4-BE49-F238E27FC236}">
                <a16:creationId xmlns:a16="http://schemas.microsoft.com/office/drawing/2014/main" id="{823C87CD-80E2-4512-8F0E-84B90382B4D9}"/>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6DE7501A-33CD-4FC3-9292-322610F626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FBCBC51-BCBB-48C3-B809-7C4B125AFAC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Morgan Kaufmann Publishers</a:t>
            </a:r>
          </a:p>
        </p:txBody>
      </p:sp>
      <p:sp>
        <p:nvSpPr>
          <p:cNvPr id="7171" name="Rectangle 3">
            <a:extLst>
              <a:ext uri="{FF2B5EF4-FFF2-40B4-BE49-F238E27FC236}">
                <a16:creationId xmlns:a16="http://schemas.microsoft.com/office/drawing/2014/main" id="{E6B6E759-BDE3-4077-943C-388EF45AED3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BF46C57B-DCB0-43AC-80C3-CE264B1FA408}" type="datetime3">
              <a:rPr lang="en-AU" altLang="en-US" sz="1300" smtClean="0">
                <a:latin typeface="Times New Roman" panose="02020603050405020304" pitchFamily="18" charset="0"/>
              </a:rPr>
              <a:pPr/>
              <a:t>6 October, 2025</a:t>
            </a:fld>
            <a:endParaRPr lang="en-AU" altLang="en-US" sz="1300">
              <a:latin typeface="Times New Roman" panose="02020603050405020304" pitchFamily="18" charset="0"/>
            </a:endParaRPr>
          </a:p>
        </p:txBody>
      </p:sp>
      <p:sp>
        <p:nvSpPr>
          <p:cNvPr id="7172" name="Rectangle 6">
            <a:extLst>
              <a:ext uri="{FF2B5EF4-FFF2-40B4-BE49-F238E27FC236}">
                <a16:creationId xmlns:a16="http://schemas.microsoft.com/office/drawing/2014/main" id="{9AB9314C-1601-4258-B491-3F9827984B6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r>
              <a:rPr lang="en-AU" altLang="en-US" sz="1300">
                <a:latin typeface="Times New Roman" panose="02020603050405020304" pitchFamily="18" charset="0"/>
              </a:rPr>
              <a:t>Chapter 4 — The Processor</a:t>
            </a:r>
          </a:p>
        </p:txBody>
      </p:sp>
      <p:sp>
        <p:nvSpPr>
          <p:cNvPr id="7173" name="Rectangle 7">
            <a:extLst>
              <a:ext uri="{FF2B5EF4-FFF2-40B4-BE49-F238E27FC236}">
                <a16:creationId xmlns:a16="http://schemas.microsoft.com/office/drawing/2014/main" id="{2F3C085D-F873-4684-8EB7-3118395430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42950" indent="-285750" defTabSz="966788">
              <a:defRPr>
                <a:solidFill>
                  <a:schemeClr val="tx1"/>
                </a:solidFill>
                <a:latin typeface="Arial" panose="020B0604020202020204" pitchFamily="34" charset="0"/>
              </a:defRPr>
            </a:lvl2pPr>
            <a:lvl3pPr marL="1143000" indent="-228600" defTabSz="966788">
              <a:defRPr>
                <a:solidFill>
                  <a:schemeClr val="tx1"/>
                </a:solidFill>
                <a:latin typeface="Arial" panose="020B0604020202020204" pitchFamily="34" charset="0"/>
              </a:defRPr>
            </a:lvl3pPr>
            <a:lvl4pPr marL="1600200" indent="-228600" defTabSz="966788">
              <a:defRPr>
                <a:solidFill>
                  <a:schemeClr val="tx1"/>
                </a:solidFill>
                <a:latin typeface="Arial" panose="020B0604020202020204" pitchFamily="34" charset="0"/>
              </a:defRPr>
            </a:lvl4pPr>
            <a:lvl5pPr marL="2057400" indent="-228600" defTabSz="966788">
              <a:defRPr>
                <a:solidFill>
                  <a:schemeClr val="tx1"/>
                </a:solidFill>
                <a:latin typeface="Arial" panose="020B0604020202020204" pitchFamily="34" charset="0"/>
              </a:defRPr>
            </a:lvl5pPr>
            <a:lvl6pPr marL="2514600" indent="-228600" defTabSz="966788" eaLnBrk="0" fontAlgn="base" hangingPunct="0">
              <a:spcBef>
                <a:spcPct val="0"/>
              </a:spcBef>
              <a:spcAft>
                <a:spcPct val="0"/>
              </a:spcAft>
              <a:defRPr>
                <a:solidFill>
                  <a:schemeClr val="tx1"/>
                </a:solidFill>
                <a:latin typeface="Arial" panose="020B0604020202020204" pitchFamily="34" charset="0"/>
              </a:defRPr>
            </a:lvl6pPr>
            <a:lvl7pPr marL="2971800" indent="-228600" defTabSz="966788" eaLnBrk="0" fontAlgn="base" hangingPunct="0">
              <a:spcBef>
                <a:spcPct val="0"/>
              </a:spcBef>
              <a:spcAft>
                <a:spcPct val="0"/>
              </a:spcAft>
              <a:defRPr>
                <a:solidFill>
                  <a:schemeClr val="tx1"/>
                </a:solidFill>
                <a:latin typeface="Arial" panose="020B0604020202020204" pitchFamily="34" charset="0"/>
              </a:defRPr>
            </a:lvl7pPr>
            <a:lvl8pPr marL="3429000" indent="-228600" defTabSz="966788" eaLnBrk="0" fontAlgn="base" hangingPunct="0">
              <a:spcBef>
                <a:spcPct val="0"/>
              </a:spcBef>
              <a:spcAft>
                <a:spcPct val="0"/>
              </a:spcAft>
              <a:defRPr>
                <a:solidFill>
                  <a:schemeClr val="tx1"/>
                </a:solidFill>
                <a:latin typeface="Arial" panose="020B0604020202020204" pitchFamily="34" charset="0"/>
              </a:defRPr>
            </a:lvl8pPr>
            <a:lvl9pPr marL="3886200" indent="-228600" defTabSz="966788" eaLnBrk="0" fontAlgn="base" hangingPunct="0">
              <a:spcBef>
                <a:spcPct val="0"/>
              </a:spcBef>
              <a:spcAft>
                <a:spcPct val="0"/>
              </a:spcAft>
              <a:defRPr>
                <a:solidFill>
                  <a:schemeClr val="tx1"/>
                </a:solidFill>
                <a:latin typeface="Arial" panose="020B0604020202020204" pitchFamily="34" charset="0"/>
              </a:defRPr>
            </a:lvl9pPr>
          </a:lstStyle>
          <a:p>
            <a:fld id="{DE4FD161-6A4F-4125-880F-5302124A9BA2}" type="slidenum">
              <a:rPr lang="en-AU" altLang="en-US" sz="1300" smtClean="0">
                <a:latin typeface="Times New Roman" panose="02020603050405020304" pitchFamily="18" charset="0"/>
              </a:rPr>
              <a:pPr/>
              <a:t>11</a:t>
            </a:fld>
            <a:endParaRPr lang="en-AU" altLang="en-US" sz="1300">
              <a:latin typeface="Times New Roman" panose="02020603050405020304" pitchFamily="18" charset="0"/>
            </a:endParaRPr>
          </a:p>
        </p:txBody>
      </p:sp>
      <p:sp>
        <p:nvSpPr>
          <p:cNvPr id="7174" name="Rectangle 2">
            <a:extLst>
              <a:ext uri="{FF2B5EF4-FFF2-40B4-BE49-F238E27FC236}">
                <a16:creationId xmlns:a16="http://schemas.microsoft.com/office/drawing/2014/main" id="{5D798817-475C-4B17-AD16-A64BBFE3768D}"/>
              </a:ext>
            </a:extLst>
          </p:cNvPr>
          <p:cNvSpPr>
            <a:spLocks noGrp="1" noRot="1" noChangeAspect="1" noChangeArrowheads="1" noTextEdit="1"/>
          </p:cNvSpPr>
          <p:nvPr>
            <p:ph type="sldImg"/>
          </p:nvPr>
        </p:nvSpPr>
        <p:spPr>
          <a:ln/>
        </p:spPr>
      </p:sp>
      <p:sp>
        <p:nvSpPr>
          <p:cNvPr id="7175" name="Rectangle 3">
            <a:extLst>
              <a:ext uri="{FF2B5EF4-FFF2-40B4-BE49-F238E27FC236}">
                <a16:creationId xmlns:a16="http://schemas.microsoft.com/office/drawing/2014/main" id="{3DEB426A-45EB-4300-9F6E-90FDDCE74E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433110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A9CC223-7474-4645-A65A-C7700935B580}"/>
              </a:ext>
            </a:extLst>
          </p:cNvPr>
          <p:cNvSpPr>
            <a:spLocks noGrp="1"/>
          </p:cNvSpPr>
          <p:nvPr>
            <p:ph type="dt" sz="half" idx="10"/>
          </p:nvPr>
        </p:nvSpPr>
        <p:spPr/>
        <p:txBody>
          <a:bodyPr/>
          <a:lstStyle>
            <a:lvl1pPr>
              <a:defRPr/>
            </a:lvl1pPr>
          </a:lstStyle>
          <a:p>
            <a:pPr>
              <a:defRPr/>
            </a:pPr>
            <a:fld id="{E30A8FFD-0672-4306-B1B4-C1F1CC068845}"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E8C1BF1A-0C32-40AF-B9AB-3A8C1C61AD8C}"/>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5DECA23D-B6E1-4060-9A8C-99C4F77D54A9}"/>
              </a:ext>
            </a:extLst>
          </p:cNvPr>
          <p:cNvSpPr>
            <a:spLocks noGrp="1"/>
          </p:cNvSpPr>
          <p:nvPr>
            <p:ph type="sldNum" sz="quarter" idx="12"/>
          </p:nvPr>
        </p:nvSpPr>
        <p:spPr/>
        <p:txBody>
          <a:bodyPr/>
          <a:lstStyle>
            <a:lvl1pPr>
              <a:defRPr/>
            </a:lvl1pPr>
          </a:lstStyle>
          <a:p>
            <a:pPr>
              <a:defRPr/>
            </a:pPr>
            <a:fld id="{DE54421B-22DF-4593-805A-801779CD5A1A}" type="slidenum">
              <a:rPr lang="en-US" altLang="en-US"/>
              <a:pPr>
                <a:defRPr/>
              </a:pPr>
              <a:t>‹#›</a:t>
            </a:fld>
            <a:endParaRPr lang="en-US" altLang="en-US"/>
          </a:p>
        </p:txBody>
      </p:sp>
    </p:spTree>
    <p:extLst>
      <p:ext uri="{BB962C8B-B14F-4D97-AF65-F5344CB8AC3E}">
        <p14:creationId xmlns:p14="http://schemas.microsoft.com/office/powerpoint/2010/main" val="2589269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0E8CDD-57C2-4AD4-A5FE-E6B149B497F8}"/>
              </a:ext>
            </a:extLst>
          </p:cNvPr>
          <p:cNvSpPr>
            <a:spLocks noGrp="1"/>
          </p:cNvSpPr>
          <p:nvPr>
            <p:ph type="dt" sz="half" idx="10"/>
          </p:nvPr>
        </p:nvSpPr>
        <p:spPr/>
        <p:txBody>
          <a:bodyPr/>
          <a:lstStyle>
            <a:lvl1pPr>
              <a:defRPr/>
            </a:lvl1pPr>
          </a:lstStyle>
          <a:p>
            <a:pPr>
              <a:defRPr/>
            </a:pPr>
            <a:fld id="{7AF6E78C-BA3E-4942-8B54-367945B6CF4F}"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B162CBE1-D17B-4188-93AD-5C532B1CC525}"/>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8D432991-406B-42A2-B0EF-F2E356FF3E48}"/>
              </a:ext>
            </a:extLst>
          </p:cNvPr>
          <p:cNvSpPr>
            <a:spLocks noGrp="1"/>
          </p:cNvSpPr>
          <p:nvPr>
            <p:ph type="sldNum" sz="quarter" idx="12"/>
          </p:nvPr>
        </p:nvSpPr>
        <p:spPr/>
        <p:txBody>
          <a:bodyPr/>
          <a:lstStyle>
            <a:lvl1pPr>
              <a:defRPr/>
            </a:lvl1pPr>
          </a:lstStyle>
          <a:p>
            <a:pPr>
              <a:defRPr/>
            </a:pPr>
            <a:fld id="{B9CAC822-B0F2-4447-9241-5147DFD9AC69}" type="slidenum">
              <a:rPr lang="en-US" altLang="en-US"/>
              <a:pPr>
                <a:defRPr/>
              </a:pPr>
              <a:t>‹#›</a:t>
            </a:fld>
            <a:endParaRPr lang="en-US" altLang="en-US"/>
          </a:p>
        </p:txBody>
      </p:sp>
    </p:spTree>
    <p:extLst>
      <p:ext uri="{BB962C8B-B14F-4D97-AF65-F5344CB8AC3E}">
        <p14:creationId xmlns:p14="http://schemas.microsoft.com/office/powerpoint/2010/main" val="4261857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C85A06-C351-4AF9-A32B-B9A01B9D0306}"/>
              </a:ext>
            </a:extLst>
          </p:cNvPr>
          <p:cNvSpPr>
            <a:spLocks noGrp="1"/>
          </p:cNvSpPr>
          <p:nvPr>
            <p:ph type="dt" sz="half" idx="10"/>
          </p:nvPr>
        </p:nvSpPr>
        <p:spPr/>
        <p:txBody>
          <a:bodyPr/>
          <a:lstStyle>
            <a:lvl1pPr>
              <a:defRPr/>
            </a:lvl1pPr>
          </a:lstStyle>
          <a:p>
            <a:pPr>
              <a:defRPr/>
            </a:pPr>
            <a:fld id="{274D2CC7-E961-4744-87EE-3254FFF93ED9}"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31D75B22-C089-40E9-90F1-DB01690D7D0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BC3DE74B-5E22-4E3B-8F0E-84D3DD0F6D0D}"/>
              </a:ext>
            </a:extLst>
          </p:cNvPr>
          <p:cNvSpPr>
            <a:spLocks noGrp="1"/>
          </p:cNvSpPr>
          <p:nvPr>
            <p:ph type="sldNum" sz="quarter" idx="12"/>
          </p:nvPr>
        </p:nvSpPr>
        <p:spPr/>
        <p:txBody>
          <a:bodyPr/>
          <a:lstStyle>
            <a:lvl1pPr>
              <a:defRPr/>
            </a:lvl1pPr>
          </a:lstStyle>
          <a:p>
            <a:pPr>
              <a:defRPr/>
            </a:pPr>
            <a:fld id="{870A45B8-3231-4A10-A031-0519771166D8}" type="slidenum">
              <a:rPr lang="en-US" altLang="en-US"/>
              <a:pPr>
                <a:defRPr/>
              </a:pPr>
              <a:t>‹#›</a:t>
            </a:fld>
            <a:endParaRPr lang="en-US" altLang="en-US"/>
          </a:p>
        </p:txBody>
      </p:sp>
    </p:spTree>
    <p:extLst>
      <p:ext uri="{BB962C8B-B14F-4D97-AF65-F5344CB8AC3E}">
        <p14:creationId xmlns:p14="http://schemas.microsoft.com/office/powerpoint/2010/main" val="2978410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79FE7F0C-1C85-41F7-9E40-792AF4643A5F}"/>
              </a:ext>
            </a:extLst>
          </p:cNvPr>
          <p:cNvSpPr>
            <a:spLocks noGrp="1"/>
          </p:cNvSpPr>
          <p:nvPr>
            <p:ph type="dt" sz="half" idx="10"/>
          </p:nvPr>
        </p:nvSpPr>
        <p:spPr/>
        <p:txBody>
          <a:bodyPr/>
          <a:lstStyle>
            <a:lvl1pPr>
              <a:defRPr/>
            </a:lvl1pPr>
          </a:lstStyle>
          <a:p>
            <a:pPr>
              <a:defRPr/>
            </a:pPr>
            <a:fld id="{91E5E0CB-6A84-4C81-B105-150ED2544E03}" type="datetime1">
              <a:rPr lang="en-US" altLang="en-US"/>
              <a:pPr>
                <a:defRPr/>
              </a:pPr>
              <a:t>10/6/25</a:t>
            </a:fld>
            <a:endParaRPr lang="en-US" altLang="en-US"/>
          </a:p>
        </p:txBody>
      </p:sp>
      <p:sp>
        <p:nvSpPr>
          <p:cNvPr id="6" name="Footer Placeholder 4">
            <a:extLst>
              <a:ext uri="{FF2B5EF4-FFF2-40B4-BE49-F238E27FC236}">
                <a16:creationId xmlns:a16="http://schemas.microsoft.com/office/drawing/2014/main" id="{F454DE12-8E49-4809-A8EF-2F954190841B}"/>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5571FED9-FB1F-467B-B042-F739737D80BA}"/>
              </a:ext>
            </a:extLst>
          </p:cNvPr>
          <p:cNvSpPr>
            <a:spLocks noGrp="1"/>
          </p:cNvSpPr>
          <p:nvPr>
            <p:ph type="sldNum" sz="quarter" idx="12"/>
          </p:nvPr>
        </p:nvSpPr>
        <p:spPr/>
        <p:txBody>
          <a:bodyPr/>
          <a:lstStyle>
            <a:lvl1pPr>
              <a:defRPr/>
            </a:lvl1pPr>
          </a:lstStyle>
          <a:p>
            <a:pPr>
              <a:defRPr/>
            </a:pPr>
            <a:fld id="{C5B14110-FDA1-4701-9732-1A8187E9CBA1}" type="slidenum">
              <a:rPr lang="en-US" altLang="en-US"/>
              <a:pPr>
                <a:defRPr/>
              </a:pPr>
              <a:t>‹#›</a:t>
            </a:fld>
            <a:endParaRPr lang="en-US" altLang="en-US"/>
          </a:p>
        </p:txBody>
      </p:sp>
    </p:spTree>
    <p:extLst>
      <p:ext uri="{BB962C8B-B14F-4D97-AF65-F5344CB8AC3E}">
        <p14:creationId xmlns:p14="http://schemas.microsoft.com/office/powerpoint/2010/main" val="13278880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B7FE193-08CC-4540-9137-F7A7BE040042}"/>
              </a:ext>
            </a:extLst>
          </p:cNvPr>
          <p:cNvSpPr>
            <a:spLocks noGrp="1"/>
          </p:cNvSpPr>
          <p:nvPr>
            <p:ph type="dt" sz="half" idx="10"/>
          </p:nvPr>
        </p:nvSpPr>
        <p:spPr/>
        <p:txBody>
          <a:bodyPr/>
          <a:lstStyle>
            <a:lvl1pPr>
              <a:defRPr/>
            </a:lvl1pPr>
          </a:lstStyle>
          <a:p>
            <a:pPr>
              <a:defRPr/>
            </a:pPr>
            <a:fld id="{9D7A4598-EC8A-430F-98A4-37FEB841627A}" type="datetime1">
              <a:rPr lang="en-US" altLang="en-US"/>
              <a:pPr>
                <a:defRPr/>
              </a:pPr>
              <a:t>10/6/25</a:t>
            </a:fld>
            <a:endParaRPr lang="en-US" altLang="en-US"/>
          </a:p>
        </p:txBody>
      </p:sp>
      <p:sp>
        <p:nvSpPr>
          <p:cNvPr id="8" name="Footer Placeholder 4">
            <a:extLst>
              <a:ext uri="{FF2B5EF4-FFF2-40B4-BE49-F238E27FC236}">
                <a16:creationId xmlns:a16="http://schemas.microsoft.com/office/drawing/2014/main" id="{93EFC664-D79C-4355-86CE-3945CA733D04}"/>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CC7B4228-1394-4B5B-9B1C-0A8D2DCBA5D3}"/>
              </a:ext>
            </a:extLst>
          </p:cNvPr>
          <p:cNvSpPr>
            <a:spLocks noGrp="1"/>
          </p:cNvSpPr>
          <p:nvPr>
            <p:ph type="sldNum" sz="quarter" idx="12"/>
          </p:nvPr>
        </p:nvSpPr>
        <p:spPr/>
        <p:txBody>
          <a:bodyPr/>
          <a:lstStyle>
            <a:lvl1pPr>
              <a:defRPr/>
            </a:lvl1pPr>
          </a:lstStyle>
          <a:p>
            <a:pPr>
              <a:defRPr/>
            </a:pPr>
            <a:fld id="{5A9F85E6-A2B2-4960-877A-564ECEBA370F}" type="slidenum">
              <a:rPr lang="en-US" altLang="en-US"/>
              <a:pPr>
                <a:defRPr/>
              </a:pPr>
              <a:t>‹#›</a:t>
            </a:fld>
            <a:endParaRPr lang="en-US" altLang="en-US"/>
          </a:p>
        </p:txBody>
      </p:sp>
    </p:spTree>
    <p:extLst>
      <p:ext uri="{BB962C8B-B14F-4D97-AF65-F5344CB8AC3E}">
        <p14:creationId xmlns:p14="http://schemas.microsoft.com/office/powerpoint/2010/main" val="2197563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B54DAD5-EC9C-4E0F-A656-42AD1B80F589}"/>
              </a:ext>
            </a:extLst>
          </p:cNvPr>
          <p:cNvSpPr>
            <a:spLocks noGrp="1"/>
          </p:cNvSpPr>
          <p:nvPr>
            <p:ph type="dt" sz="half" idx="10"/>
          </p:nvPr>
        </p:nvSpPr>
        <p:spPr/>
        <p:txBody>
          <a:bodyPr/>
          <a:lstStyle>
            <a:lvl1pPr>
              <a:defRPr/>
            </a:lvl1pPr>
          </a:lstStyle>
          <a:p>
            <a:pPr>
              <a:defRPr/>
            </a:pPr>
            <a:fld id="{50E7F3E6-65EC-446C-8A65-10A97CE27AAC}" type="datetime1">
              <a:rPr lang="en-US" altLang="en-US"/>
              <a:pPr>
                <a:defRPr/>
              </a:pPr>
              <a:t>10/6/25</a:t>
            </a:fld>
            <a:endParaRPr lang="en-US" altLang="en-US"/>
          </a:p>
        </p:txBody>
      </p:sp>
      <p:sp>
        <p:nvSpPr>
          <p:cNvPr id="4" name="Footer Placeholder 4">
            <a:extLst>
              <a:ext uri="{FF2B5EF4-FFF2-40B4-BE49-F238E27FC236}">
                <a16:creationId xmlns:a16="http://schemas.microsoft.com/office/drawing/2014/main" id="{003ECA9D-9716-4F73-8786-D0ECA3D50E90}"/>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41621ACF-2A00-4F2D-B0B5-30982EB1F8BC}"/>
              </a:ext>
            </a:extLst>
          </p:cNvPr>
          <p:cNvSpPr>
            <a:spLocks noGrp="1"/>
          </p:cNvSpPr>
          <p:nvPr>
            <p:ph type="sldNum" sz="quarter" idx="12"/>
          </p:nvPr>
        </p:nvSpPr>
        <p:spPr/>
        <p:txBody>
          <a:bodyPr/>
          <a:lstStyle>
            <a:lvl1pPr>
              <a:defRPr/>
            </a:lvl1pPr>
          </a:lstStyle>
          <a:p>
            <a:pPr>
              <a:defRPr/>
            </a:pPr>
            <a:fld id="{435E4459-DB0A-4BF6-AE2D-A8E33C022FCF}" type="slidenum">
              <a:rPr lang="en-US" altLang="en-US"/>
              <a:pPr>
                <a:defRPr/>
              </a:pPr>
              <a:t>‹#›</a:t>
            </a:fld>
            <a:endParaRPr lang="en-US" altLang="en-US"/>
          </a:p>
        </p:txBody>
      </p:sp>
    </p:spTree>
    <p:extLst>
      <p:ext uri="{BB962C8B-B14F-4D97-AF65-F5344CB8AC3E}">
        <p14:creationId xmlns:p14="http://schemas.microsoft.com/office/powerpoint/2010/main" val="8166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8702030-264C-4052-95B5-5373BB533BE6}"/>
              </a:ext>
            </a:extLst>
          </p:cNvPr>
          <p:cNvSpPr>
            <a:spLocks noGrp="1"/>
          </p:cNvSpPr>
          <p:nvPr>
            <p:ph type="dt" sz="half" idx="10"/>
          </p:nvPr>
        </p:nvSpPr>
        <p:spPr/>
        <p:txBody>
          <a:bodyPr/>
          <a:lstStyle>
            <a:lvl1pPr>
              <a:defRPr/>
            </a:lvl1pPr>
          </a:lstStyle>
          <a:p>
            <a:pPr>
              <a:defRPr/>
            </a:pPr>
            <a:fld id="{366EB722-C9DD-4D01-A7CF-D5F5C28F355F}" type="datetime1">
              <a:rPr lang="en-US" altLang="en-US"/>
              <a:pPr>
                <a:defRPr/>
              </a:pPr>
              <a:t>10/6/25</a:t>
            </a:fld>
            <a:endParaRPr lang="en-US" altLang="en-US"/>
          </a:p>
        </p:txBody>
      </p:sp>
      <p:sp>
        <p:nvSpPr>
          <p:cNvPr id="3" name="Footer Placeholder 4">
            <a:extLst>
              <a:ext uri="{FF2B5EF4-FFF2-40B4-BE49-F238E27FC236}">
                <a16:creationId xmlns:a16="http://schemas.microsoft.com/office/drawing/2014/main" id="{FF2B15FB-7A2C-47A0-A4C5-0C93F40056AD}"/>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8A29EBD2-E3E4-4936-9CA1-5D80825F7A57}"/>
              </a:ext>
            </a:extLst>
          </p:cNvPr>
          <p:cNvSpPr>
            <a:spLocks noGrp="1"/>
          </p:cNvSpPr>
          <p:nvPr>
            <p:ph type="sldNum" sz="quarter" idx="12"/>
          </p:nvPr>
        </p:nvSpPr>
        <p:spPr/>
        <p:txBody>
          <a:bodyPr/>
          <a:lstStyle>
            <a:lvl1pPr>
              <a:defRPr/>
            </a:lvl1pPr>
          </a:lstStyle>
          <a:p>
            <a:pPr>
              <a:defRPr/>
            </a:pPr>
            <a:fld id="{B391FE1F-6E7E-4445-ACE5-298B71A17DA6}" type="slidenum">
              <a:rPr lang="en-US" altLang="en-US"/>
              <a:pPr>
                <a:defRPr/>
              </a:pPr>
              <a:t>‹#›</a:t>
            </a:fld>
            <a:endParaRPr lang="en-US" altLang="en-US"/>
          </a:p>
        </p:txBody>
      </p:sp>
    </p:spTree>
    <p:extLst>
      <p:ext uri="{BB962C8B-B14F-4D97-AF65-F5344CB8AC3E}">
        <p14:creationId xmlns:p14="http://schemas.microsoft.com/office/powerpoint/2010/main" val="1707830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E9419CB-FEC5-4A9B-8A22-A2C5C614BF32}"/>
              </a:ext>
            </a:extLst>
          </p:cNvPr>
          <p:cNvSpPr>
            <a:spLocks noGrp="1"/>
          </p:cNvSpPr>
          <p:nvPr>
            <p:ph type="dt" sz="half" idx="10"/>
          </p:nvPr>
        </p:nvSpPr>
        <p:spPr/>
        <p:txBody>
          <a:bodyPr/>
          <a:lstStyle>
            <a:lvl1pPr>
              <a:defRPr/>
            </a:lvl1pPr>
          </a:lstStyle>
          <a:p>
            <a:pPr>
              <a:defRPr/>
            </a:pPr>
            <a:fld id="{C8118342-8767-4F05-A024-79B625DAFC5E}" type="datetime1">
              <a:rPr lang="en-US" altLang="en-US"/>
              <a:pPr>
                <a:defRPr/>
              </a:pPr>
              <a:t>10/6/25</a:t>
            </a:fld>
            <a:endParaRPr lang="en-US" altLang="en-US"/>
          </a:p>
        </p:txBody>
      </p:sp>
      <p:sp>
        <p:nvSpPr>
          <p:cNvPr id="6" name="Footer Placeholder 4">
            <a:extLst>
              <a:ext uri="{FF2B5EF4-FFF2-40B4-BE49-F238E27FC236}">
                <a16:creationId xmlns:a16="http://schemas.microsoft.com/office/drawing/2014/main" id="{0928F00A-1AD8-4E19-A226-98DFDCB5F4A7}"/>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EFD011-36AB-493D-A0F4-E5009639E2C2}"/>
              </a:ext>
            </a:extLst>
          </p:cNvPr>
          <p:cNvSpPr>
            <a:spLocks noGrp="1"/>
          </p:cNvSpPr>
          <p:nvPr>
            <p:ph type="sldNum" sz="quarter" idx="12"/>
          </p:nvPr>
        </p:nvSpPr>
        <p:spPr/>
        <p:txBody>
          <a:bodyPr/>
          <a:lstStyle>
            <a:lvl1pPr>
              <a:defRPr/>
            </a:lvl1pPr>
          </a:lstStyle>
          <a:p>
            <a:pPr>
              <a:defRPr/>
            </a:pPr>
            <a:fld id="{C0EF2736-2455-49E5-841B-B76B6D79A373}" type="slidenum">
              <a:rPr lang="en-US" altLang="en-US"/>
              <a:pPr>
                <a:defRPr/>
              </a:pPr>
              <a:t>‹#›</a:t>
            </a:fld>
            <a:endParaRPr lang="en-US" altLang="en-US"/>
          </a:p>
        </p:txBody>
      </p:sp>
    </p:spTree>
    <p:extLst>
      <p:ext uri="{BB962C8B-B14F-4D97-AF65-F5344CB8AC3E}">
        <p14:creationId xmlns:p14="http://schemas.microsoft.com/office/powerpoint/2010/main" val="3392842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571F590-EB6D-44D0-8F2E-6411E9B585BB}"/>
              </a:ext>
            </a:extLst>
          </p:cNvPr>
          <p:cNvSpPr>
            <a:spLocks noGrp="1"/>
          </p:cNvSpPr>
          <p:nvPr>
            <p:ph type="dt" sz="half" idx="10"/>
          </p:nvPr>
        </p:nvSpPr>
        <p:spPr/>
        <p:txBody>
          <a:bodyPr/>
          <a:lstStyle>
            <a:lvl1pPr>
              <a:defRPr/>
            </a:lvl1pPr>
          </a:lstStyle>
          <a:p>
            <a:pPr>
              <a:defRPr/>
            </a:pPr>
            <a:fld id="{504BF16D-FAB8-4F14-B212-A2AB23B2B509}" type="datetime1">
              <a:rPr lang="en-US" altLang="en-US"/>
              <a:pPr>
                <a:defRPr/>
              </a:pPr>
              <a:t>10/6/25</a:t>
            </a:fld>
            <a:endParaRPr lang="en-US" altLang="en-US"/>
          </a:p>
        </p:txBody>
      </p:sp>
      <p:sp>
        <p:nvSpPr>
          <p:cNvPr id="6" name="Footer Placeholder 4">
            <a:extLst>
              <a:ext uri="{FF2B5EF4-FFF2-40B4-BE49-F238E27FC236}">
                <a16:creationId xmlns:a16="http://schemas.microsoft.com/office/drawing/2014/main" id="{10BC9E6F-7721-4AB8-B86F-351CF0687FBE}"/>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64749B3E-11C2-440B-B63E-E7337584B25D}"/>
              </a:ext>
            </a:extLst>
          </p:cNvPr>
          <p:cNvSpPr>
            <a:spLocks noGrp="1"/>
          </p:cNvSpPr>
          <p:nvPr>
            <p:ph type="sldNum" sz="quarter" idx="12"/>
          </p:nvPr>
        </p:nvSpPr>
        <p:spPr/>
        <p:txBody>
          <a:bodyPr/>
          <a:lstStyle>
            <a:lvl1pPr>
              <a:defRPr/>
            </a:lvl1pPr>
          </a:lstStyle>
          <a:p>
            <a:pPr>
              <a:defRPr/>
            </a:pPr>
            <a:fld id="{7927E83D-4369-46B2-A2B6-4C28E9864DE7}" type="slidenum">
              <a:rPr lang="en-US" altLang="en-US"/>
              <a:pPr>
                <a:defRPr/>
              </a:pPr>
              <a:t>‹#›</a:t>
            </a:fld>
            <a:endParaRPr lang="en-US" altLang="en-US"/>
          </a:p>
        </p:txBody>
      </p:sp>
    </p:spTree>
    <p:extLst>
      <p:ext uri="{BB962C8B-B14F-4D97-AF65-F5344CB8AC3E}">
        <p14:creationId xmlns:p14="http://schemas.microsoft.com/office/powerpoint/2010/main" val="567440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2918F6-1047-42BD-908A-AA91CD43C9DF}"/>
              </a:ext>
            </a:extLst>
          </p:cNvPr>
          <p:cNvSpPr>
            <a:spLocks noGrp="1"/>
          </p:cNvSpPr>
          <p:nvPr>
            <p:ph type="dt" sz="half" idx="10"/>
          </p:nvPr>
        </p:nvSpPr>
        <p:spPr/>
        <p:txBody>
          <a:bodyPr/>
          <a:lstStyle>
            <a:lvl1pPr>
              <a:defRPr/>
            </a:lvl1pPr>
          </a:lstStyle>
          <a:p>
            <a:pPr>
              <a:defRPr/>
            </a:pPr>
            <a:fld id="{AB1BB82A-CAC3-46BC-9818-C07FF6F63BBF}"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662854FC-F97C-4BE5-9121-5158E6F1C17F}"/>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6898E17C-357B-4B38-9E7E-B0526C3973F4}"/>
              </a:ext>
            </a:extLst>
          </p:cNvPr>
          <p:cNvSpPr>
            <a:spLocks noGrp="1"/>
          </p:cNvSpPr>
          <p:nvPr>
            <p:ph type="sldNum" sz="quarter" idx="12"/>
          </p:nvPr>
        </p:nvSpPr>
        <p:spPr/>
        <p:txBody>
          <a:bodyPr/>
          <a:lstStyle>
            <a:lvl1pPr>
              <a:defRPr/>
            </a:lvl1pPr>
          </a:lstStyle>
          <a:p>
            <a:pPr>
              <a:defRPr/>
            </a:pPr>
            <a:fld id="{F3A1A39E-379F-4869-8737-291157C00E34}" type="slidenum">
              <a:rPr lang="en-US" altLang="en-US"/>
              <a:pPr>
                <a:defRPr/>
              </a:pPr>
              <a:t>‹#›</a:t>
            </a:fld>
            <a:endParaRPr lang="en-US" altLang="en-US"/>
          </a:p>
        </p:txBody>
      </p:sp>
    </p:spTree>
    <p:extLst>
      <p:ext uri="{BB962C8B-B14F-4D97-AF65-F5344CB8AC3E}">
        <p14:creationId xmlns:p14="http://schemas.microsoft.com/office/powerpoint/2010/main" val="656742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A2AD3B-8F83-4EB7-8911-A24376432D75}"/>
              </a:ext>
            </a:extLst>
          </p:cNvPr>
          <p:cNvSpPr>
            <a:spLocks noGrp="1"/>
          </p:cNvSpPr>
          <p:nvPr>
            <p:ph type="dt" sz="half" idx="10"/>
          </p:nvPr>
        </p:nvSpPr>
        <p:spPr/>
        <p:txBody>
          <a:bodyPr/>
          <a:lstStyle>
            <a:lvl1pPr>
              <a:defRPr/>
            </a:lvl1pPr>
          </a:lstStyle>
          <a:p>
            <a:pPr>
              <a:defRPr/>
            </a:pPr>
            <a:fld id="{108BE588-2B78-420A-8825-9F0B2B3FD717}"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B406B8D3-526F-4E22-840E-C31B49B8CACF}"/>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999D8D8C-F7C2-46D7-A752-8F74A4488E79}"/>
              </a:ext>
            </a:extLst>
          </p:cNvPr>
          <p:cNvSpPr>
            <a:spLocks noGrp="1"/>
          </p:cNvSpPr>
          <p:nvPr>
            <p:ph type="sldNum" sz="quarter" idx="12"/>
          </p:nvPr>
        </p:nvSpPr>
        <p:spPr/>
        <p:txBody>
          <a:bodyPr/>
          <a:lstStyle>
            <a:lvl1pPr>
              <a:defRPr/>
            </a:lvl1pPr>
          </a:lstStyle>
          <a:p>
            <a:pPr>
              <a:defRPr/>
            </a:pPr>
            <a:fld id="{40D6A202-EA79-48FF-A03C-EA57D0401C2A}" type="slidenum">
              <a:rPr lang="en-US" altLang="en-US"/>
              <a:pPr>
                <a:defRPr/>
              </a:pPr>
              <a:t>‹#›</a:t>
            </a:fld>
            <a:endParaRPr lang="en-US" altLang="en-US"/>
          </a:p>
        </p:txBody>
      </p:sp>
    </p:spTree>
    <p:extLst>
      <p:ext uri="{BB962C8B-B14F-4D97-AF65-F5344CB8AC3E}">
        <p14:creationId xmlns:p14="http://schemas.microsoft.com/office/powerpoint/2010/main" val="134947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47671EF-05F6-45CE-9F52-CF66B0EBAF0F}"/>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2DE087CA-AD84-49F2-B635-1EA09C841A7F}"/>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97710E9-FFD9-480E-89DC-136731707385}"/>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Calibri" pitchFamily="34" charset="0"/>
              </a:defRPr>
            </a:lvl1pPr>
          </a:lstStyle>
          <a:p>
            <a:pPr>
              <a:defRPr/>
            </a:pPr>
            <a:fld id="{F5DCDC4D-E4BF-44EF-AD86-1275C3D6DE30}" type="datetime1">
              <a:rPr lang="en-US" altLang="en-US"/>
              <a:pPr>
                <a:defRPr/>
              </a:pPr>
              <a:t>10/6/25</a:t>
            </a:fld>
            <a:endParaRPr lang="en-US" altLang="en-US"/>
          </a:p>
        </p:txBody>
      </p:sp>
      <p:sp>
        <p:nvSpPr>
          <p:cNvPr id="5" name="Footer Placeholder 4">
            <a:extLst>
              <a:ext uri="{FF2B5EF4-FFF2-40B4-BE49-F238E27FC236}">
                <a16:creationId xmlns:a16="http://schemas.microsoft.com/office/drawing/2014/main" id="{965D69CA-3D9A-418D-AA5B-C8F95124BA1E}"/>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Calibri" pitchFamily="34" charset="0"/>
              </a:defRPr>
            </a:lvl1pPr>
          </a:lstStyle>
          <a:p>
            <a:pPr>
              <a:defRPr/>
            </a:pPr>
            <a:endParaRPr lang="en-US" altLang="en-US"/>
          </a:p>
        </p:txBody>
      </p:sp>
      <p:sp>
        <p:nvSpPr>
          <p:cNvPr id="6" name="Slide Number Placeholder 5">
            <a:extLst>
              <a:ext uri="{FF2B5EF4-FFF2-40B4-BE49-F238E27FC236}">
                <a16:creationId xmlns:a16="http://schemas.microsoft.com/office/drawing/2014/main" id="{63B104DA-AE3A-47E7-BD00-A62E8FED33B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E5479424-EEE0-43C7-81A3-4855201A13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1.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customXml" Target="../ink/ink3.xml"/><Relationship Id="rId5" Type="http://schemas.openxmlformats.org/officeDocument/2006/relationships/image" Target="../media/image10.png"/><Relationship Id="rId4" Type="http://schemas.openxmlformats.org/officeDocument/2006/relationships/customXml" Target="../ink/ink2.xml"/></Relationships>
</file>

<file path=ppt/slides/_rels/slide1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customXml" Target="../ink/ink4.xml"/><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5.JP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customXml" Target="../ink/ink6.xml"/><Relationship Id="rId4" Type="http://schemas.openxmlformats.org/officeDocument/2006/relationships/image" Target="../media/image6.jpeg"/></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5.JP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customXml" Target="../ink/ink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9.jpe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1.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6847EF-A155-4776-A0AD-8E7912510F6E}"/>
              </a:ext>
            </a:extLst>
          </p:cNvPr>
          <p:cNvSpPr>
            <a:spLocks/>
          </p:cNvSpPr>
          <p:nvPr/>
        </p:nvSpPr>
        <p:spPr bwMode="auto">
          <a:xfrm>
            <a:off x="609600" y="1295400"/>
            <a:ext cx="7924800" cy="4114800"/>
          </a:xfrm>
          <a:prstGeom prst="rect">
            <a:avLst/>
          </a:prstGeom>
          <a:noFill/>
          <a:ln w="9525">
            <a:noFill/>
            <a:miter lim="800000"/>
            <a:headEnd/>
            <a:tailEnd/>
          </a:ln>
        </p:spPr>
        <p:txBody>
          <a:bodyPr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defRPr/>
            </a:pPr>
            <a:r>
              <a:rPr lang="en-US" altLang="en-US" sz="3600" dirty="0">
                <a:effectLst>
                  <a:outerShdw blurRad="38100" dist="38100" dir="2700000" algn="tl">
                    <a:srgbClr val="C0C0C0"/>
                  </a:outerShdw>
                </a:effectLst>
              </a:rPr>
              <a:t>Appendix </a:t>
            </a:r>
            <a:r>
              <a:rPr lang="en-US" altLang="en-US" sz="3600" dirty="0"/>
              <a:t>D</a:t>
            </a:r>
            <a:br>
              <a:rPr lang="en-US" altLang="en-US" sz="3600" dirty="0"/>
            </a:br>
            <a:br>
              <a:rPr lang="en-US" altLang="en-US" sz="3600" dirty="0"/>
            </a:br>
            <a:r>
              <a:rPr lang="en-US" altLang="en-US" sz="3600" dirty="0"/>
              <a:t>Mapping Control to Hardware</a:t>
            </a:r>
            <a:br>
              <a:rPr lang="en-US" altLang="en-US" sz="4000" dirty="0"/>
            </a:br>
            <a:endParaRPr lang="en-US" altLang="en-US" sz="4000" dirty="0"/>
          </a:p>
        </p:txBody>
      </p:sp>
      <p:sp>
        <p:nvSpPr>
          <p:cNvPr id="3075" name="Footer Placeholder 7">
            <a:extLst>
              <a:ext uri="{FF2B5EF4-FFF2-40B4-BE49-F238E27FC236}">
                <a16:creationId xmlns:a16="http://schemas.microsoft.com/office/drawing/2014/main" id="{782EE4F1-F474-4917-9159-9D45809C8F48}"/>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623C41B7-9846-48A5-B864-4403BFD808B5}"/>
              </a:ext>
            </a:extLst>
          </p:cNvPr>
          <p:cNvSpPr>
            <a:spLocks noGrp="1"/>
          </p:cNvSpPr>
          <p:nvPr>
            <p:ph type="ftr" sz="quarter" idx="11"/>
          </p:nvPr>
        </p:nvSpPr>
        <p:spPr bwMode="auto">
          <a:xfrm>
            <a:off x="457200" y="6400800"/>
            <a:ext cx="2895600" cy="3206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AU" altLang="en-US" sz="1400">
                <a:latin typeface="Arial" panose="020B0604020202020204" pitchFamily="34" charset="0"/>
              </a:rPr>
              <a:t>Chapter 4 — The Processor — </a:t>
            </a:r>
            <a:fld id="{5DEB8871-5EF4-4B0D-BD09-25839C127A00}" type="slidenum">
              <a:rPr lang="en-AU" altLang="en-US" sz="1400" smtClean="0">
                <a:latin typeface="Arial" panose="020B0604020202020204" pitchFamily="34" charset="0"/>
              </a:rPr>
              <a:pPr algn="r">
                <a:spcBef>
                  <a:spcPct val="0"/>
                </a:spcBef>
                <a:buFontTx/>
                <a:buNone/>
              </a:pPr>
              <a:t>2</a:t>
            </a:fld>
            <a:endParaRPr lang="en-AU" altLang="en-US" sz="1400">
              <a:latin typeface="Arial" panose="020B0604020202020204" pitchFamily="34" charset="0"/>
            </a:endParaRPr>
          </a:p>
        </p:txBody>
      </p:sp>
      <p:sp>
        <p:nvSpPr>
          <p:cNvPr id="4099" name="Rectangle 3">
            <a:extLst>
              <a:ext uri="{FF2B5EF4-FFF2-40B4-BE49-F238E27FC236}">
                <a16:creationId xmlns:a16="http://schemas.microsoft.com/office/drawing/2014/main" id="{DDCCA67E-B1B8-4C20-8BF5-7D3A7D25AB17}"/>
              </a:ext>
            </a:extLst>
          </p:cNvPr>
          <p:cNvSpPr>
            <a:spLocks noGrp="1"/>
          </p:cNvSpPr>
          <p:nvPr>
            <p:ph type="body" idx="1"/>
          </p:nvPr>
        </p:nvSpPr>
        <p:spPr>
          <a:xfrm>
            <a:off x="457200" y="1036638"/>
            <a:ext cx="8229600" cy="3763962"/>
          </a:xfrm>
        </p:spPr>
        <p:txBody>
          <a:bodyPr/>
          <a:lstStyle/>
          <a:p>
            <a:pPr marL="609600" indent="-609600" eaLnBrk="1" hangingPunct="1"/>
            <a:r>
              <a:rPr lang="en-US" altLang="en-US" dirty="0"/>
              <a:t>The longest cycle is divided into 5 smaller cycles</a:t>
            </a:r>
          </a:p>
          <a:p>
            <a:pPr marL="990600" lvl="1" indent="-533400" eaLnBrk="1" hangingPunct="1">
              <a:buFont typeface="Wingdings" panose="05000000000000000000" pitchFamily="2" charset="2"/>
              <a:buAutoNum type="arabicPeriod"/>
            </a:pPr>
            <a:r>
              <a:rPr lang="en-US" altLang="en-US" dirty="0"/>
              <a:t>IF: </a:t>
            </a:r>
            <a:r>
              <a:rPr lang="en-US" altLang="en-US" dirty="0">
                <a:solidFill>
                  <a:srgbClr val="FF0000"/>
                </a:solidFill>
              </a:rPr>
              <a:t>I</a:t>
            </a:r>
            <a:r>
              <a:rPr lang="en-US" altLang="en-US" dirty="0"/>
              <a:t>nstruction </a:t>
            </a:r>
            <a:r>
              <a:rPr lang="en-US" altLang="en-US" dirty="0">
                <a:solidFill>
                  <a:srgbClr val="FF0000"/>
                </a:solidFill>
              </a:rPr>
              <a:t>F</a:t>
            </a:r>
            <a:r>
              <a:rPr lang="en-US" altLang="en-US" dirty="0"/>
              <a:t>etch from memory (</a:t>
            </a:r>
            <a:r>
              <a:rPr lang="en-US" altLang="en-US" dirty="0">
                <a:solidFill>
                  <a:srgbClr val="FF0000"/>
                </a:solidFill>
              </a:rPr>
              <a:t>IF</a:t>
            </a:r>
            <a:r>
              <a:rPr lang="en-US" altLang="en-US" dirty="0"/>
              <a:t>)</a:t>
            </a:r>
          </a:p>
          <a:p>
            <a:pPr marL="990600" lvl="1" indent="-533400" eaLnBrk="1" hangingPunct="1">
              <a:buFont typeface="Wingdings" panose="05000000000000000000" pitchFamily="2" charset="2"/>
              <a:buAutoNum type="arabicPeriod"/>
            </a:pPr>
            <a:r>
              <a:rPr lang="en-US" altLang="en-US" dirty="0"/>
              <a:t>ID: </a:t>
            </a:r>
            <a:r>
              <a:rPr lang="en-US" altLang="en-US" dirty="0">
                <a:solidFill>
                  <a:srgbClr val="FF0000"/>
                </a:solidFill>
              </a:rPr>
              <a:t>I</a:t>
            </a:r>
            <a:r>
              <a:rPr lang="en-US" altLang="en-US" dirty="0"/>
              <a:t>nstruction </a:t>
            </a:r>
            <a:r>
              <a:rPr lang="en-US" altLang="en-US" dirty="0">
                <a:solidFill>
                  <a:srgbClr val="FF0000"/>
                </a:solidFill>
              </a:rPr>
              <a:t>D</a:t>
            </a:r>
            <a:r>
              <a:rPr lang="en-US" altLang="en-US" dirty="0"/>
              <a:t>ecode &amp; register read (</a:t>
            </a:r>
            <a:r>
              <a:rPr lang="en-US" altLang="en-US" dirty="0">
                <a:solidFill>
                  <a:srgbClr val="FF0000"/>
                </a:solidFill>
              </a:rPr>
              <a:t>ID</a:t>
            </a:r>
            <a:r>
              <a:rPr lang="en-US" altLang="en-US" dirty="0"/>
              <a:t>)</a:t>
            </a:r>
          </a:p>
          <a:p>
            <a:pPr marL="990600" lvl="1" indent="-533400" eaLnBrk="1" hangingPunct="1">
              <a:buFont typeface="Wingdings" panose="05000000000000000000" pitchFamily="2" charset="2"/>
              <a:buAutoNum type="arabicPeriod"/>
            </a:pPr>
            <a:r>
              <a:rPr lang="en-US" altLang="en-US" dirty="0"/>
              <a:t>EX: </a:t>
            </a:r>
            <a:r>
              <a:rPr lang="en-US" altLang="en-US" dirty="0" err="1">
                <a:solidFill>
                  <a:srgbClr val="FF0000"/>
                </a:solidFill>
              </a:rPr>
              <a:t>EX</a:t>
            </a:r>
            <a:r>
              <a:rPr lang="en-US" altLang="en-US" dirty="0" err="1"/>
              <a:t>ecute</a:t>
            </a:r>
            <a:r>
              <a:rPr lang="en-US" altLang="en-US" dirty="0"/>
              <a:t> operation or calculate address (</a:t>
            </a:r>
            <a:r>
              <a:rPr lang="en-US" altLang="en-US" dirty="0">
                <a:solidFill>
                  <a:srgbClr val="FF0000"/>
                </a:solidFill>
              </a:rPr>
              <a:t>EX</a:t>
            </a:r>
            <a:r>
              <a:rPr lang="en-US" altLang="en-US" dirty="0"/>
              <a:t>)</a:t>
            </a:r>
          </a:p>
          <a:p>
            <a:pPr marL="990600" lvl="1" indent="-533400" eaLnBrk="1" hangingPunct="1">
              <a:buFont typeface="Wingdings" panose="05000000000000000000" pitchFamily="2" charset="2"/>
              <a:buAutoNum type="arabicPeriod"/>
            </a:pPr>
            <a:r>
              <a:rPr lang="en-US" altLang="en-US" dirty="0"/>
              <a:t>MEM: Access </a:t>
            </a:r>
            <a:r>
              <a:rPr lang="en-US" altLang="en-US" dirty="0" err="1">
                <a:solidFill>
                  <a:srgbClr val="FF0000"/>
                </a:solidFill>
              </a:rPr>
              <a:t>MEM</a:t>
            </a:r>
            <a:r>
              <a:rPr lang="en-US" altLang="en-US" dirty="0" err="1"/>
              <a:t>ory</a:t>
            </a:r>
            <a:r>
              <a:rPr lang="en-US" altLang="en-US" dirty="0"/>
              <a:t> operand (</a:t>
            </a:r>
            <a:r>
              <a:rPr lang="en-US" altLang="en-US" dirty="0">
                <a:solidFill>
                  <a:srgbClr val="FF0000"/>
                </a:solidFill>
              </a:rPr>
              <a:t>MEM</a:t>
            </a:r>
            <a:r>
              <a:rPr lang="en-US" altLang="en-US" dirty="0"/>
              <a:t>)</a:t>
            </a:r>
          </a:p>
          <a:p>
            <a:pPr marL="990600" lvl="1" indent="-533400" eaLnBrk="1" hangingPunct="1">
              <a:buFont typeface="Wingdings" panose="05000000000000000000" pitchFamily="2" charset="2"/>
              <a:buAutoNum type="arabicPeriod"/>
            </a:pPr>
            <a:r>
              <a:rPr lang="en-US" altLang="en-US" dirty="0"/>
              <a:t>WB: </a:t>
            </a:r>
            <a:r>
              <a:rPr lang="en-US" altLang="en-US" dirty="0">
                <a:solidFill>
                  <a:srgbClr val="FF0000"/>
                </a:solidFill>
              </a:rPr>
              <a:t>W</a:t>
            </a:r>
            <a:r>
              <a:rPr lang="en-US" altLang="en-US" dirty="0"/>
              <a:t>rite result </a:t>
            </a:r>
            <a:r>
              <a:rPr lang="en-US" altLang="en-US" dirty="0">
                <a:solidFill>
                  <a:srgbClr val="FF0000"/>
                </a:solidFill>
              </a:rPr>
              <a:t>B</a:t>
            </a:r>
            <a:r>
              <a:rPr lang="en-US" altLang="en-US" dirty="0"/>
              <a:t>ack to register (</a:t>
            </a:r>
            <a:r>
              <a:rPr lang="en-US" altLang="en-US" dirty="0">
                <a:solidFill>
                  <a:srgbClr val="FF0000"/>
                </a:solidFill>
              </a:rPr>
              <a:t>WB</a:t>
            </a:r>
            <a:r>
              <a:rPr lang="en-US" altLang="en-US" dirty="0"/>
              <a:t>)</a:t>
            </a:r>
            <a:endParaRPr lang="en-AU" altLang="en-US" dirty="0"/>
          </a:p>
        </p:txBody>
      </p:sp>
      <p:sp>
        <p:nvSpPr>
          <p:cNvPr id="4" name="Rectangle 3">
            <a:extLst>
              <a:ext uri="{FF2B5EF4-FFF2-40B4-BE49-F238E27FC236}">
                <a16:creationId xmlns:a16="http://schemas.microsoft.com/office/drawing/2014/main" id="{6333A1CC-D77D-4404-840A-7FDD75A2B0DE}"/>
              </a:ext>
            </a:extLst>
          </p:cNvPr>
          <p:cNvSpPr>
            <a:spLocks noChangeArrowheads="1"/>
          </p:cNvSpPr>
          <p:nvPr/>
        </p:nvSpPr>
        <p:spPr bwMode="auto">
          <a:xfrm>
            <a:off x="1930400" y="4860925"/>
            <a:ext cx="4165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latin typeface="Arial" panose="020B0604020202020204" pitchFamily="34" charset="0"/>
                <a:sym typeface="Symbol" panose="05050102010706020507" pitchFamily="18" charset="2"/>
              </a:rPr>
              <a:t>R-Type: add $a, $b, $c – 1-2-3-5</a:t>
            </a:r>
          </a:p>
          <a:p>
            <a:pPr eaLnBrk="1" hangingPunct="1">
              <a:spcBef>
                <a:spcPct val="0"/>
              </a:spcBef>
              <a:buFontTx/>
              <a:buNone/>
            </a:pPr>
            <a:r>
              <a:rPr lang="en-US" altLang="en-US" sz="2000">
                <a:latin typeface="Arial" panose="020B0604020202020204" pitchFamily="34" charset="0"/>
                <a:sym typeface="Symbol" panose="05050102010706020507" pitchFamily="18" charset="2"/>
              </a:rPr>
              <a:t>Load: lw $a, offset ($b) – 1-2-3-4-5</a:t>
            </a:r>
          </a:p>
          <a:p>
            <a:pPr eaLnBrk="1" hangingPunct="1">
              <a:spcBef>
                <a:spcPct val="0"/>
              </a:spcBef>
              <a:buFontTx/>
              <a:buNone/>
            </a:pPr>
            <a:r>
              <a:rPr lang="en-US" altLang="en-US" sz="2000">
                <a:latin typeface="Arial" panose="020B0604020202020204" pitchFamily="34" charset="0"/>
                <a:sym typeface="Symbol" panose="05050102010706020507" pitchFamily="18" charset="2"/>
              </a:rPr>
              <a:t>Store: st $a, offset ($b) – 1-2-3-4</a:t>
            </a:r>
          </a:p>
          <a:p>
            <a:pPr eaLnBrk="1" hangingPunct="1">
              <a:spcBef>
                <a:spcPct val="0"/>
              </a:spcBef>
              <a:buFontTx/>
              <a:buNone/>
            </a:pPr>
            <a:r>
              <a:rPr lang="en-US" altLang="en-US" sz="2000">
                <a:latin typeface="Arial" panose="020B0604020202020204" pitchFamily="34" charset="0"/>
                <a:sym typeface="Symbol" panose="05050102010706020507" pitchFamily="18" charset="2"/>
              </a:rPr>
              <a:t>Branch: beq $a, $b, L1 – 1-2-3</a:t>
            </a:r>
          </a:p>
        </p:txBody>
      </p:sp>
      <p:sp>
        <p:nvSpPr>
          <p:cNvPr id="2" name="Rectangle 1">
            <a:extLst>
              <a:ext uri="{FF2B5EF4-FFF2-40B4-BE49-F238E27FC236}">
                <a16:creationId xmlns:a16="http://schemas.microsoft.com/office/drawing/2014/main" id="{01E340BB-164F-4FB0-8242-68D30071D2C4}"/>
              </a:ext>
            </a:extLst>
          </p:cNvPr>
          <p:cNvSpPr/>
          <p:nvPr/>
        </p:nvSpPr>
        <p:spPr>
          <a:xfrm>
            <a:off x="4876800" y="4851400"/>
            <a:ext cx="600075" cy="132397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Arrow Connector 4">
            <a:extLst>
              <a:ext uri="{FF2B5EF4-FFF2-40B4-BE49-F238E27FC236}">
                <a16:creationId xmlns:a16="http://schemas.microsoft.com/office/drawing/2014/main" id="{44E1947E-B683-4397-B35F-4F8AE55475B5}"/>
              </a:ext>
            </a:extLst>
          </p:cNvPr>
          <p:cNvCxnSpPr/>
          <p:nvPr/>
        </p:nvCxnSpPr>
        <p:spPr>
          <a:xfrm flipH="1">
            <a:off x="5486400" y="4800600"/>
            <a:ext cx="685800" cy="50800"/>
          </a:xfrm>
          <a:prstGeom prst="straightConnector1">
            <a:avLst/>
          </a:prstGeom>
          <a:noFill/>
          <a:ln>
            <a:solidFill>
              <a:srgbClr val="FF0000"/>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 name="TextBox 5">
            <a:extLst>
              <a:ext uri="{FF2B5EF4-FFF2-40B4-BE49-F238E27FC236}">
                <a16:creationId xmlns:a16="http://schemas.microsoft.com/office/drawing/2014/main" id="{03CD24C9-5E61-4108-9211-43C443D4C6BD}"/>
              </a:ext>
            </a:extLst>
          </p:cNvPr>
          <p:cNvSpPr txBox="1">
            <a:spLocks noChangeArrowheads="1"/>
          </p:cNvSpPr>
          <p:nvPr/>
        </p:nvSpPr>
        <p:spPr bwMode="auto">
          <a:xfrm>
            <a:off x="6143625" y="4583113"/>
            <a:ext cx="1066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FF0000"/>
                </a:solidFill>
              </a:rPr>
              <a:t>common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Footer Placeholder 3">
            <a:extLst>
              <a:ext uri="{FF2B5EF4-FFF2-40B4-BE49-F238E27FC236}">
                <a16:creationId xmlns:a16="http://schemas.microsoft.com/office/drawing/2014/main" id="{11370AAE-AE14-465C-AC02-11EB67190A9D}"/>
              </a:ext>
            </a:extLst>
          </p:cNvPr>
          <p:cNvSpPr>
            <a:spLocks noGrp="1"/>
          </p:cNvSpPr>
          <p:nvPr>
            <p:ph type="ftr" sz="quarter" idx="10"/>
          </p:nvPr>
        </p:nvSpPr>
        <p:spPr>
          <a:xfrm>
            <a:off x="457200" y="6356350"/>
            <a:ext cx="28194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en-US" sz="1400" dirty="0"/>
              <a:t>Chapter 4 — The Processor — </a:t>
            </a:r>
            <a:fld id="{CEBF6538-C8D5-414D-B2A1-9E25AD763FF7}" type="slidenum">
              <a:rPr lang="en-AU" altLang="en-US" sz="1400" smtClean="0"/>
              <a:pPr>
                <a:spcBef>
                  <a:spcPct val="0"/>
                </a:spcBef>
                <a:buClrTx/>
                <a:buSzTx/>
                <a:buFontTx/>
                <a:buNone/>
              </a:pPr>
              <a:t>3</a:t>
            </a:fld>
            <a:endParaRPr lang="en-AU" altLang="en-US" sz="1400" dirty="0"/>
          </a:p>
        </p:txBody>
      </p:sp>
      <p:sp>
        <p:nvSpPr>
          <p:cNvPr id="95235" name="Rectangle 2">
            <a:extLst>
              <a:ext uri="{FF2B5EF4-FFF2-40B4-BE49-F238E27FC236}">
                <a16:creationId xmlns:a16="http://schemas.microsoft.com/office/drawing/2014/main" id="{1C8C2731-85B2-45EF-BCAB-7CEF6F66943E}"/>
              </a:ext>
            </a:extLst>
          </p:cNvPr>
          <p:cNvSpPr>
            <a:spLocks noGrp="1" noChangeArrowheads="1"/>
          </p:cNvSpPr>
          <p:nvPr>
            <p:ph type="title"/>
          </p:nvPr>
        </p:nvSpPr>
        <p:spPr>
          <a:xfrm>
            <a:off x="684213" y="138113"/>
            <a:ext cx="8259762" cy="769937"/>
          </a:xfrm>
          <a:noFill/>
        </p:spPr>
        <p:txBody>
          <a:bodyPr/>
          <a:lstStyle/>
          <a:p>
            <a:pPr eaLnBrk="1" hangingPunct="1"/>
            <a:r>
              <a:rPr lang="en-US" altLang="en-US"/>
              <a:t>Multiclock Cycle Design</a:t>
            </a:r>
            <a:endParaRPr lang="en-AU" altLang="en-US"/>
          </a:p>
        </p:txBody>
      </p:sp>
      <p:pic>
        <p:nvPicPr>
          <p:cNvPr id="95236" name="Picture 2" descr="https://learn.circuitverse.org/assets/images/clock_signal.jpg">
            <a:extLst>
              <a:ext uri="{FF2B5EF4-FFF2-40B4-BE49-F238E27FC236}">
                <a16:creationId xmlns:a16="http://schemas.microsoft.com/office/drawing/2014/main" id="{58146CD6-F870-445E-8BEA-0CEE96B549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6050" y="2740025"/>
            <a:ext cx="2520950"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4" descr="https://learn.circuitverse.org/assets/images/train_of_pulses.jpg">
            <a:extLst>
              <a:ext uri="{FF2B5EF4-FFF2-40B4-BE49-F238E27FC236}">
                <a16:creationId xmlns:a16="http://schemas.microsoft.com/office/drawing/2014/main" id="{BCE5B332-7338-4510-80F3-52DA3949F8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363" y="1282700"/>
            <a:ext cx="85090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5238" name="Straight Connector 3">
            <a:extLst>
              <a:ext uri="{FF2B5EF4-FFF2-40B4-BE49-F238E27FC236}">
                <a16:creationId xmlns:a16="http://schemas.microsoft.com/office/drawing/2014/main" id="{042CE0D8-2067-4F44-BE75-02AB2AA7A2C7}"/>
              </a:ext>
            </a:extLst>
          </p:cNvPr>
          <p:cNvCxnSpPr>
            <a:cxnSpLocks noChangeShapeType="1"/>
          </p:cNvCxnSpPr>
          <p:nvPr/>
        </p:nvCxnSpPr>
        <p:spPr bwMode="auto">
          <a:xfrm>
            <a:off x="1800225" y="1085850"/>
            <a:ext cx="0" cy="2470150"/>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95239" name="Straight Connector 11">
            <a:extLst>
              <a:ext uri="{FF2B5EF4-FFF2-40B4-BE49-F238E27FC236}">
                <a16:creationId xmlns:a16="http://schemas.microsoft.com/office/drawing/2014/main" id="{EEAFC321-5F4D-4ECB-8AF3-ECB0DE0F7C21}"/>
              </a:ext>
            </a:extLst>
          </p:cNvPr>
          <p:cNvCxnSpPr>
            <a:cxnSpLocks noChangeShapeType="1"/>
          </p:cNvCxnSpPr>
          <p:nvPr/>
        </p:nvCxnSpPr>
        <p:spPr bwMode="auto">
          <a:xfrm>
            <a:off x="3563938" y="1071563"/>
            <a:ext cx="0" cy="2468562"/>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9" name="Text Box 44">
            <a:extLst>
              <a:ext uri="{FF2B5EF4-FFF2-40B4-BE49-F238E27FC236}">
                <a16:creationId xmlns:a16="http://schemas.microsoft.com/office/drawing/2014/main" id="{72C4D990-D4C0-48DD-B66E-4BF563F13B95}"/>
              </a:ext>
            </a:extLst>
          </p:cNvPr>
          <p:cNvSpPr txBox="1">
            <a:spLocks noChangeArrowheads="1"/>
          </p:cNvSpPr>
          <p:nvPr/>
        </p:nvSpPr>
        <p:spPr bwMode="auto">
          <a:xfrm>
            <a:off x="5076825" y="1371600"/>
            <a:ext cx="2085976" cy="923330"/>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800" dirty="0"/>
              <a:t>All control signals generated at the same time</a:t>
            </a:r>
            <a:endParaRPr lang="en-AU" altLang="en-US" sz="1800" dirty="0"/>
          </a:p>
        </p:txBody>
      </p:sp>
      <p:sp>
        <p:nvSpPr>
          <p:cNvPr id="10" name="Line 46">
            <a:extLst>
              <a:ext uri="{FF2B5EF4-FFF2-40B4-BE49-F238E27FC236}">
                <a16:creationId xmlns:a16="http://schemas.microsoft.com/office/drawing/2014/main" id="{4F54D510-6881-4DB9-BE5C-64A085529357}"/>
              </a:ext>
            </a:extLst>
          </p:cNvPr>
          <p:cNvSpPr>
            <a:spLocks noChangeShapeType="1"/>
          </p:cNvSpPr>
          <p:nvPr/>
        </p:nvSpPr>
        <p:spPr bwMode="auto">
          <a:xfrm flipH="1">
            <a:off x="2133612" y="1792288"/>
            <a:ext cx="2943213" cy="5730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Text Box 44">
            <a:extLst>
              <a:ext uri="{FF2B5EF4-FFF2-40B4-BE49-F238E27FC236}">
                <a16:creationId xmlns:a16="http://schemas.microsoft.com/office/drawing/2014/main" id="{3133E714-4744-4E2D-9482-96FD65249C96}"/>
              </a:ext>
            </a:extLst>
          </p:cNvPr>
          <p:cNvSpPr txBox="1">
            <a:spLocks noChangeArrowheads="1"/>
          </p:cNvSpPr>
          <p:nvPr/>
        </p:nvSpPr>
        <p:spPr bwMode="auto">
          <a:xfrm>
            <a:off x="5068888" y="2647950"/>
            <a:ext cx="2085975" cy="1200329"/>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800" dirty="0"/>
              <a:t>Control signals generated at different times in different cycles</a:t>
            </a:r>
            <a:endParaRPr lang="en-AU" altLang="en-US" sz="1800" dirty="0"/>
          </a:p>
        </p:txBody>
      </p:sp>
      <p:sp>
        <p:nvSpPr>
          <p:cNvPr id="12" name="Line 46">
            <a:extLst>
              <a:ext uri="{FF2B5EF4-FFF2-40B4-BE49-F238E27FC236}">
                <a16:creationId xmlns:a16="http://schemas.microsoft.com/office/drawing/2014/main" id="{7F34F27E-4D84-49FE-AABA-53D08586333F}"/>
              </a:ext>
            </a:extLst>
          </p:cNvPr>
          <p:cNvSpPr>
            <a:spLocks noChangeShapeType="1"/>
          </p:cNvSpPr>
          <p:nvPr/>
        </p:nvSpPr>
        <p:spPr bwMode="auto">
          <a:xfrm flipH="1">
            <a:off x="1833476" y="2816225"/>
            <a:ext cx="3228953" cy="8239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 name="Line 46">
            <a:extLst>
              <a:ext uri="{FF2B5EF4-FFF2-40B4-BE49-F238E27FC236}">
                <a16:creationId xmlns:a16="http://schemas.microsoft.com/office/drawing/2014/main" id="{6B4B7855-C41C-4E78-B9B8-1A8138CAEAFB}"/>
              </a:ext>
            </a:extLst>
          </p:cNvPr>
          <p:cNvSpPr>
            <a:spLocks noChangeShapeType="1"/>
          </p:cNvSpPr>
          <p:nvPr/>
        </p:nvSpPr>
        <p:spPr bwMode="auto">
          <a:xfrm flipH="1">
            <a:off x="2184400" y="2816225"/>
            <a:ext cx="2884487" cy="8239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 name="Line 46">
            <a:extLst>
              <a:ext uri="{FF2B5EF4-FFF2-40B4-BE49-F238E27FC236}">
                <a16:creationId xmlns:a16="http://schemas.microsoft.com/office/drawing/2014/main" id="{B56EF705-D9E0-46AA-9C52-FBCDC0F7C1FF}"/>
              </a:ext>
            </a:extLst>
          </p:cNvPr>
          <p:cNvSpPr>
            <a:spLocks noChangeShapeType="1"/>
          </p:cNvSpPr>
          <p:nvPr/>
        </p:nvSpPr>
        <p:spPr bwMode="auto">
          <a:xfrm flipH="1">
            <a:off x="2666999" y="2816225"/>
            <a:ext cx="2395429" cy="8080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Content Placeholder 2">
            <a:extLst>
              <a:ext uri="{FF2B5EF4-FFF2-40B4-BE49-F238E27FC236}">
                <a16:creationId xmlns:a16="http://schemas.microsoft.com/office/drawing/2014/main" id="{66BB73D3-EFED-4832-A1D6-7BD76C699E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95288" y="1111250"/>
            <a:ext cx="8528050" cy="4824413"/>
          </a:xfrm>
        </p:spPr>
      </p:pic>
      <p:sp>
        <p:nvSpPr>
          <p:cNvPr id="6147" name="Footer Placeholder 3">
            <a:extLst>
              <a:ext uri="{FF2B5EF4-FFF2-40B4-BE49-F238E27FC236}">
                <a16:creationId xmlns:a16="http://schemas.microsoft.com/office/drawing/2014/main" id="{7FDDACD1-FA6C-46D2-9145-AAB99D651151}"/>
              </a:ext>
            </a:extLst>
          </p:cNvPr>
          <p:cNvSpPr>
            <a:spLocks noGrp="1"/>
          </p:cNvSpPr>
          <p:nvPr>
            <p:ph type="ftr" sz="quarter" idx="11"/>
          </p:nvPr>
        </p:nvSpPr>
        <p:spPr bwMode="auto">
          <a:xfrm>
            <a:off x="457200" y="6356350"/>
            <a:ext cx="2895600"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3D95031B-83A1-4CC7-8DAD-513B2305CF36}" type="slidenum">
              <a:rPr lang="en-AU" altLang="en-US" sz="1400" smtClean="0">
                <a:latin typeface="Arial" panose="020B0604020202020204" pitchFamily="34" charset="0"/>
              </a:rPr>
              <a:pPr algn="l">
                <a:spcBef>
                  <a:spcPct val="0"/>
                </a:spcBef>
                <a:buFontTx/>
                <a:buNone/>
              </a:pPr>
              <a:t>4</a:t>
            </a:fld>
            <a:endParaRPr lang="en-AU" altLang="en-US" sz="1400">
              <a:latin typeface="Arial" panose="020B0604020202020204" pitchFamily="34" charset="0"/>
            </a:endParaRPr>
          </a:p>
        </p:txBody>
      </p:sp>
      <p:sp>
        <p:nvSpPr>
          <p:cNvPr id="6148" name="Rectangle 2">
            <a:extLst>
              <a:ext uri="{FF2B5EF4-FFF2-40B4-BE49-F238E27FC236}">
                <a16:creationId xmlns:a16="http://schemas.microsoft.com/office/drawing/2014/main" id="{C750B607-F261-43E3-9DCE-3D6248A8AA2E}"/>
              </a:ext>
            </a:extLst>
          </p:cNvPr>
          <p:cNvSpPr>
            <a:spLocks noGrp="1"/>
          </p:cNvSpPr>
          <p:nvPr>
            <p:ph type="title"/>
          </p:nvPr>
        </p:nvSpPr>
        <p:spPr>
          <a:xfrm>
            <a:off x="431800" y="420688"/>
            <a:ext cx="8259763" cy="769937"/>
          </a:xfrm>
          <a:noFill/>
        </p:spPr>
        <p:txBody>
          <a:bodyPr/>
          <a:lstStyle/>
          <a:p>
            <a:pPr eaLnBrk="1" hangingPunct="1"/>
            <a:r>
              <a:rPr lang="en-US" altLang="en-US"/>
              <a:t>Multiclock Cycle Datapath</a:t>
            </a:r>
            <a:endParaRPr lang="en-AU"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2">
            <a:extLst>
              <a:ext uri="{FF2B5EF4-FFF2-40B4-BE49-F238E27FC236}">
                <a16:creationId xmlns:a16="http://schemas.microsoft.com/office/drawing/2014/main" id="{1DAC0972-924E-4286-9B9F-D3BB7AD96D7B}"/>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5626C69F-A8D0-496F-A505-98F4B113D698}" type="slidenum">
              <a:rPr lang="en-AU" altLang="en-US" sz="1400" smtClean="0">
                <a:latin typeface="Arial" panose="020B0604020202020204" pitchFamily="34" charset="0"/>
              </a:rPr>
              <a:pPr algn="l">
                <a:spcBef>
                  <a:spcPct val="0"/>
                </a:spcBef>
                <a:buFontTx/>
                <a:buNone/>
              </a:pPr>
              <a:t>5</a:t>
            </a:fld>
            <a:endParaRPr lang="en-AU" altLang="en-US" sz="1400">
              <a:latin typeface="Arial" panose="020B0604020202020204" pitchFamily="34" charset="0"/>
            </a:endParaRPr>
          </a:p>
        </p:txBody>
      </p:sp>
      <p:pic>
        <p:nvPicPr>
          <p:cNvPr id="8195" name="Picture 5" descr="f04-17-P374493">
            <a:extLst>
              <a:ext uri="{FF2B5EF4-FFF2-40B4-BE49-F238E27FC236}">
                <a16:creationId xmlns:a16="http://schemas.microsoft.com/office/drawing/2014/main" id="{7A40B9ED-7CC9-4F95-B513-B03D1923E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013" y="1206500"/>
            <a:ext cx="6680200" cy="519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a:extLst>
              <a:ext uri="{FF2B5EF4-FFF2-40B4-BE49-F238E27FC236}">
                <a16:creationId xmlns:a16="http://schemas.microsoft.com/office/drawing/2014/main" id="{796165AF-FD1B-4B8D-B6E8-5430E71BD25D}"/>
              </a:ext>
            </a:extLst>
          </p:cNvPr>
          <p:cNvSpPr>
            <a:spLocks noChangeArrowheads="1"/>
          </p:cNvSpPr>
          <p:nvPr/>
        </p:nvSpPr>
        <p:spPr bwMode="auto">
          <a:xfrm>
            <a:off x="3448050" y="2438400"/>
            <a:ext cx="792163" cy="1320800"/>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
        <p:nvSpPr>
          <p:cNvPr id="8" name="Rectangle 4">
            <a:extLst>
              <a:ext uri="{FF2B5EF4-FFF2-40B4-BE49-F238E27FC236}">
                <a16:creationId xmlns:a16="http://schemas.microsoft.com/office/drawing/2014/main" id="{710C7FDE-1197-4A83-A425-FD6C9D6D0D4D}"/>
              </a:ext>
            </a:extLst>
          </p:cNvPr>
          <p:cNvSpPr>
            <a:spLocks noChangeArrowheads="1"/>
          </p:cNvSpPr>
          <p:nvPr/>
        </p:nvSpPr>
        <p:spPr bwMode="auto">
          <a:xfrm>
            <a:off x="5284788" y="5340350"/>
            <a:ext cx="504825" cy="720725"/>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
        <p:nvSpPr>
          <p:cNvPr id="8198" name="Rectangle 2">
            <a:extLst>
              <a:ext uri="{FF2B5EF4-FFF2-40B4-BE49-F238E27FC236}">
                <a16:creationId xmlns:a16="http://schemas.microsoft.com/office/drawing/2014/main" id="{71473551-B26C-478D-9A7C-619815E2E255}"/>
              </a:ext>
            </a:extLst>
          </p:cNvPr>
          <p:cNvSpPr txBox="1">
            <a:spLocks noChangeArrowheads="1"/>
          </p:cNvSpPr>
          <p:nvPr/>
        </p:nvSpPr>
        <p:spPr bwMode="auto">
          <a:xfrm>
            <a:off x="431800" y="420688"/>
            <a:ext cx="825976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AU" altLang="en-US" sz="4400" dirty="0"/>
              <a:t>cf. </a:t>
            </a:r>
            <a:r>
              <a:rPr lang="en-AU" altLang="en-US" sz="4400" dirty="0" err="1"/>
              <a:t>Singleclock</a:t>
            </a:r>
            <a:r>
              <a:rPr lang="en-AU" altLang="en-US" sz="4400" dirty="0"/>
              <a:t> Cycle Datapath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2">
            <a:extLst>
              <a:ext uri="{FF2B5EF4-FFF2-40B4-BE49-F238E27FC236}">
                <a16:creationId xmlns:a16="http://schemas.microsoft.com/office/drawing/2014/main" id="{CFC55941-A30F-4AF7-9A4B-7535676B5DD5}"/>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D86CCD70-F7B8-4A69-AF05-064D3166F526}" type="slidenum">
              <a:rPr lang="en-AU" altLang="en-US" sz="1400" smtClean="0">
                <a:latin typeface="Arial" panose="020B0604020202020204" pitchFamily="34" charset="0"/>
              </a:rPr>
              <a:pPr algn="l">
                <a:spcBef>
                  <a:spcPct val="0"/>
                </a:spcBef>
                <a:buFontTx/>
                <a:buNone/>
              </a:pPr>
              <a:t>6</a:t>
            </a:fld>
            <a:endParaRPr lang="en-AU" altLang="en-US" sz="1400">
              <a:latin typeface="Arial" panose="020B0604020202020204" pitchFamily="34" charset="0"/>
            </a:endParaRPr>
          </a:p>
        </p:txBody>
      </p:sp>
      <p:sp>
        <p:nvSpPr>
          <p:cNvPr id="10243" name="Rectangle 4">
            <a:extLst>
              <a:ext uri="{FF2B5EF4-FFF2-40B4-BE49-F238E27FC236}">
                <a16:creationId xmlns:a16="http://schemas.microsoft.com/office/drawing/2014/main" id="{38978E0D-06C2-49FF-A3F7-9396509DFADF}"/>
              </a:ext>
            </a:extLst>
          </p:cNvPr>
          <p:cNvSpPr>
            <a:spLocks noGrp="1"/>
          </p:cNvSpPr>
          <p:nvPr>
            <p:ph type="title"/>
          </p:nvPr>
        </p:nvSpPr>
        <p:spPr/>
        <p:txBody>
          <a:bodyPr/>
          <a:lstStyle/>
          <a:p>
            <a:pPr eaLnBrk="1" hangingPunct="1"/>
            <a:r>
              <a:rPr lang="en-US" altLang="en-US" b="1"/>
              <a:t>Finite State Machines</a:t>
            </a:r>
            <a:endParaRPr lang="en-AU" altLang="en-US"/>
          </a:p>
        </p:txBody>
      </p:sp>
      <p:sp>
        <p:nvSpPr>
          <p:cNvPr id="10244" name="Rectangle 3">
            <a:extLst>
              <a:ext uri="{FF2B5EF4-FFF2-40B4-BE49-F238E27FC236}">
                <a16:creationId xmlns:a16="http://schemas.microsoft.com/office/drawing/2014/main" id="{0B10AFFF-7E6D-411C-A59D-EE236B2EB0FA}"/>
              </a:ext>
            </a:extLst>
          </p:cNvPr>
          <p:cNvSpPr txBox="1">
            <a:spLocks noChangeArrowheads="1"/>
          </p:cNvSpPr>
          <p:nvPr/>
        </p:nvSpPr>
        <p:spPr bwMode="auto">
          <a:xfrm>
            <a:off x="374650" y="1268413"/>
            <a:ext cx="8458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dirty="0"/>
              <a:t>A </a:t>
            </a:r>
            <a:r>
              <a:rPr lang="en-US" altLang="en-US" b="1" dirty="0">
                <a:solidFill>
                  <a:srgbClr val="C00000"/>
                </a:solidFill>
              </a:rPr>
              <a:t>finite state machine (FSM)</a:t>
            </a:r>
            <a:r>
              <a:rPr lang="en-US" altLang="en-US" b="1" dirty="0"/>
              <a:t> </a:t>
            </a:r>
            <a:r>
              <a:rPr lang="en-US" altLang="en-US" dirty="0"/>
              <a:t>is a computation model that can be implemented with hardware/software, and can be used to represent </a:t>
            </a:r>
            <a:r>
              <a:rPr lang="en-US" altLang="en-US" dirty="0">
                <a:solidFill>
                  <a:srgbClr val="C00000"/>
                </a:solidFill>
              </a:rPr>
              <a:t>sequential logics</a:t>
            </a:r>
            <a:endParaRPr lang="en-AU" altLang="en-US" dirty="0">
              <a:solidFill>
                <a:srgbClr val="C00000"/>
              </a:solidFill>
            </a:endParaRPr>
          </a:p>
        </p:txBody>
      </p:sp>
      <p:pic>
        <p:nvPicPr>
          <p:cNvPr id="10245" name="Picture 2" descr="https://ds055uzetaobb.cloudfront.net/brioche/uploads/6zkO2wIUdw-statemachine_game.png?width=2000">
            <a:extLst>
              <a:ext uri="{FF2B5EF4-FFF2-40B4-BE49-F238E27FC236}">
                <a16:creationId xmlns:a16="http://schemas.microsoft.com/office/drawing/2014/main" id="{4942C63C-386D-4428-8901-C994ED17A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flipH="1" flipV="1">
            <a:off x="3119438" y="3395663"/>
            <a:ext cx="3543300"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a:extLst>
              <a:ext uri="{FF2B5EF4-FFF2-40B4-BE49-F238E27FC236}">
                <a16:creationId xmlns:a16="http://schemas.microsoft.com/office/drawing/2014/main" id="{4E9C17D6-98D0-4EE5-86ED-E05E5D37E7B4}"/>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D58A80D9-3921-4DD3-B38E-F37FA6C2BC5C}" type="slidenum">
              <a:rPr lang="en-AU" altLang="en-US" sz="1400" smtClean="0">
                <a:latin typeface="Arial" panose="020B0604020202020204" pitchFamily="34" charset="0"/>
              </a:rPr>
              <a:pPr algn="l">
                <a:spcBef>
                  <a:spcPct val="0"/>
                </a:spcBef>
                <a:buFontTx/>
                <a:buNone/>
              </a:pPr>
              <a:t>7</a:t>
            </a:fld>
            <a:endParaRPr lang="en-AU" altLang="en-US" sz="1400">
              <a:latin typeface="Arial" panose="020B0604020202020204" pitchFamily="34" charset="0"/>
            </a:endParaRPr>
          </a:p>
        </p:txBody>
      </p:sp>
      <p:sp>
        <p:nvSpPr>
          <p:cNvPr id="12291" name="Rectangle 4">
            <a:extLst>
              <a:ext uri="{FF2B5EF4-FFF2-40B4-BE49-F238E27FC236}">
                <a16:creationId xmlns:a16="http://schemas.microsoft.com/office/drawing/2014/main" id="{D363E466-5A67-4484-9733-B693152758DD}"/>
              </a:ext>
            </a:extLst>
          </p:cNvPr>
          <p:cNvSpPr>
            <a:spLocks noGrp="1"/>
          </p:cNvSpPr>
          <p:nvPr>
            <p:ph type="title"/>
          </p:nvPr>
        </p:nvSpPr>
        <p:spPr/>
        <p:txBody>
          <a:bodyPr/>
          <a:lstStyle/>
          <a:p>
            <a:pPr eaLnBrk="1" hangingPunct="1"/>
            <a:r>
              <a:rPr lang="en-US" altLang="en-US" b="1"/>
              <a:t>Finite State Machines</a:t>
            </a:r>
            <a:endParaRPr lang="en-AU" altLang="en-US"/>
          </a:p>
        </p:txBody>
      </p:sp>
      <p:sp>
        <p:nvSpPr>
          <p:cNvPr id="12292" name="Rectangle 3">
            <a:extLst>
              <a:ext uri="{FF2B5EF4-FFF2-40B4-BE49-F238E27FC236}">
                <a16:creationId xmlns:a16="http://schemas.microsoft.com/office/drawing/2014/main" id="{EDD3EF08-E60B-4FC0-B72B-C447981CF9C9}"/>
              </a:ext>
            </a:extLst>
          </p:cNvPr>
          <p:cNvSpPr txBox="1">
            <a:spLocks noChangeArrowheads="1"/>
          </p:cNvSpPr>
          <p:nvPr/>
        </p:nvSpPr>
        <p:spPr bwMode="auto">
          <a:xfrm>
            <a:off x="374650" y="1268413"/>
            <a:ext cx="8458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dirty="0"/>
              <a:t>A </a:t>
            </a:r>
            <a:r>
              <a:rPr lang="en-US" altLang="en-US" b="1" dirty="0">
                <a:solidFill>
                  <a:srgbClr val="C00000"/>
                </a:solidFill>
              </a:rPr>
              <a:t>finite state machine (FSM)</a:t>
            </a:r>
            <a:r>
              <a:rPr lang="en-US" altLang="en-US" b="1" dirty="0"/>
              <a:t> </a:t>
            </a:r>
            <a:r>
              <a:rPr lang="en-US" altLang="en-US" dirty="0"/>
              <a:t>is a computation model that can be implemented with hardware/software, and can be used to represent </a:t>
            </a:r>
            <a:r>
              <a:rPr lang="en-US" altLang="en-US" dirty="0">
                <a:solidFill>
                  <a:srgbClr val="C00000"/>
                </a:solidFill>
              </a:rPr>
              <a:t>sequential logics</a:t>
            </a:r>
            <a:endParaRPr lang="en-AU" altLang="en-US" dirty="0">
              <a:solidFill>
                <a:srgbClr val="C00000"/>
              </a:solidFill>
            </a:endParaRPr>
          </a:p>
        </p:txBody>
      </p:sp>
      <p:sp>
        <p:nvSpPr>
          <p:cNvPr id="12293" name="Rectangle 3">
            <a:extLst>
              <a:ext uri="{FF2B5EF4-FFF2-40B4-BE49-F238E27FC236}">
                <a16:creationId xmlns:a16="http://schemas.microsoft.com/office/drawing/2014/main" id="{CF0E7E9B-4482-48E2-980E-A1BFADFDB744}"/>
              </a:ext>
            </a:extLst>
          </p:cNvPr>
          <p:cNvSpPr txBox="1">
            <a:spLocks noChangeArrowheads="1"/>
          </p:cNvSpPr>
          <p:nvPr/>
        </p:nvSpPr>
        <p:spPr bwMode="auto">
          <a:xfrm>
            <a:off x="369888" y="3397250"/>
            <a:ext cx="816451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dirty="0"/>
              <a:t>It can be used as a tool to design/implement the </a:t>
            </a:r>
            <a:r>
              <a:rPr lang="en-US" altLang="en-US" dirty="0" err="1"/>
              <a:t>multiclock</a:t>
            </a:r>
            <a:r>
              <a:rPr lang="en-US" altLang="en-US" dirty="0"/>
              <a:t> control unit</a:t>
            </a:r>
            <a:endParaRPr lang="en-AU" altLang="en-US"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2">
            <a:extLst>
              <a:ext uri="{FF2B5EF4-FFF2-40B4-BE49-F238E27FC236}">
                <a16:creationId xmlns:a16="http://schemas.microsoft.com/office/drawing/2014/main" id="{4E9C17D6-98D0-4EE5-86ED-E05E5D37E7B4}"/>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D58A80D9-3921-4DD3-B38E-F37FA6C2BC5C}" type="slidenum">
              <a:rPr lang="en-AU" altLang="en-US" sz="1400" smtClean="0">
                <a:latin typeface="Arial" panose="020B0604020202020204" pitchFamily="34" charset="0"/>
              </a:rPr>
              <a:pPr algn="l">
                <a:spcBef>
                  <a:spcPct val="0"/>
                </a:spcBef>
                <a:buFontTx/>
                <a:buNone/>
              </a:pPr>
              <a:t>8</a:t>
            </a:fld>
            <a:endParaRPr lang="en-AU" altLang="en-US" sz="1400">
              <a:latin typeface="Arial" panose="020B0604020202020204" pitchFamily="34" charset="0"/>
            </a:endParaRPr>
          </a:p>
        </p:txBody>
      </p:sp>
      <p:sp>
        <p:nvSpPr>
          <p:cNvPr id="12291" name="Rectangle 4">
            <a:extLst>
              <a:ext uri="{FF2B5EF4-FFF2-40B4-BE49-F238E27FC236}">
                <a16:creationId xmlns:a16="http://schemas.microsoft.com/office/drawing/2014/main" id="{D363E466-5A67-4484-9733-B693152758DD}"/>
              </a:ext>
            </a:extLst>
          </p:cNvPr>
          <p:cNvSpPr>
            <a:spLocks noGrp="1"/>
          </p:cNvSpPr>
          <p:nvPr>
            <p:ph type="title"/>
          </p:nvPr>
        </p:nvSpPr>
        <p:spPr/>
        <p:txBody>
          <a:bodyPr/>
          <a:lstStyle/>
          <a:p>
            <a:pPr eaLnBrk="1" hangingPunct="1"/>
            <a:r>
              <a:rPr lang="en-US" altLang="en-US" b="1"/>
              <a:t>Finite State Machines</a:t>
            </a:r>
            <a:endParaRPr lang="en-AU" altLang="en-US"/>
          </a:p>
        </p:txBody>
      </p:sp>
      <p:sp>
        <p:nvSpPr>
          <p:cNvPr id="12292" name="Rectangle 3">
            <a:extLst>
              <a:ext uri="{FF2B5EF4-FFF2-40B4-BE49-F238E27FC236}">
                <a16:creationId xmlns:a16="http://schemas.microsoft.com/office/drawing/2014/main" id="{EDD3EF08-E60B-4FC0-B72B-C447981CF9C9}"/>
              </a:ext>
            </a:extLst>
          </p:cNvPr>
          <p:cNvSpPr txBox="1">
            <a:spLocks noChangeArrowheads="1"/>
          </p:cNvSpPr>
          <p:nvPr/>
        </p:nvSpPr>
        <p:spPr bwMode="auto">
          <a:xfrm>
            <a:off x="374650" y="1268413"/>
            <a:ext cx="8458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dirty="0"/>
              <a:t>A </a:t>
            </a:r>
            <a:r>
              <a:rPr lang="en-US" altLang="en-US" b="1" dirty="0">
                <a:solidFill>
                  <a:srgbClr val="C00000"/>
                </a:solidFill>
              </a:rPr>
              <a:t>finite state machine (FSM) </a:t>
            </a:r>
            <a:r>
              <a:rPr lang="en-US" altLang="en-US" dirty="0"/>
              <a:t>is a computation model that can be implemented with hardware/software, and can be used to represent </a:t>
            </a:r>
            <a:r>
              <a:rPr lang="en-US" altLang="en-US" dirty="0">
                <a:solidFill>
                  <a:srgbClr val="C00000"/>
                </a:solidFill>
              </a:rPr>
              <a:t>sequential logics</a:t>
            </a:r>
            <a:endParaRPr lang="en-AU" altLang="en-US" dirty="0">
              <a:solidFill>
                <a:srgbClr val="C00000"/>
              </a:solidFill>
            </a:endParaRPr>
          </a:p>
        </p:txBody>
      </p:sp>
      <p:sp>
        <p:nvSpPr>
          <p:cNvPr id="12293" name="Rectangle 3">
            <a:extLst>
              <a:ext uri="{FF2B5EF4-FFF2-40B4-BE49-F238E27FC236}">
                <a16:creationId xmlns:a16="http://schemas.microsoft.com/office/drawing/2014/main" id="{CF0E7E9B-4482-48E2-980E-A1BFADFDB744}"/>
              </a:ext>
            </a:extLst>
          </p:cNvPr>
          <p:cNvSpPr txBox="1">
            <a:spLocks noChangeArrowheads="1"/>
          </p:cNvSpPr>
          <p:nvPr/>
        </p:nvSpPr>
        <p:spPr bwMode="auto">
          <a:xfrm>
            <a:off x="374650" y="3307086"/>
            <a:ext cx="7783512"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r>
              <a:rPr lang="en-US" altLang="en-US" dirty="0"/>
              <a:t>Here a “state” is a set of control signals at a certain stage (cycle) of an instruction</a:t>
            </a:r>
            <a:endParaRPr lang="en-AU" altLang="en-US" dirty="0">
              <a:solidFill>
                <a:srgbClr val="FF0000"/>
              </a:solidFill>
            </a:endParaRPr>
          </a:p>
        </p:txBody>
      </p:sp>
    </p:spTree>
    <p:extLst>
      <p:ext uri="{BB962C8B-B14F-4D97-AF65-F5344CB8AC3E}">
        <p14:creationId xmlns:p14="http://schemas.microsoft.com/office/powerpoint/2010/main" val="2246779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ECF42E37-5C17-48C1-9B11-D465D826B6FD}"/>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9F1681F-54E9-45DF-A93A-417F6BA55140}" type="slidenum">
              <a:rPr lang="en-US" altLang="en-US" sz="1200"/>
              <a:pPr algn="r" eaLnBrk="1" hangingPunct="1">
                <a:spcBef>
                  <a:spcPct val="0"/>
                </a:spcBef>
                <a:buFontTx/>
                <a:buNone/>
              </a:pPr>
              <a:t>9</a:t>
            </a:fld>
            <a:endParaRPr lang="en-US" altLang="en-US" sz="1200"/>
          </a:p>
        </p:txBody>
      </p:sp>
      <p:sp>
        <p:nvSpPr>
          <p:cNvPr id="14339" name="Footer Placeholder 7">
            <a:extLst>
              <a:ext uri="{FF2B5EF4-FFF2-40B4-BE49-F238E27FC236}">
                <a16:creationId xmlns:a16="http://schemas.microsoft.com/office/drawing/2014/main" id="{DD16CB59-820C-404F-A5B1-E81244608FE1}"/>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4340" name="TextBox 3">
            <a:extLst>
              <a:ext uri="{FF2B5EF4-FFF2-40B4-BE49-F238E27FC236}">
                <a16:creationId xmlns:a16="http://schemas.microsoft.com/office/drawing/2014/main" id="{448B1B0F-7AFC-410D-AFED-5B6BCA9B8382}"/>
              </a:ext>
            </a:extLst>
          </p:cNvPr>
          <p:cNvSpPr txBox="1">
            <a:spLocks noChangeArrowheads="1"/>
          </p:cNvSpPr>
          <p:nvPr/>
        </p:nvSpPr>
        <p:spPr bwMode="auto">
          <a:xfrm>
            <a:off x="685800" y="5505420"/>
            <a:ext cx="7772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800" dirty="0">
                <a:solidFill>
                  <a:srgbClr val="000000"/>
                </a:solidFill>
                <a:latin typeface="Arial" panose="020B0604020202020204" pitchFamily="34" charset="0"/>
                <a:ea typeface="Times New Roman" panose="02020603050405020304" pitchFamily="18" charset="0"/>
                <a:cs typeface="ITCFranklinGothicStd-Hvy"/>
              </a:rPr>
              <a:t>The finite-state diagram for multicycle control</a:t>
            </a:r>
          </a:p>
          <a:p>
            <a:pPr algn="ctr" eaLnBrk="1" hangingPunct="1">
              <a:spcBef>
                <a:spcPct val="0"/>
              </a:spcBef>
              <a:buFontTx/>
              <a:buNone/>
            </a:pPr>
            <a:r>
              <a:rPr lang="en-US" altLang="en-US" sz="2800" dirty="0">
                <a:solidFill>
                  <a:srgbClr val="000000"/>
                </a:solidFill>
                <a:latin typeface="Arial" panose="020B0604020202020204" pitchFamily="34" charset="0"/>
                <a:ea typeface="Times New Roman" panose="02020603050405020304" pitchFamily="18" charset="0"/>
                <a:cs typeface="ITCFranklinGothicStd-Hvy"/>
              </a:rPr>
              <a:t>Each circle is the diagram is a “state”</a:t>
            </a:r>
          </a:p>
        </p:txBody>
      </p:sp>
      <p:pic>
        <p:nvPicPr>
          <p:cNvPr id="14341" name="Picture 6" descr="7">
            <a:extLst>
              <a:ext uri="{FF2B5EF4-FFF2-40B4-BE49-F238E27FC236}">
                <a16:creationId xmlns:a16="http://schemas.microsoft.com/office/drawing/2014/main" id="{03B8ABBF-98E2-493D-9BC9-0F583A2CA520}"/>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228850" y="600075"/>
            <a:ext cx="4629150" cy="4800600"/>
          </a:xfrm>
        </p:spPr>
      </p:pic>
      <p:sp>
        <p:nvSpPr>
          <p:cNvPr id="6" name="Text Box 44">
            <a:extLst>
              <a:ext uri="{FF2B5EF4-FFF2-40B4-BE49-F238E27FC236}">
                <a16:creationId xmlns:a16="http://schemas.microsoft.com/office/drawing/2014/main" id="{1BECCAC1-EDCC-4562-8B63-971096B78DF8}"/>
              </a:ext>
            </a:extLst>
          </p:cNvPr>
          <p:cNvSpPr txBox="1">
            <a:spLocks noChangeArrowheads="1"/>
          </p:cNvSpPr>
          <p:nvPr/>
        </p:nvSpPr>
        <p:spPr bwMode="auto">
          <a:xfrm>
            <a:off x="1600200" y="279862"/>
            <a:ext cx="1552576" cy="646331"/>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800" dirty="0"/>
              <a:t>Beginning of instruction</a:t>
            </a:r>
            <a:endParaRPr lang="en-AU" altLang="en-US" sz="1800" dirty="0"/>
          </a:p>
        </p:txBody>
      </p:sp>
      <p:sp>
        <p:nvSpPr>
          <p:cNvPr id="7" name="Line 46">
            <a:extLst>
              <a:ext uri="{FF2B5EF4-FFF2-40B4-BE49-F238E27FC236}">
                <a16:creationId xmlns:a16="http://schemas.microsoft.com/office/drawing/2014/main" id="{ECFE1067-454F-4D4A-8AEC-FD628DB78F9D}"/>
              </a:ext>
            </a:extLst>
          </p:cNvPr>
          <p:cNvSpPr>
            <a:spLocks noChangeShapeType="1"/>
          </p:cNvSpPr>
          <p:nvPr/>
        </p:nvSpPr>
        <p:spPr bwMode="auto">
          <a:xfrm>
            <a:off x="3152776" y="600076"/>
            <a:ext cx="809624" cy="6463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 name="Text Box 44">
            <a:extLst>
              <a:ext uri="{FF2B5EF4-FFF2-40B4-BE49-F238E27FC236}">
                <a16:creationId xmlns:a16="http://schemas.microsoft.com/office/drawing/2014/main" id="{BF712327-88F4-4E31-AF69-B0C7DD6D2839}"/>
              </a:ext>
            </a:extLst>
          </p:cNvPr>
          <p:cNvSpPr txBox="1">
            <a:spLocks noChangeArrowheads="1"/>
          </p:cNvSpPr>
          <p:nvPr/>
        </p:nvSpPr>
        <p:spPr bwMode="auto">
          <a:xfrm>
            <a:off x="7391400" y="953869"/>
            <a:ext cx="1247776" cy="646331"/>
          </a:xfrm>
          <a:prstGeom prst="rect">
            <a:avLst/>
          </a:prstGeom>
          <a:solidFill>
            <a:schemeClr val="accent1"/>
          </a:solidFill>
          <a:ln w="9525">
            <a:solidFill>
              <a:schemeClr val="tx1"/>
            </a:solidFill>
            <a:miter lim="800000"/>
            <a:headEnd/>
            <a:tailEnd/>
          </a:ln>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en-US" sz="1800" dirty="0"/>
              <a:t>End of instruction</a:t>
            </a:r>
            <a:endParaRPr lang="en-AU" altLang="en-US" sz="1800" dirty="0"/>
          </a:p>
        </p:txBody>
      </p:sp>
      <p:sp>
        <p:nvSpPr>
          <p:cNvPr id="9" name="Line 46">
            <a:extLst>
              <a:ext uri="{FF2B5EF4-FFF2-40B4-BE49-F238E27FC236}">
                <a16:creationId xmlns:a16="http://schemas.microsoft.com/office/drawing/2014/main" id="{F4EE445A-1AD4-4412-8F7A-6480FBC57A0D}"/>
              </a:ext>
            </a:extLst>
          </p:cNvPr>
          <p:cNvSpPr>
            <a:spLocks noChangeShapeType="1"/>
          </p:cNvSpPr>
          <p:nvPr/>
        </p:nvSpPr>
        <p:spPr bwMode="auto">
          <a:xfrm flipH="1">
            <a:off x="6857999" y="1236708"/>
            <a:ext cx="525957" cy="18874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8A5D8BC-2E43-358D-D962-7432A10746F3}"/>
                  </a:ext>
                </a:extLst>
              </p14:cNvPr>
              <p14:cNvContentPartPr/>
              <p14:nvPr/>
            </p14:nvContentPartPr>
            <p14:xfrm>
              <a:off x="7827960" y="5050058"/>
              <a:ext cx="554040" cy="275760"/>
            </p14:xfrm>
          </p:contentPart>
        </mc:Choice>
        <mc:Fallback>
          <p:pic>
            <p:nvPicPr>
              <p:cNvPr id="4" name="Ink 3">
                <a:extLst>
                  <a:ext uri="{FF2B5EF4-FFF2-40B4-BE49-F238E27FC236}">
                    <a16:creationId xmlns:a16="http://schemas.microsoft.com/office/drawing/2014/main" id="{08A5D8BC-2E43-358D-D962-7432A10746F3}"/>
                  </a:ext>
                </a:extLst>
              </p:cNvPr>
              <p:cNvPicPr/>
              <p:nvPr/>
            </p:nvPicPr>
            <p:blipFill>
              <a:blip r:embed="rId4"/>
              <a:stretch>
                <a:fillRect/>
              </a:stretch>
            </p:blipFill>
            <p:spPr>
              <a:xfrm>
                <a:off x="7817167" y="5039618"/>
                <a:ext cx="575266" cy="2970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E57EE07F-7666-4DA5-9B12-A84F534BD636}"/>
              </a:ext>
            </a:extLst>
          </p:cNvPr>
          <p:cNvSpPr>
            <a:spLocks noGrp="1"/>
          </p:cNvSpPr>
          <p:nvPr>
            <p:ph type="ftr" sz="quarter" idx="11"/>
          </p:nvPr>
        </p:nvSpPr>
        <p:spPr bwMode="auto">
          <a:xfrm>
            <a:off x="457200" y="6356350"/>
            <a:ext cx="2990850" cy="34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FECC5C02-681F-457D-A63E-4899357F928D}" type="slidenum">
              <a:rPr lang="en-AU" altLang="en-US" sz="1400" smtClean="0">
                <a:latin typeface="Arial" panose="020B0604020202020204" pitchFamily="34" charset="0"/>
              </a:rPr>
              <a:pPr algn="l">
                <a:spcBef>
                  <a:spcPct val="0"/>
                </a:spcBef>
                <a:buFontTx/>
                <a:buNone/>
              </a:pPr>
              <a:t>10</a:t>
            </a:fld>
            <a:endParaRPr lang="en-AU" altLang="en-US" sz="1400">
              <a:latin typeface="Arial" panose="020B0604020202020204" pitchFamily="34" charset="0"/>
            </a:endParaRPr>
          </a:p>
        </p:txBody>
      </p:sp>
      <p:sp>
        <p:nvSpPr>
          <p:cNvPr id="15363" name="Rectangle 4">
            <a:extLst>
              <a:ext uri="{FF2B5EF4-FFF2-40B4-BE49-F238E27FC236}">
                <a16:creationId xmlns:a16="http://schemas.microsoft.com/office/drawing/2014/main" id="{1F2CBF14-9603-46BE-9751-0FE4FA62A246}"/>
              </a:ext>
            </a:extLst>
          </p:cNvPr>
          <p:cNvSpPr>
            <a:spLocks noGrp="1"/>
          </p:cNvSpPr>
          <p:nvPr>
            <p:ph type="title"/>
          </p:nvPr>
        </p:nvSpPr>
        <p:spPr/>
        <p:txBody>
          <a:bodyPr/>
          <a:lstStyle/>
          <a:p>
            <a:pPr eaLnBrk="1" hangingPunct="1"/>
            <a:r>
              <a:rPr lang="en-US" altLang="en-US" b="1"/>
              <a:t>Finite State Machines</a:t>
            </a:r>
            <a:endParaRPr lang="en-AU" altLang="en-US"/>
          </a:p>
        </p:txBody>
      </p:sp>
      <p:sp>
        <p:nvSpPr>
          <p:cNvPr id="33796" name="Rectangle 3">
            <a:extLst>
              <a:ext uri="{FF2B5EF4-FFF2-40B4-BE49-F238E27FC236}">
                <a16:creationId xmlns:a16="http://schemas.microsoft.com/office/drawing/2014/main" id="{F09C1CB0-102D-4BD1-A4AF-F64E63A54FCF}"/>
              </a:ext>
            </a:extLst>
          </p:cNvPr>
          <p:cNvSpPr txBox="1">
            <a:spLocks noChangeArrowheads="1"/>
          </p:cNvSpPr>
          <p:nvPr/>
        </p:nvSpPr>
        <p:spPr bwMode="auto">
          <a:xfrm>
            <a:off x="542925" y="1331913"/>
            <a:ext cx="8229600"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Font typeface="Arial" panose="020B0604020202020204" pitchFamily="34" charset="0"/>
              <a:buChar char="•"/>
              <a:defRPr sz="3200">
                <a:solidFill>
                  <a:schemeClr val="tx1"/>
                </a:solidFill>
                <a:latin typeface="Calibri" panose="020F0502020204030204" pitchFamily="34" charset="0"/>
              </a:defRPr>
            </a:lvl1pPr>
            <a:lvl2pPr marL="4000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defRPr/>
            </a:pPr>
            <a:r>
              <a:rPr lang="en-US" altLang="en-US" dirty="0"/>
              <a:t>Q: How to represent a “state”?</a:t>
            </a:r>
          </a:p>
          <a:p>
            <a:pPr eaLnBrk="1" hangingPunct="1">
              <a:defRPr/>
            </a:pPr>
            <a:r>
              <a:rPr lang="en-US" altLang="en-US" dirty="0"/>
              <a:t>A: Use a register</a:t>
            </a:r>
          </a:p>
          <a:p>
            <a:pPr eaLnBrk="1" hangingPunct="1">
              <a:defRPr/>
            </a:pPr>
            <a:r>
              <a:rPr lang="en-US" altLang="en-US" dirty="0"/>
              <a:t>Since there are 10 different states, we need a 4-bit register</a:t>
            </a:r>
          </a:p>
          <a:p>
            <a:pPr eaLnBrk="1" hangingPunct="1">
              <a:defRPr/>
            </a:pPr>
            <a:r>
              <a:rPr lang="en-US" altLang="en-US" dirty="0"/>
              <a:t>The 10 states are numbered as 0-9:</a:t>
            </a:r>
          </a:p>
          <a:p>
            <a:pPr marL="0" indent="0" eaLnBrk="1" hangingPunct="1">
              <a:buFont typeface="Arial" panose="020B0604020202020204" pitchFamily="34" charset="0"/>
              <a:buNone/>
              <a:defRPr/>
            </a:pPr>
            <a:r>
              <a:rPr lang="en-US" altLang="en-US" sz="2200" dirty="0"/>
              <a:t>   state0=0000, state1=0001, state2=0010, state3=0011, state4=0100,  </a:t>
            </a:r>
          </a:p>
          <a:p>
            <a:pPr marL="0" indent="0" eaLnBrk="1" hangingPunct="1">
              <a:buFont typeface="Arial" panose="020B0604020202020204" pitchFamily="34" charset="0"/>
              <a:buNone/>
              <a:defRPr/>
            </a:pPr>
            <a:r>
              <a:rPr lang="en-US" altLang="en-US" sz="2200" dirty="0"/>
              <a:t>   state5=0101, state6=0110, state7=0111, state8=1000, state9=1001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379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379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79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Content Placeholder 2">
            <a:extLst>
              <a:ext uri="{FF2B5EF4-FFF2-40B4-BE49-F238E27FC236}">
                <a16:creationId xmlns:a16="http://schemas.microsoft.com/office/drawing/2014/main" id="{66BB73D3-EFED-4832-A1D6-7BD76C699E6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95288" y="1111250"/>
            <a:ext cx="8528050" cy="4824413"/>
          </a:xfrm>
        </p:spPr>
      </p:pic>
      <p:sp>
        <p:nvSpPr>
          <p:cNvPr id="6147" name="Footer Placeholder 3">
            <a:extLst>
              <a:ext uri="{FF2B5EF4-FFF2-40B4-BE49-F238E27FC236}">
                <a16:creationId xmlns:a16="http://schemas.microsoft.com/office/drawing/2014/main" id="{7FDDACD1-FA6C-46D2-9145-AAB99D651151}"/>
              </a:ext>
            </a:extLst>
          </p:cNvPr>
          <p:cNvSpPr>
            <a:spLocks noGrp="1"/>
          </p:cNvSpPr>
          <p:nvPr>
            <p:ph type="ftr" sz="quarter" idx="11"/>
          </p:nvPr>
        </p:nvSpPr>
        <p:spPr bwMode="auto">
          <a:xfrm>
            <a:off x="457200" y="6356350"/>
            <a:ext cx="2895600"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FontTx/>
              <a:buNone/>
            </a:pPr>
            <a:r>
              <a:rPr lang="en-AU" altLang="en-US" sz="1400">
                <a:latin typeface="Arial" panose="020B0604020202020204" pitchFamily="34" charset="0"/>
              </a:rPr>
              <a:t>Chapter 4 — The Processor — </a:t>
            </a:r>
            <a:fld id="{3D95031B-83A1-4CC7-8DAD-513B2305CF36}" type="slidenum">
              <a:rPr lang="en-AU" altLang="en-US" sz="1400" smtClean="0">
                <a:latin typeface="Arial" panose="020B0604020202020204" pitchFamily="34" charset="0"/>
              </a:rPr>
              <a:pPr algn="l">
                <a:spcBef>
                  <a:spcPct val="0"/>
                </a:spcBef>
                <a:buFontTx/>
                <a:buNone/>
              </a:pPr>
              <a:t>11</a:t>
            </a:fld>
            <a:endParaRPr lang="en-AU" altLang="en-US" sz="1400">
              <a:latin typeface="Arial" panose="020B0604020202020204" pitchFamily="34" charset="0"/>
            </a:endParaRPr>
          </a:p>
        </p:txBody>
      </p:sp>
      <p:sp>
        <p:nvSpPr>
          <p:cNvPr id="6148" name="Rectangle 2">
            <a:extLst>
              <a:ext uri="{FF2B5EF4-FFF2-40B4-BE49-F238E27FC236}">
                <a16:creationId xmlns:a16="http://schemas.microsoft.com/office/drawing/2014/main" id="{C750B607-F261-43E3-9DCE-3D6248A8AA2E}"/>
              </a:ext>
            </a:extLst>
          </p:cNvPr>
          <p:cNvSpPr>
            <a:spLocks noGrp="1"/>
          </p:cNvSpPr>
          <p:nvPr>
            <p:ph type="title"/>
          </p:nvPr>
        </p:nvSpPr>
        <p:spPr>
          <a:xfrm>
            <a:off x="431800" y="420688"/>
            <a:ext cx="8259763" cy="769937"/>
          </a:xfrm>
          <a:noFill/>
        </p:spPr>
        <p:txBody>
          <a:bodyPr/>
          <a:lstStyle/>
          <a:p>
            <a:pPr eaLnBrk="1" hangingPunct="1"/>
            <a:r>
              <a:rPr lang="en-US" altLang="en-US"/>
              <a:t>Multiclock Cycle Datapath</a:t>
            </a:r>
            <a:endParaRPr lang="en-AU" altLang="en-US"/>
          </a:p>
        </p:txBody>
      </p:sp>
      <p:sp>
        <p:nvSpPr>
          <p:cNvPr id="5" name="Rectangle 4">
            <a:extLst>
              <a:ext uri="{FF2B5EF4-FFF2-40B4-BE49-F238E27FC236}">
                <a16:creationId xmlns:a16="http://schemas.microsoft.com/office/drawing/2014/main" id="{F3A5988D-2418-40CD-AE5B-48D60700DF42}"/>
              </a:ext>
            </a:extLst>
          </p:cNvPr>
          <p:cNvSpPr>
            <a:spLocks noChangeArrowheads="1"/>
          </p:cNvSpPr>
          <p:nvPr/>
        </p:nvSpPr>
        <p:spPr bwMode="auto">
          <a:xfrm flipV="1">
            <a:off x="4041689" y="1752600"/>
            <a:ext cx="563563" cy="1066800"/>
          </a:xfrm>
          <a:prstGeom prst="rect">
            <a:avLst/>
          </a:prstGeom>
          <a:gradFill>
            <a:gsLst>
              <a:gs pos="0">
                <a:schemeClr val="accent1">
                  <a:tint val="66000"/>
                  <a:satMod val="160000"/>
                  <a:alpha val="0"/>
                  <a:lumMod val="99000"/>
                  <a:lumOff val="1000"/>
                </a:schemeClr>
              </a:gs>
              <a:gs pos="100000">
                <a:srgbClr val="E60000"/>
              </a:gs>
              <a:gs pos="100000">
                <a:schemeClr val="accent1">
                  <a:tint val="23500"/>
                  <a:satMod val="160000"/>
                </a:schemeClr>
              </a:gs>
            </a:gsLst>
            <a:lin ang="5400000" scaled="0"/>
          </a:gradFill>
          <a:ln w="9525" cap="flat" cmpd="sng" algn="ctr">
            <a:solidFill>
              <a:schemeClr val="tx1"/>
            </a:solidFill>
            <a:prstDash val="solid"/>
            <a:round/>
            <a:headEnd type="none" w="med" len="med"/>
            <a:tailEnd type="none" w="med" len="med"/>
          </a:ln>
          <a:effectLst/>
        </p:spPr>
        <p:txBody>
          <a:bodyPr/>
          <a:lstStyle/>
          <a:p>
            <a:pPr>
              <a:defRPr/>
            </a:pPr>
            <a:endParaRPr lang="en-US" altLang="en-US">
              <a:latin typeface="Arial" charset="0"/>
            </a:endParaRPr>
          </a:p>
        </p:txBody>
      </p:sp>
    </p:spTree>
    <p:extLst>
      <p:ext uri="{BB962C8B-B14F-4D97-AF65-F5344CB8AC3E}">
        <p14:creationId xmlns:p14="http://schemas.microsoft.com/office/powerpoint/2010/main" val="334052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E6C74D9-422F-4CFA-9C3E-DCA7A37353DF}"/>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991783AB-0315-47A0-A61C-FC3959E47D4C}" type="slidenum">
              <a:rPr lang="en-US" altLang="en-US" sz="1200"/>
              <a:pPr algn="r" eaLnBrk="1" hangingPunct="1">
                <a:spcBef>
                  <a:spcPct val="0"/>
                </a:spcBef>
                <a:buFontTx/>
                <a:buNone/>
              </a:pPr>
              <a:t>12</a:t>
            </a:fld>
            <a:endParaRPr lang="en-US" altLang="en-US" sz="1200"/>
          </a:p>
        </p:txBody>
      </p:sp>
      <p:sp>
        <p:nvSpPr>
          <p:cNvPr id="17411" name="Footer Placeholder 7">
            <a:extLst>
              <a:ext uri="{FF2B5EF4-FFF2-40B4-BE49-F238E27FC236}">
                <a16:creationId xmlns:a16="http://schemas.microsoft.com/office/drawing/2014/main" id="{5E3CD47F-1FDC-46CF-A3DB-FD8EBC18D7C0}"/>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7412" name="TextBox 3">
            <a:extLst>
              <a:ext uri="{FF2B5EF4-FFF2-40B4-BE49-F238E27FC236}">
                <a16:creationId xmlns:a16="http://schemas.microsoft.com/office/drawing/2014/main" id="{62933E73-D110-475D-A7D7-861496B0405B}"/>
              </a:ext>
            </a:extLst>
          </p:cNvPr>
          <p:cNvSpPr txBox="1">
            <a:spLocks noChangeArrowheads="1"/>
          </p:cNvSpPr>
          <p:nvPr/>
        </p:nvSpPr>
        <p:spPr bwMode="auto">
          <a:xfrm>
            <a:off x="685800" y="564673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D.3.2</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control unit for MIPS will consist of some control logic and a register to hold the state.</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The state register is written at the active clock edge and is stable during the clock cycle</a:t>
            </a:r>
          </a:p>
        </p:txBody>
      </p:sp>
      <p:pic>
        <p:nvPicPr>
          <p:cNvPr id="17413" name="Picture 6" descr="8">
            <a:extLst>
              <a:ext uri="{FF2B5EF4-FFF2-40B4-BE49-F238E27FC236}">
                <a16:creationId xmlns:a16="http://schemas.microsoft.com/office/drawing/2014/main" id="{6B10000C-C1B7-4F28-8E3D-09B79CFDA19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47938" y="441325"/>
            <a:ext cx="4010025" cy="4876800"/>
          </a:xfrm>
        </p:spPr>
      </p:pic>
      <p:sp>
        <p:nvSpPr>
          <p:cNvPr id="2" name="TextBox 1">
            <a:extLst>
              <a:ext uri="{FF2B5EF4-FFF2-40B4-BE49-F238E27FC236}">
                <a16:creationId xmlns:a16="http://schemas.microsoft.com/office/drawing/2014/main" id="{421DB8EA-400E-4A76-8DC5-EBAC7BAAC646}"/>
              </a:ext>
            </a:extLst>
          </p:cNvPr>
          <p:cNvSpPr txBox="1">
            <a:spLocks noChangeArrowheads="1"/>
          </p:cNvSpPr>
          <p:nvPr/>
        </p:nvSpPr>
        <p:spPr bwMode="auto">
          <a:xfrm>
            <a:off x="3794125" y="1570038"/>
            <a:ext cx="6524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6000" b="1">
                <a:latin typeface="Arial" panose="020B0604020202020204" pitchFamily="34" charset="0"/>
              </a:rPr>
              <a:t>?</a:t>
            </a:r>
          </a:p>
        </p:txBody>
      </p:sp>
      <p:sp>
        <p:nvSpPr>
          <p:cNvPr id="7" name="Rectangle 6">
            <a:extLst>
              <a:ext uri="{FF2B5EF4-FFF2-40B4-BE49-F238E27FC236}">
                <a16:creationId xmlns:a16="http://schemas.microsoft.com/office/drawing/2014/main" id="{95D3DE1E-5842-4408-9DFB-2227A75A685E}"/>
              </a:ext>
            </a:extLst>
          </p:cNvPr>
          <p:cNvSpPr>
            <a:spLocks noChangeArrowheads="1"/>
          </p:cNvSpPr>
          <p:nvPr/>
        </p:nvSpPr>
        <p:spPr bwMode="auto">
          <a:xfrm rot="10800000">
            <a:off x="2547938" y="445481"/>
            <a:ext cx="3090861" cy="2879605"/>
          </a:xfrm>
          <a:prstGeom prst="rect">
            <a:avLst/>
          </a:prstGeom>
          <a:gradFill>
            <a:gsLst>
              <a:gs pos="0">
                <a:schemeClr val="accent1">
                  <a:tint val="66000"/>
                  <a:satMod val="160000"/>
                  <a:lumMod val="99000"/>
                  <a:lumOff val="1000"/>
                  <a:alpha val="0"/>
                </a:schemeClr>
              </a:gs>
              <a:gs pos="100000">
                <a:srgbClr val="E60000"/>
              </a:gs>
              <a:gs pos="100000">
                <a:schemeClr val="accent1">
                  <a:tint val="23500"/>
                  <a:satMod val="160000"/>
                </a:schemeClr>
              </a:gs>
            </a:gsLst>
            <a:lin ang="5400000" scaled="0"/>
          </a:gradFill>
          <a:ln w="9525" cap="flat" cmpd="sng" algn="ctr">
            <a:noFill/>
            <a:prstDash val="solid"/>
            <a:round/>
            <a:headEnd type="none" w="med" len="med"/>
            <a:tailEnd type="none" w="med" len="med"/>
          </a:ln>
          <a:effectLst/>
        </p:spPr>
        <p:txBody>
          <a:bodyPr/>
          <a:lstStyle/>
          <a:p>
            <a:pPr>
              <a:defRPr/>
            </a:pPr>
            <a:endParaRPr lang="en-US" altLang="en-US">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8AD16937-04D5-4173-A3EF-81F53C2A5C68}"/>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09637695-304D-4BC8-89D5-4C8CEB3C6A4C}" type="slidenum">
              <a:rPr lang="en-US" altLang="en-US" sz="1200"/>
              <a:pPr algn="r" eaLnBrk="1" hangingPunct="1">
                <a:spcBef>
                  <a:spcPct val="0"/>
                </a:spcBef>
                <a:buFontTx/>
                <a:buNone/>
              </a:pPr>
              <a:t>13</a:t>
            </a:fld>
            <a:endParaRPr lang="en-US" altLang="en-US" sz="1200"/>
          </a:p>
        </p:txBody>
      </p:sp>
      <p:sp>
        <p:nvSpPr>
          <p:cNvPr id="18435" name="Footer Placeholder 7">
            <a:extLst>
              <a:ext uri="{FF2B5EF4-FFF2-40B4-BE49-F238E27FC236}">
                <a16:creationId xmlns:a16="http://schemas.microsoft.com/office/drawing/2014/main" id="{4A95C7C5-A1DF-4C1F-9124-C9C4B83242A8}"/>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8436" name="TextBox 3">
            <a:extLst>
              <a:ext uri="{FF2B5EF4-FFF2-40B4-BE49-F238E27FC236}">
                <a16:creationId xmlns:a16="http://schemas.microsoft.com/office/drawing/2014/main" id="{3CDA813D-F074-461D-897E-4DD13CB0DBDE}"/>
              </a:ext>
            </a:extLst>
          </p:cNvPr>
          <p:cNvSpPr txBox="1">
            <a:spLocks noChangeArrowheads="1"/>
          </p:cNvSpPr>
          <p:nvPr/>
        </p:nvSpPr>
        <p:spPr bwMode="auto">
          <a:xfrm>
            <a:off x="685800" y="5715000"/>
            <a:ext cx="7772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D.3.3</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logic equations for the control unit shown in a shorthand form.</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Remember that “</a:t>
            </a:r>
            <a:r>
              <a:rPr lang="en-US" altLang="en-US" sz="1200">
                <a:solidFill>
                  <a:srgbClr val="000000"/>
                </a:solidFill>
                <a:latin typeface="Arial" panose="020B0604020202020204" pitchFamily="34" charset="0"/>
                <a:ea typeface="Calibri" panose="020F0502020204030204" pitchFamily="34" charset="0"/>
                <a:cs typeface="MathematicalPi-One" charset="0"/>
              </a:rPr>
              <a:t>1</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stands for OR in logic equations. The state inputs and NextState outputs must be expanded by using the state encoding. Any blank entry is a don’t care.</a:t>
            </a:r>
          </a:p>
        </p:txBody>
      </p:sp>
      <p:pic>
        <p:nvPicPr>
          <p:cNvPr id="18437" name="Picture 6" descr="9">
            <a:extLst>
              <a:ext uri="{FF2B5EF4-FFF2-40B4-BE49-F238E27FC236}">
                <a16:creationId xmlns:a16="http://schemas.microsoft.com/office/drawing/2014/main" id="{F8D0A101-245D-4FA9-B237-B30D6C75E42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666875" y="228600"/>
            <a:ext cx="5808663" cy="5334000"/>
          </a:xfrm>
        </p:spPr>
      </p:pic>
      <p:sp>
        <p:nvSpPr>
          <p:cNvPr id="2" name="Rectangle 1">
            <a:extLst>
              <a:ext uri="{FF2B5EF4-FFF2-40B4-BE49-F238E27FC236}">
                <a16:creationId xmlns:a16="http://schemas.microsoft.com/office/drawing/2014/main" id="{2509FCA8-2D16-4731-9BE2-10BE5C083259}"/>
              </a:ext>
            </a:extLst>
          </p:cNvPr>
          <p:cNvSpPr/>
          <p:nvPr/>
        </p:nvSpPr>
        <p:spPr>
          <a:xfrm>
            <a:off x="1514475" y="3600450"/>
            <a:ext cx="6096000" cy="2057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3F8EFE50-BCE7-4A42-9857-961668CBE2A5}"/>
              </a:ext>
            </a:extLst>
          </p:cNvPr>
          <p:cNvSpPr/>
          <p:nvPr/>
        </p:nvSpPr>
        <p:spPr>
          <a:xfrm>
            <a:off x="1514475" y="457200"/>
            <a:ext cx="6096000" cy="31432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ular Callout 4">
            <a:extLst>
              <a:ext uri="{FF2B5EF4-FFF2-40B4-BE49-F238E27FC236}">
                <a16:creationId xmlns:a16="http://schemas.microsoft.com/office/drawing/2014/main" id="{0E83AB5C-72EE-422F-9216-9B81AB14E1BB}"/>
              </a:ext>
            </a:extLst>
          </p:cNvPr>
          <p:cNvSpPr/>
          <p:nvPr/>
        </p:nvSpPr>
        <p:spPr>
          <a:xfrm rot="5400000" flipH="1" flipV="1">
            <a:off x="122368" y="1782634"/>
            <a:ext cx="1015663" cy="803195"/>
          </a:xfrm>
          <a:prstGeom prst="wedgeRectCallout">
            <a:avLst>
              <a:gd name="adj1" fmla="val 62680"/>
              <a:gd name="adj2" fmla="val 108173"/>
            </a:avLst>
          </a:prstGeom>
          <a:noFill/>
          <a:effectLst>
            <a:reflection endPos="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eaVert" anchor="ctr" anchorCtr="1">
            <a:spAutoFit/>
          </a:bodyPr>
          <a:lstStyle/>
          <a:p>
            <a:pPr algn="ctr" eaLnBrk="1" hangingPunct="1">
              <a:defRPr/>
            </a:pPr>
            <a:r>
              <a:rPr lang="en-US" dirty="0">
                <a:solidFill>
                  <a:schemeClr val="tx1"/>
                </a:solidFill>
              </a:rPr>
              <a:t>16 Control signals</a:t>
            </a:r>
          </a:p>
        </p:txBody>
      </p:sp>
      <p:sp>
        <p:nvSpPr>
          <p:cNvPr id="11" name="Rectangular Callout 10">
            <a:extLst>
              <a:ext uri="{FF2B5EF4-FFF2-40B4-BE49-F238E27FC236}">
                <a16:creationId xmlns:a16="http://schemas.microsoft.com/office/drawing/2014/main" id="{D6D53351-8E36-462B-9E93-7BF163C3C78E}"/>
              </a:ext>
            </a:extLst>
          </p:cNvPr>
          <p:cNvSpPr/>
          <p:nvPr/>
        </p:nvSpPr>
        <p:spPr>
          <a:xfrm rot="5400000" flipH="1" flipV="1">
            <a:off x="260866" y="4182070"/>
            <a:ext cx="738664" cy="803195"/>
          </a:xfrm>
          <a:prstGeom prst="wedgeRectCallout">
            <a:avLst>
              <a:gd name="adj1" fmla="val 62680"/>
              <a:gd name="adj2" fmla="val 108173"/>
            </a:avLst>
          </a:prstGeom>
          <a:noFill/>
          <a:effectLst>
            <a:reflection endPos="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eaVert" anchor="ctr" anchorCtr="1">
            <a:spAutoFit/>
          </a:bodyPr>
          <a:lstStyle/>
          <a:p>
            <a:pPr algn="ctr" eaLnBrk="1" hangingPunct="1">
              <a:defRPr/>
            </a:pPr>
            <a:r>
              <a:rPr lang="en-US" dirty="0">
                <a:solidFill>
                  <a:schemeClr val="tx1"/>
                </a:solidFill>
              </a:rPr>
              <a:t>Next states</a:t>
            </a:r>
          </a:p>
        </p:txBody>
      </p:sp>
      <p:sp>
        <p:nvSpPr>
          <p:cNvPr id="18442" name="TextBox 2">
            <a:extLst>
              <a:ext uri="{FF2B5EF4-FFF2-40B4-BE49-F238E27FC236}">
                <a16:creationId xmlns:a16="http://schemas.microsoft.com/office/drawing/2014/main" id="{CA984087-8FF9-4B59-95BD-AA5D5A668DB4}"/>
              </a:ext>
            </a:extLst>
          </p:cNvPr>
          <p:cNvSpPr txBox="1">
            <a:spLocks noChangeArrowheads="1"/>
          </p:cNvSpPr>
          <p:nvPr/>
        </p:nvSpPr>
        <p:spPr bwMode="auto">
          <a:xfrm>
            <a:off x="7427913" y="5662613"/>
            <a:ext cx="30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a:latin typeface="Arial" panose="020B0604020202020204" pitchFamily="34" charset="0"/>
              </a:rPr>
              <a:t>+</a:t>
            </a:r>
          </a:p>
        </p:txBody>
      </p:sp>
      <p:pic>
        <p:nvPicPr>
          <p:cNvPr id="18443" name="Picture 6" descr="7">
            <a:extLst>
              <a:ext uri="{FF2B5EF4-FFF2-40B4-BE49-F238E27FC236}">
                <a16:creationId xmlns:a16="http://schemas.microsoft.com/office/drawing/2014/main" id="{1FF81F5C-B85F-4DD8-8E29-73311F0E60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443024"/>
            <a:ext cx="3032595" cy="314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45" name="Ink 44">
                <a:extLst>
                  <a:ext uri="{FF2B5EF4-FFF2-40B4-BE49-F238E27FC236}">
                    <a16:creationId xmlns:a16="http://schemas.microsoft.com/office/drawing/2014/main" id="{F5B8EF36-7140-C038-87A1-5449CC38C7CF}"/>
                  </a:ext>
                </a:extLst>
              </p14:cNvPr>
              <p14:cNvContentPartPr/>
              <p14:nvPr/>
            </p14:nvContentPartPr>
            <p14:xfrm>
              <a:off x="8543085" y="5887995"/>
              <a:ext cx="188280" cy="106560"/>
            </p14:xfrm>
          </p:contentPart>
        </mc:Choice>
        <mc:Fallback>
          <p:pic>
            <p:nvPicPr>
              <p:cNvPr id="45" name="Ink 44">
                <a:extLst>
                  <a:ext uri="{FF2B5EF4-FFF2-40B4-BE49-F238E27FC236}">
                    <a16:creationId xmlns:a16="http://schemas.microsoft.com/office/drawing/2014/main" id="{F5B8EF36-7140-C038-87A1-5449CC38C7CF}"/>
                  </a:ext>
                </a:extLst>
              </p:cNvPr>
              <p:cNvPicPr/>
              <p:nvPr/>
            </p:nvPicPr>
            <p:blipFill>
              <a:blip r:embed="rId5"/>
              <a:stretch>
                <a:fillRect/>
              </a:stretch>
            </p:blipFill>
            <p:spPr>
              <a:xfrm>
                <a:off x="8532285" y="5877195"/>
                <a:ext cx="20952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6" name="Ink 45">
                <a:extLst>
                  <a:ext uri="{FF2B5EF4-FFF2-40B4-BE49-F238E27FC236}">
                    <a16:creationId xmlns:a16="http://schemas.microsoft.com/office/drawing/2014/main" id="{62A4FA43-29A4-5B02-E02A-24C2F013AD43}"/>
                  </a:ext>
                </a:extLst>
              </p14:cNvPr>
              <p14:cNvContentPartPr/>
              <p14:nvPr/>
            </p14:nvContentPartPr>
            <p14:xfrm>
              <a:off x="7728045" y="4505595"/>
              <a:ext cx="1276560" cy="1279800"/>
            </p14:xfrm>
          </p:contentPart>
        </mc:Choice>
        <mc:Fallback>
          <p:pic>
            <p:nvPicPr>
              <p:cNvPr id="46" name="Ink 45">
                <a:extLst>
                  <a:ext uri="{FF2B5EF4-FFF2-40B4-BE49-F238E27FC236}">
                    <a16:creationId xmlns:a16="http://schemas.microsoft.com/office/drawing/2014/main" id="{62A4FA43-29A4-5B02-E02A-24C2F013AD43}"/>
                  </a:ext>
                </a:extLst>
              </p:cNvPr>
              <p:cNvPicPr/>
              <p:nvPr/>
            </p:nvPicPr>
            <p:blipFill>
              <a:blip r:embed="rId7"/>
              <a:stretch>
                <a:fillRect/>
              </a:stretch>
            </p:blipFill>
            <p:spPr>
              <a:xfrm>
                <a:off x="7717605" y="4495155"/>
                <a:ext cx="1297800" cy="130104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14</a:t>
            </a:fld>
            <a:endParaRPr lang="en-US" altLang="en-US"/>
          </a:p>
        </p:txBody>
      </p:sp>
      <p:pic>
        <p:nvPicPr>
          <p:cNvPr id="9" name="Picture 6" descr="9">
            <a:extLst>
              <a:ext uri="{FF2B5EF4-FFF2-40B4-BE49-F238E27FC236}">
                <a16:creationId xmlns:a16="http://schemas.microsoft.com/office/drawing/2014/main" id="{E2C20D6A-09D8-4498-9696-D74A6753B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228600"/>
            <a:ext cx="5808663"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4503C651-5F9E-4783-95D0-0F77D769DCB7}"/>
              </a:ext>
            </a:extLst>
          </p:cNvPr>
          <p:cNvSpPr/>
          <p:nvPr/>
        </p:nvSpPr>
        <p:spPr>
          <a:xfrm>
            <a:off x="1640709" y="3617091"/>
            <a:ext cx="5867400" cy="1981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3B47720-B125-41EA-BFF0-6F90E620217A}"/>
              </a:ext>
            </a:extLst>
          </p:cNvPr>
          <p:cNvSpPr txBox="1"/>
          <p:nvPr/>
        </p:nvSpPr>
        <p:spPr>
          <a:xfrm>
            <a:off x="1566528" y="3810000"/>
            <a:ext cx="2899192" cy="1661993"/>
          </a:xfrm>
          <a:prstGeom prst="rect">
            <a:avLst/>
          </a:prstGeom>
          <a:noFill/>
        </p:spPr>
        <p:txBody>
          <a:bodyPr wrap="none" rtlCol="0">
            <a:spAutoFit/>
          </a:bodyPr>
          <a:lstStyle/>
          <a:p>
            <a:r>
              <a:rPr lang="en-US" dirty="0" err="1"/>
              <a:t>PCWrite</a:t>
            </a:r>
            <a:r>
              <a:rPr lang="en-US" dirty="0"/>
              <a:t> = State0 + State9</a:t>
            </a:r>
          </a:p>
          <a:p>
            <a:r>
              <a:rPr lang="en-US" dirty="0" err="1"/>
              <a:t>PCWriteCond</a:t>
            </a:r>
            <a:r>
              <a:rPr lang="en-US" dirty="0"/>
              <a:t> = State8</a:t>
            </a:r>
          </a:p>
          <a:p>
            <a:r>
              <a:rPr lang="en-US" dirty="0" err="1"/>
              <a:t>IorD</a:t>
            </a:r>
            <a:r>
              <a:rPr lang="en-US" dirty="0"/>
              <a:t> = State3 + State5</a:t>
            </a:r>
            <a:endParaRPr lang="en-US" baseline="-25000" dirty="0"/>
          </a:p>
          <a:p>
            <a:r>
              <a:rPr lang="en-US" dirty="0" err="1"/>
              <a:t>MemRead</a:t>
            </a:r>
            <a:r>
              <a:rPr lang="en-US" dirty="0"/>
              <a:t> = ……</a:t>
            </a:r>
          </a:p>
          <a:p>
            <a:r>
              <a:rPr lang="en-US" dirty="0"/>
              <a:t>……</a:t>
            </a:r>
          </a:p>
          <a:p>
            <a:endParaRPr lang="en-US" baseline="-250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3F26A5-3163-4DD4-AA2C-00F5E3120326}"/>
                  </a:ext>
                </a:extLst>
              </p:cNvPr>
              <p:cNvSpPr txBox="1"/>
              <p:nvPr/>
            </p:nvSpPr>
            <p:spPr>
              <a:xfrm>
                <a:off x="4876800" y="3810000"/>
                <a:ext cx="2579296" cy="1479059"/>
              </a:xfrm>
              <a:prstGeom prst="rect">
                <a:avLst/>
              </a:prstGeom>
              <a:noFill/>
            </p:spPr>
            <p:txBody>
              <a:bodyPr wrap="none" rtlCol="0">
                <a:spAutoFit/>
              </a:bodyPr>
              <a:lstStyle/>
              <a:p>
                <a:r>
                  <a:rPr lang="en-US" dirty="0"/>
                  <a:t>=</a:t>
                </a:r>
                <a14:m>
                  <m:oMath xmlns:m="http://schemas.openxmlformats.org/officeDocument/2006/math">
                    <m:r>
                      <a:rPr lang="en-US" b="0" i="0" smtClean="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r>
                      <a:rPr lang="en-US" b="0" i="0" smtClean="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ac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r>
                  <a:rPr lang="en-US" baseline="-25000" dirty="0"/>
                  <a:t> </a:t>
                </a:r>
                <a:r>
                  <a:rPr lang="en-US" dirty="0">
                    <a:sym typeface="Wingdings" panose="05000000000000000000" pitchFamily="2" charset="2"/>
                  </a:rPr>
                  <a:t> +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3</m:t>
                        </m:r>
                      </m:sub>
                    </m:sSub>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0</m:t>
                        </m:r>
                      </m:sub>
                    </m:sSub>
                  </m:oMath>
                </a14:m>
                <a:endParaRPr lang="en-US" baseline="-25000" dirty="0"/>
              </a:p>
              <a:p>
                <a:r>
                  <a:rPr lang="en-US" dirty="0">
                    <a:sym typeface="Wingdings" panose="05000000000000000000" pitchFamily="2" charset="2"/>
                  </a:rPr>
                  <a:t>=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panose="02040503050406030204" pitchFamily="18" charset="0"/>
                          </a:rPr>
                          <m:t>𝑆</m:t>
                        </m:r>
                      </m:e>
                      <m:sub>
                        <m:r>
                          <a:rPr lang="en-US" b="0" i="1" dirty="0" smtClean="0">
                            <a:latin typeface="Cambria Math" panose="02040503050406030204" pitchFamily="18" charset="0"/>
                          </a:rPr>
                          <m:t>3</m:t>
                        </m:r>
                      </m:sub>
                    </m:sSub>
                    <m:r>
                      <a:rPr lang="en-US" i="1" dirty="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endParaRPr lang="en-US" dirty="0">
                  <a:sym typeface="Wingdings" panose="05000000000000000000" pitchFamily="2" charset="2"/>
                </a:endParaRPr>
              </a:p>
              <a:p>
                <a:r>
                  <a:rPr lang="en-US" dirty="0">
                    <a:sym typeface="Wingdings" panose="05000000000000000000" pitchFamily="2" charset="2"/>
                  </a:rPr>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3</m:t>
                            </m:r>
                          </m:sub>
                        </m:sSub>
                      </m:e>
                    </m:acc>
                    <m:r>
                      <a:rPr lang="en-US">
                        <a:latin typeface="Cambria Math" panose="02040503050406030204" pitchFamily="18" charset="0"/>
                      </a:rPr>
                      <m:t> </m:t>
                    </m:r>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acc>
                    <m:sSub>
                      <m:sSubPr>
                        <m:ctrlPr>
                          <a:rPr lang="en-US" i="1" dirty="0">
                            <a:latin typeface="Cambria Math" panose="02040503050406030204" pitchFamily="18" charset="0"/>
                          </a:rPr>
                        </m:ctrlPr>
                      </m:sSubPr>
                      <m:e>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1</m:t>
                            </m:r>
                          </m:sub>
                        </m:sSub>
                        <m:r>
                          <a:rPr lang="en-US" i="1" dirty="0">
                            <a:latin typeface="Cambria Math" panose="02040503050406030204" pitchFamily="18" charset="0"/>
                          </a:rPr>
                          <m:t>𝑆</m:t>
                        </m:r>
                      </m:e>
                      <m:sub>
                        <m:r>
                          <a:rPr lang="en-US" i="1" dirty="0">
                            <a:latin typeface="Cambria Math" panose="02040503050406030204" pitchFamily="18" charset="0"/>
                          </a:rPr>
                          <m:t>0</m:t>
                        </m:r>
                      </m:sub>
                    </m:sSub>
                    <m:r>
                      <a:rPr lang="en-US" i="1" dirty="0">
                        <a:latin typeface="Cambria Math" panose="02040503050406030204" pitchFamily="18" charset="0"/>
                      </a:rPr>
                      <m:t> </m:t>
                    </m:r>
                  </m:oMath>
                </a14:m>
                <a:r>
                  <a:rPr lang="en-US" dirty="0">
                    <a:sym typeface="Wingdings" panose="05000000000000000000" pitchFamily="2" charset="2"/>
                  </a:rPr>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3</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2</m:t>
                        </m:r>
                      </m:sub>
                    </m:sSub>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0</m:t>
                        </m:r>
                      </m:sub>
                    </m:sSub>
                  </m:oMath>
                </a14:m>
                <a:endParaRPr lang="en-US" baseline="-25000" dirty="0"/>
              </a:p>
              <a:p>
                <a:r>
                  <a:rPr lang="en-US" dirty="0"/>
                  <a:t>…… </a:t>
                </a:r>
              </a:p>
              <a:p>
                <a:r>
                  <a:rPr lang="en-US" dirty="0"/>
                  <a:t>…… </a:t>
                </a:r>
                <a:endParaRPr lang="en-US" baseline="-25000" dirty="0"/>
              </a:p>
            </p:txBody>
          </p:sp>
        </mc:Choice>
        <mc:Fallback xmlns="">
          <p:sp>
            <p:nvSpPr>
              <p:cNvPr id="6" name="TextBox 5">
                <a:extLst>
                  <a:ext uri="{FF2B5EF4-FFF2-40B4-BE49-F238E27FC236}">
                    <a16:creationId xmlns:a16="http://schemas.microsoft.com/office/drawing/2014/main" id="{B73F26A5-3163-4DD4-AA2C-00F5E3120326}"/>
                  </a:ext>
                </a:extLst>
              </p:cNvPr>
              <p:cNvSpPr txBox="1">
                <a:spLocks noRot="1" noChangeAspect="1" noMove="1" noResize="1" noEditPoints="1" noAdjustHandles="1" noChangeArrowheads="1" noChangeShapeType="1" noTextEdit="1"/>
              </p:cNvSpPr>
              <p:nvPr/>
            </p:nvSpPr>
            <p:spPr>
              <a:xfrm>
                <a:off x="4876800" y="3810000"/>
                <a:ext cx="2579296" cy="1479059"/>
              </a:xfrm>
              <a:prstGeom prst="rect">
                <a:avLst/>
              </a:prstGeom>
              <a:blipFill>
                <a:blip r:embed="rId3"/>
                <a:stretch>
                  <a:fillRect l="-1891" t="-1646" b="-576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D4EE42BB-C8B5-441D-9EB2-58D8F437D4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67422" y="1070955"/>
            <a:ext cx="1717003" cy="3733801"/>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4533352-BE38-C351-1157-49E9BF7D3019}"/>
                  </a:ext>
                </a:extLst>
              </p14:cNvPr>
              <p14:cNvContentPartPr/>
              <p14:nvPr/>
            </p14:nvContentPartPr>
            <p14:xfrm>
              <a:off x="6439680" y="4492800"/>
              <a:ext cx="2307600" cy="1693800"/>
            </p14:xfrm>
          </p:contentPart>
        </mc:Choice>
        <mc:Fallback>
          <p:pic>
            <p:nvPicPr>
              <p:cNvPr id="3" name="Ink 2">
                <a:extLst>
                  <a:ext uri="{FF2B5EF4-FFF2-40B4-BE49-F238E27FC236}">
                    <a16:creationId xmlns:a16="http://schemas.microsoft.com/office/drawing/2014/main" id="{E4533352-BE38-C351-1157-49E9BF7D3019}"/>
                  </a:ext>
                </a:extLst>
              </p:cNvPr>
              <p:cNvPicPr/>
              <p:nvPr/>
            </p:nvPicPr>
            <p:blipFill>
              <a:blip r:embed="rId6"/>
              <a:stretch>
                <a:fillRect/>
              </a:stretch>
            </p:blipFill>
            <p:spPr>
              <a:xfrm>
                <a:off x="6430320" y="4483440"/>
                <a:ext cx="2326320" cy="1712520"/>
              </a:xfrm>
              <a:prstGeom prst="rect">
                <a:avLst/>
              </a:prstGeom>
            </p:spPr>
          </p:pic>
        </mc:Fallback>
      </mc:AlternateContent>
    </p:spTree>
    <p:extLst>
      <p:ext uri="{BB962C8B-B14F-4D97-AF65-F5344CB8AC3E}">
        <p14:creationId xmlns:p14="http://schemas.microsoft.com/office/powerpoint/2010/main" val="3510629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9C707A53-F429-4F42-BAA1-CEC8A2D2314A}"/>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B4720B53-2A0A-4C67-81BD-AF6CCDCCF4A7}" type="slidenum">
              <a:rPr lang="en-US" altLang="en-US" sz="1200"/>
              <a:pPr algn="r" eaLnBrk="1" hangingPunct="1">
                <a:spcBef>
                  <a:spcPct val="0"/>
                </a:spcBef>
                <a:buFontTx/>
                <a:buNone/>
              </a:pPr>
              <a:t>15</a:t>
            </a:fld>
            <a:endParaRPr lang="en-US" altLang="en-US" sz="1200"/>
          </a:p>
        </p:txBody>
      </p:sp>
      <p:sp>
        <p:nvSpPr>
          <p:cNvPr id="19459" name="Footer Placeholder 7">
            <a:extLst>
              <a:ext uri="{FF2B5EF4-FFF2-40B4-BE49-F238E27FC236}">
                <a16:creationId xmlns:a16="http://schemas.microsoft.com/office/drawing/2014/main" id="{8043F1EF-0B20-4CB4-BC9C-95897F50C768}"/>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9460" name="TextBox 3">
            <a:extLst>
              <a:ext uri="{FF2B5EF4-FFF2-40B4-BE49-F238E27FC236}">
                <a16:creationId xmlns:a16="http://schemas.microsoft.com/office/drawing/2014/main" id="{7704FEBE-0FA6-450B-8C39-660E59DFA142}"/>
              </a:ext>
            </a:extLst>
          </p:cNvPr>
          <p:cNvSpPr txBox="1">
            <a:spLocks noChangeArrowheads="1"/>
          </p:cNvSpPr>
          <p:nvPr/>
        </p:nvSpPr>
        <p:spPr bwMode="auto">
          <a:xfrm>
            <a:off x="685800" y="5106988"/>
            <a:ext cx="7772400"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D.3.4</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truth tables are shown for the 16 datapath control signals that depend only on the current-state input bits, which are shown for each table.</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Each truth table row corresponds to 64 entries: one for each possible value of the six Op bits. Notice that some of the outputs are active under nearly the same circumstances. For example, in the case of PCWriteCond, PCSource0, and ALUOp0, these signals are active only in state 8 (see b, i, and k). These three signals could be replaced by one signal. There are other opportunities for reducing the logic needed to implement the control function by taking advantage of further similarities in the truth tables.</a:t>
            </a:r>
          </a:p>
        </p:txBody>
      </p:sp>
      <p:pic>
        <p:nvPicPr>
          <p:cNvPr id="19461" name="Picture 6" descr="10">
            <a:extLst>
              <a:ext uri="{FF2B5EF4-FFF2-40B4-BE49-F238E27FC236}">
                <a16:creationId xmlns:a16="http://schemas.microsoft.com/office/drawing/2014/main" id="{7E16E523-620F-4D30-9F9C-A07F7EB0F6A3}"/>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968500" y="228600"/>
            <a:ext cx="5207000" cy="46355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77BE4966-5938-4FD9-BB2B-A2837771C0CA}"/>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079AAD13-DB72-413A-81C5-7DD06CDE84AA}" type="slidenum">
              <a:rPr lang="en-US" altLang="en-US" sz="1200"/>
              <a:pPr algn="r" eaLnBrk="1" hangingPunct="1">
                <a:spcBef>
                  <a:spcPct val="0"/>
                </a:spcBef>
                <a:buFontTx/>
                <a:buNone/>
              </a:pPr>
              <a:t>16</a:t>
            </a:fld>
            <a:endParaRPr lang="en-US" altLang="en-US" sz="1200"/>
          </a:p>
        </p:txBody>
      </p:sp>
      <p:sp>
        <p:nvSpPr>
          <p:cNvPr id="20483" name="Footer Placeholder 7">
            <a:extLst>
              <a:ext uri="{FF2B5EF4-FFF2-40B4-BE49-F238E27FC236}">
                <a16:creationId xmlns:a16="http://schemas.microsoft.com/office/drawing/2014/main" id="{C9EEE257-C004-4E77-AE26-E570732E22E6}"/>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0484" name="TextBox 3">
            <a:extLst>
              <a:ext uri="{FF2B5EF4-FFF2-40B4-BE49-F238E27FC236}">
                <a16:creationId xmlns:a16="http://schemas.microsoft.com/office/drawing/2014/main" id="{CCB73171-59ED-4B68-B7DE-5F6734368E79}"/>
              </a:ext>
            </a:extLst>
          </p:cNvPr>
          <p:cNvSpPr txBox="1">
            <a:spLocks noChangeArrowheads="1"/>
          </p:cNvSpPr>
          <p:nvPr/>
        </p:nvSpPr>
        <p:spPr bwMode="auto">
          <a:xfrm>
            <a:off x="685800" y="5646738"/>
            <a:ext cx="7772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D.3.1</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finite-state diagram for multicycle control.</a:t>
            </a:r>
          </a:p>
        </p:txBody>
      </p:sp>
      <p:pic>
        <p:nvPicPr>
          <p:cNvPr id="20485" name="Picture 6" descr="7">
            <a:extLst>
              <a:ext uri="{FF2B5EF4-FFF2-40B4-BE49-F238E27FC236}">
                <a16:creationId xmlns:a16="http://schemas.microsoft.com/office/drawing/2014/main" id="{895B47E7-5371-476E-8C9C-844FB6CF5629}"/>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228850" y="600075"/>
            <a:ext cx="4629150" cy="4800600"/>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17</a:t>
            </a:fld>
            <a:endParaRPr lang="en-US" altLang="en-US"/>
          </a:p>
        </p:txBody>
      </p:sp>
      <p:graphicFrame>
        <p:nvGraphicFramePr>
          <p:cNvPr id="5" name="Table 4">
            <a:extLst>
              <a:ext uri="{FF2B5EF4-FFF2-40B4-BE49-F238E27FC236}">
                <a16:creationId xmlns:a16="http://schemas.microsoft.com/office/drawing/2014/main" id="{BA810007-BA16-4314-AB60-F6DBD955A33C}"/>
              </a:ext>
            </a:extLst>
          </p:cNvPr>
          <p:cNvGraphicFramePr>
            <a:graphicFrameLocks noGrp="1"/>
          </p:cNvGraphicFramePr>
          <p:nvPr>
            <p:extLst>
              <p:ext uri="{D42A27DB-BD31-4B8C-83A1-F6EECF244321}">
                <p14:modId xmlns:p14="http://schemas.microsoft.com/office/powerpoint/2010/main" val="209333949"/>
              </p:ext>
            </p:extLst>
          </p:nvPr>
        </p:nvGraphicFramePr>
        <p:xfrm>
          <a:off x="1221386" y="381000"/>
          <a:ext cx="3596640" cy="40792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100078060"/>
                    </a:ext>
                  </a:extLst>
                </a:gridCol>
                <a:gridCol w="594360">
                  <a:extLst>
                    <a:ext uri="{9D8B030D-6E8A-4147-A177-3AD203B41FA5}">
                      <a16:colId xmlns:a16="http://schemas.microsoft.com/office/drawing/2014/main" val="1880675387"/>
                    </a:ext>
                  </a:extLst>
                </a:gridCol>
                <a:gridCol w="594360">
                  <a:extLst>
                    <a:ext uri="{9D8B030D-6E8A-4147-A177-3AD203B41FA5}">
                      <a16:colId xmlns:a16="http://schemas.microsoft.com/office/drawing/2014/main" val="4131025957"/>
                    </a:ext>
                  </a:extLst>
                </a:gridCol>
                <a:gridCol w="594360">
                  <a:extLst>
                    <a:ext uri="{9D8B030D-6E8A-4147-A177-3AD203B41FA5}">
                      <a16:colId xmlns:a16="http://schemas.microsoft.com/office/drawing/2014/main" val="1734370680"/>
                    </a:ext>
                  </a:extLst>
                </a:gridCol>
                <a:gridCol w="594360">
                  <a:extLst>
                    <a:ext uri="{9D8B030D-6E8A-4147-A177-3AD203B41FA5}">
                      <a16:colId xmlns:a16="http://schemas.microsoft.com/office/drawing/2014/main" val="793775049"/>
                    </a:ext>
                  </a:extLst>
                </a:gridCol>
              </a:tblGrid>
              <a:tr h="370840">
                <a:tc>
                  <a:txBody>
                    <a:bodyPr/>
                    <a:lstStyle/>
                    <a:p>
                      <a:pPr algn="ctr"/>
                      <a:endParaRPr lang="en-US" dirty="0"/>
                    </a:p>
                  </a:txBody>
                  <a:tcPr/>
                </a:tc>
                <a:tc>
                  <a:txBody>
                    <a:bodyPr/>
                    <a:lstStyle/>
                    <a:p>
                      <a:pPr algn="ctr"/>
                      <a:r>
                        <a:rPr lang="en-US" dirty="0"/>
                        <a:t>NS</a:t>
                      </a:r>
                      <a:r>
                        <a:rPr lang="en-US" baseline="-25000" dirty="0"/>
                        <a:t>3</a:t>
                      </a:r>
                    </a:p>
                  </a:txBody>
                  <a:tcPr/>
                </a:tc>
                <a:tc>
                  <a:txBody>
                    <a:bodyPr/>
                    <a:lstStyle/>
                    <a:p>
                      <a:pPr algn="ctr"/>
                      <a:r>
                        <a:rPr lang="en-US" dirty="0"/>
                        <a:t>NS</a:t>
                      </a:r>
                      <a:r>
                        <a:rPr lang="en-US" baseline="-25000" dirty="0"/>
                        <a:t>2</a:t>
                      </a:r>
                      <a:endParaRPr lang="en-US" dirty="0"/>
                    </a:p>
                  </a:txBody>
                  <a:tcPr/>
                </a:tc>
                <a:tc>
                  <a:txBody>
                    <a:bodyPr/>
                    <a:lstStyle/>
                    <a:p>
                      <a:pPr algn="ctr"/>
                      <a:r>
                        <a:rPr lang="en-US" dirty="0"/>
                        <a:t>NS</a:t>
                      </a:r>
                      <a:r>
                        <a:rPr lang="en-US" baseline="-25000" dirty="0"/>
                        <a:t>1</a:t>
                      </a:r>
                      <a:endParaRPr lang="en-US" dirty="0"/>
                    </a:p>
                  </a:txBody>
                  <a:tcPr/>
                </a:tc>
                <a:tc>
                  <a:txBody>
                    <a:bodyPr/>
                    <a:lstStyle/>
                    <a:p>
                      <a:pPr algn="ctr"/>
                      <a:r>
                        <a:rPr lang="en-US" dirty="0"/>
                        <a:t>NS</a:t>
                      </a:r>
                      <a:r>
                        <a:rPr lang="en-US" baseline="-25000" dirty="0"/>
                        <a:t>0</a:t>
                      </a:r>
                      <a:endParaRPr lang="en-US" dirty="0"/>
                    </a:p>
                  </a:txBody>
                  <a:tcPr/>
                </a:tc>
                <a:extLst>
                  <a:ext uri="{0D108BD9-81ED-4DB2-BD59-A6C34878D82A}">
                    <a16:rowId xmlns:a16="http://schemas.microsoft.com/office/drawing/2014/main" val="1042222565"/>
                  </a:ext>
                </a:extLst>
              </a:tr>
              <a:tr h="370840">
                <a:tc>
                  <a:txBody>
                    <a:bodyPr/>
                    <a:lstStyle/>
                    <a:p>
                      <a:r>
                        <a:rPr lang="en-US" dirty="0"/>
                        <a:t>NextState0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75444776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NextState1</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6805226"/>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NextState2</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174755082"/>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NextState3</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993989598"/>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NextState4</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691180183"/>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NextState5</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893081207"/>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NextState6</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64814844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NextState7</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81661125"/>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NextState8</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47685885"/>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NextState9</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65037801"/>
                  </a:ext>
                </a:extLst>
              </a:tr>
            </a:tbl>
          </a:graphicData>
        </a:graphic>
      </p:graphicFrame>
      <p:pic>
        <p:nvPicPr>
          <p:cNvPr id="6" name="Picture 5">
            <a:extLst>
              <a:ext uri="{FF2B5EF4-FFF2-40B4-BE49-F238E27FC236}">
                <a16:creationId xmlns:a16="http://schemas.microsoft.com/office/drawing/2014/main" id="{291AB9E4-EE8B-41B2-A78A-E38546F487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968678"/>
            <a:ext cx="2583180" cy="2849880"/>
          </a:xfrm>
          <a:prstGeom prst="rect">
            <a:avLst/>
          </a:prstGeom>
        </p:spPr>
      </p:pic>
      <p:sp>
        <p:nvSpPr>
          <p:cNvPr id="3" name="TextBox 2">
            <a:extLst>
              <a:ext uri="{FF2B5EF4-FFF2-40B4-BE49-F238E27FC236}">
                <a16:creationId xmlns:a16="http://schemas.microsoft.com/office/drawing/2014/main" id="{4C4B6172-B0B1-4A99-81CF-9ECB719BC62A}"/>
              </a:ext>
            </a:extLst>
          </p:cNvPr>
          <p:cNvSpPr txBox="1"/>
          <p:nvPr/>
        </p:nvSpPr>
        <p:spPr>
          <a:xfrm rot="16200000">
            <a:off x="5637415" y="2938746"/>
            <a:ext cx="578431" cy="284694"/>
          </a:xfrm>
          <a:prstGeom prst="rect">
            <a:avLst/>
          </a:prstGeom>
          <a:noFill/>
        </p:spPr>
        <p:txBody>
          <a:bodyPr wrap="square" rtlCol="0">
            <a:spAutoFit/>
          </a:bodyPr>
          <a:lstStyle/>
          <a:p>
            <a:r>
              <a:rPr lang="en-US" sz="1250" dirty="0">
                <a:solidFill>
                  <a:srgbClr val="0096D2"/>
                </a:solidFill>
              </a:rPr>
              <a:t>NS2</a:t>
            </a:r>
          </a:p>
        </p:txBody>
      </p:sp>
      <p:sp>
        <p:nvSpPr>
          <p:cNvPr id="10" name="TextBox 9">
            <a:extLst>
              <a:ext uri="{FF2B5EF4-FFF2-40B4-BE49-F238E27FC236}">
                <a16:creationId xmlns:a16="http://schemas.microsoft.com/office/drawing/2014/main" id="{73EE1E97-DA78-4E13-A58E-7CADECECA736}"/>
              </a:ext>
            </a:extLst>
          </p:cNvPr>
          <p:cNvSpPr txBox="1"/>
          <p:nvPr/>
        </p:nvSpPr>
        <p:spPr>
          <a:xfrm rot="16200000">
            <a:off x="5289320" y="2929740"/>
            <a:ext cx="586744" cy="284694"/>
          </a:xfrm>
          <a:prstGeom prst="rect">
            <a:avLst/>
          </a:prstGeom>
          <a:noFill/>
        </p:spPr>
        <p:txBody>
          <a:bodyPr wrap="square" rtlCol="0">
            <a:spAutoFit/>
          </a:bodyPr>
          <a:lstStyle>
            <a:defPPr>
              <a:defRPr lang="en-US"/>
            </a:defPPr>
            <a:lvl1pPr>
              <a:defRPr sz="1250">
                <a:solidFill>
                  <a:srgbClr val="0096D2"/>
                </a:solidFill>
              </a:defRPr>
            </a:lvl1pPr>
          </a:lstStyle>
          <a:p>
            <a:r>
              <a:rPr lang="en-US" dirty="0"/>
              <a:t>NS3</a:t>
            </a:r>
          </a:p>
        </p:txBody>
      </p:sp>
      <p:sp>
        <p:nvSpPr>
          <p:cNvPr id="11" name="TextBox 10">
            <a:extLst>
              <a:ext uri="{FF2B5EF4-FFF2-40B4-BE49-F238E27FC236}">
                <a16:creationId xmlns:a16="http://schemas.microsoft.com/office/drawing/2014/main" id="{1FB4C25B-D2B3-4DEF-801A-54CA8F15D348}"/>
              </a:ext>
            </a:extLst>
          </p:cNvPr>
          <p:cNvSpPr txBox="1"/>
          <p:nvPr/>
        </p:nvSpPr>
        <p:spPr>
          <a:xfrm rot="16200000">
            <a:off x="6352311" y="2956412"/>
            <a:ext cx="533400" cy="284693"/>
          </a:xfrm>
          <a:prstGeom prst="rect">
            <a:avLst/>
          </a:prstGeom>
          <a:noFill/>
        </p:spPr>
        <p:txBody>
          <a:bodyPr wrap="square" rtlCol="0">
            <a:spAutoFit/>
          </a:bodyPr>
          <a:lstStyle/>
          <a:p>
            <a:r>
              <a:rPr lang="en-US" sz="1250" dirty="0">
                <a:solidFill>
                  <a:srgbClr val="0096D2"/>
                </a:solidFill>
              </a:rPr>
              <a:t>NS0</a:t>
            </a:r>
          </a:p>
        </p:txBody>
      </p:sp>
      <p:sp>
        <p:nvSpPr>
          <p:cNvPr id="12" name="TextBox 11">
            <a:extLst>
              <a:ext uri="{FF2B5EF4-FFF2-40B4-BE49-F238E27FC236}">
                <a16:creationId xmlns:a16="http://schemas.microsoft.com/office/drawing/2014/main" id="{C0434C99-64B0-4E05-A90D-1E673C06F657}"/>
              </a:ext>
            </a:extLst>
          </p:cNvPr>
          <p:cNvSpPr txBox="1"/>
          <p:nvPr/>
        </p:nvSpPr>
        <p:spPr>
          <a:xfrm rot="16200000">
            <a:off x="6010106" y="2961259"/>
            <a:ext cx="533400" cy="284695"/>
          </a:xfrm>
          <a:prstGeom prst="rect">
            <a:avLst/>
          </a:prstGeom>
          <a:noFill/>
        </p:spPr>
        <p:txBody>
          <a:bodyPr wrap="square" rtlCol="0">
            <a:spAutoFit/>
          </a:bodyPr>
          <a:lstStyle/>
          <a:p>
            <a:r>
              <a:rPr lang="en-US" sz="1250" dirty="0">
                <a:solidFill>
                  <a:srgbClr val="0096D2"/>
                </a:solidFill>
              </a:rPr>
              <a:t>NS1</a:t>
            </a:r>
          </a:p>
        </p:txBody>
      </p:sp>
      <p:sp>
        <p:nvSpPr>
          <p:cNvPr id="14" name="TextBox 13">
            <a:extLst>
              <a:ext uri="{FF2B5EF4-FFF2-40B4-BE49-F238E27FC236}">
                <a16:creationId xmlns:a16="http://schemas.microsoft.com/office/drawing/2014/main" id="{1C1227D9-039D-41F5-8783-4AC0D87AF08D}"/>
              </a:ext>
            </a:extLst>
          </p:cNvPr>
          <p:cNvSpPr txBox="1"/>
          <p:nvPr/>
        </p:nvSpPr>
        <p:spPr>
          <a:xfrm>
            <a:off x="961535" y="4604553"/>
            <a:ext cx="7611379" cy="1477328"/>
          </a:xfrm>
          <a:prstGeom prst="rect">
            <a:avLst/>
          </a:prstGeom>
          <a:noFill/>
        </p:spPr>
        <p:txBody>
          <a:bodyPr wrap="none" rtlCol="0">
            <a:spAutoFit/>
          </a:bodyPr>
          <a:lstStyle/>
          <a:p>
            <a:r>
              <a:rPr lang="en-US" dirty="0"/>
              <a:t>NS</a:t>
            </a:r>
            <a:r>
              <a:rPr lang="en-US" baseline="-25000" dirty="0"/>
              <a:t>0</a:t>
            </a:r>
            <a:r>
              <a:rPr lang="en-US" dirty="0"/>
              <a:t> = NextState1 + NextState3 + NextState5 + NextState7 + NextState9</a:t>
            </a:r>
          </a:p>
          <a:p>
            <a:r>
              <a:rPr lang="en-US" dirty="0"/>
              <a:t>NS</a:t>
            </a:r>
            <a:r>
              <a:rPr lang="en-US" baseline="-25000" dirty="0"/>
              <a:t>1</a:t>
            </a:r>
            <a:r>
              <a:rPr lang="en-US" dirty="0"/>
              <a:t> = NextStat2 + NextStat3 + NextStat6 + NextStat7</a:t>
            </a:r>
          </a:p>
          <a:p>
            <a:r>
              <a:rPr lang="en-US" dirty="0"/>
              <a:t>NS</a:t>
            </a:r>
            <a:r>
              <a:rPr lang="en-US" baseline="-25000" dirty="0"/>
              <a:t>2</a:t>
            </a:r>
            <a:r>
              <a:rPr lang="en-US" dirty="0"/>
              <a:t> = ……</a:t>
            </a:r>
          </a:p>
          <a:p>
            <a:r>
              <a:rPr lang="en-US" dirty="0"/>
              <a:t>NS</a:t>
            </a:r>
            <a:r>
              <a:rPr lang="en-US" baseline="-25000" dirty="0"/>
              <a:t>3</a:t>
            </a:r>
            <a:r>
              <a:rPr lang="en-US" dirty="0"/>
              <a:t> = ……</a:t>
            </a:r>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5A60ABB-564C-DA01-7632-23D3B440B71B}"/>
                  </a:ext>
                </a:extLst>
              </p14:cNvPr>
              <p14:cNvContentPartPr/>
              <p14:nvPr/>
            </p14:nvContentPartPr>
            <p14:xfrm>
              <a:off x="6737400" y="1693080"/>
              <a:ext cx="1910520" cy="2871360"/>
            </p14:xfrm>
          </p:contentPart>
        </mc:Choice>
        <mc:Fallback>
          <p:pic>
            <p:nvPicPr>
              <p:cNvPr id="4" name="Ink 3">
                <a:extLst>
                  <a:ext uri="{FF2B5EF4-FFF2-40B4-BE49-F238E27FC236}">
                    <a16:creationId xmlns:a16="http://schemas.microsoft.com/office/drawing/2014/main" id="{F5A60ABB-564C-DA01-7632-23D3B440B71B}"/>
                  </a:ext>
                </a:extLst>
              </p:cNvPr>
              <p:cNvPicPr/>
              <p:nvPr/>
            </p:nvPicPr>
            <p:blipFill>
              <a:blip r:embed="rId4"/>
              <a:stretch>
                <a:fillRect/>
              </a:stretch>
            </p:blipFill>
            <p:spPr>
              <a:xfrm>
                <a:off x="6728040" y="1683720"/>
                <a:ext cx="1929240" cy="2890080"/>
              </a:xfrm>
              <a:prstGeom prst="rect">
                <a:avLst/>
              </a:prstGeom>
            </p:spPr>
          </p:pic>
        </mc:Fallback>
      </mc:AlternateContent>
    </p:spTree>
    <p:extLst>
      <p:ext uri="{BB962C8B-B14F-4D97-AF65-F5344CB8AC3E}">
        <p14:creationId xmlns:p14="http://schemas.microsoft.com/office/powerpoint/2010/main" val="41338693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18</a:t>
            </a:fld>
            <a:endParaRPr lang="en-US" altLang="en-US"/>
          </a:p>
        </p:txBody>
      </p:sp>
      <p:sp>
        <p:nvSpPr>
          <p:cNvPr id="5" name="TextBox 4">
            <a:extLst>
              <a:ext uri="{FF2B5EF4-FFF2-40B4-BE49-F238E27FC236}">
                <a16:creationId xmlns:a16="http://schemas.microsoft.com/office/drawing/2014/main" id="{C3B47720-B125-41EA-BFF0-6F90E620217A}"/>
              </a:ext>
            </a:extLst>
          </p:cNvPr>
          <p:cNvSpPr txBox="1"/>
          <p:nvPr/>
        </p:nvSpPr>
        <p:spPr>
          <a:xfrm>
            <a:off x="961535" y="4604553"/>
            <a:ext cx="7654660" cy="2055756"/>
          </a:xfrm>
          <a:prstGeom prst="rect">
            <a:avLst/>
          </a:prstGeom>
          <a:noFill/>
        </p:spPr>
        <p:txBody>
          <a:bodyPr wrap="none" rtlCol="0">
            <a:spAutoFit/>
          </a:bodyPr>
          <a:lstStyle/>
          <a:p>
            <a:r>
              <a:rPr lang="en-US" dirty="0"/>
              <a:t>NS</a:t>
            </a:r>
            <a:r>
              <a:rPr lang="en-US" baseline="-25000" dirty="0"/>
              <a:t>0</a:t>
            </a:r>
            <a:r>
              <a:rPr lang="en-US" dirty="0"/>
              <a:t> = NextState1 + NextState3 + NextState5 + NextState7 + NextState9</a:t>
            </a:r>
          </a:p>
          <a:p>
            <a:endParaRPr lang="en-US" dirty="0"/>
          </a:p>
          <a:p>
            <a:r>
              <a:rPr lang="en-US" dirty="0"/>
              <a:t>NextState1 = State0</a:t>
            </a:r>
            <a:endParaRPr lang="en-US" baseline="-25000" dirty="0"/>
          </a:p>
          <a:p>
            <a:r>
              <a:rPr lang="en-US" dirty="0"/>
              <a:t>NestState3 = State2 </a:t>
            </a:r>
            <a:r>
              <a:rPr lang="en-US" dirty="0">
                <a:sym typeface="Wingdings" panose="05000000000000000000" pitchFamily="2" charset="2"/>
              </a:rPr>
              <a:t> (Op=‘</a:t>
            </a:r>
            <a:r>
              <a:rPr lang="en-US" dirty="0" err="1">
                <a:sym typeface="Wingdings" panose="05000000000000000000" pitchFamily="2" charset="2"/>
              </a:rPr>
              <a:t>lw</a:t>
            </a:r>
            <a:r>
              <a:rPr lang="en-US" dirty="0">
                <a:sym typeface="Wingdings" panose="05000000000000000000" pitchFamily="2" charset="2"/>
              </a:rPr>
              <a:t>’)</a:t>
            </a:r>
          </a:p>
          <a:p>
            <a:r>
              <a:rPr lang="en-US" dirty="0"/>
              <a:t>NestState5</a:t>
            </a:r>
            <a:r>
              <a:rPr lang="en-US" dirty="0">
                <a:sym typeface="Wingdings" panose="05000000000000000000" pitchFamily="2" charset="2"/>
              </a:rPr>
              <a:t> = </a:t>
            </a:r>
            <a:r>
              <a:rPr lang="en-US" dirty="0"/>
              <a:t>State2 </a:t>
            </a:r>
            <a:r>
              <a:rPr lang="en-US" dirty="0">
                <a:sym typeface="Wingdings" panose="05000000000000000000" pitchFamily="2" charset="2"/>
              </a:rPr>
              <a:t> (Op=‘</a:t>
            </a:r>
            <a:r>
              <a:rPr lang="en-US" dirty="0" err="1">
                <a:sym typeface="Wingdings" panose="05000000000000000000" pitchFamily="2" charset="2"/>
              </a:rPr>
              <a:t>sw</a:t>
            </a:r>
            <a:r>
              <a:rPr lang="en-US" dirty="0">
                <a:sym typeface="Wingdings" panose="05000000000000000000" pitchFamily="2" charset="2"/>
              </a:rPr>
              <a:t>’)</a:t>
            </a:r>
          </a:p>
          <a:p>
            <a:r>
              <a:rPr lang="en-US" dirty="0"/>
              <a:t>NestState7</a:t>
            </a:r>
            <a:r>
              <a:rPr lang="en-US" dirty="0">
                <a:sym typeface="Wingdings" panose="05000000000000000000" pitchFamily="2" charset="2"/>
              </a:rPr>
              <a:t> = State6</a:t>
            </a:r>
          </a:p>
          <a:p>
            <a:r>
              <a:rPr lang="en-US" dirty="0"/>
              <a:t>NestState9</a:t>
            </a:r>
            <a:r>
              <a:rPr lang="en-US" dirty="0">
                <a:sym typeface="Wingdings" panose="05000000000000000000" pitchFamily="2" charset="2"/>
              </a:rPr>
              <a:t> = </a:t>
            </a:r>
            <a:r>
              <a:rPr lang="en-US" dirty="0"/>
              <a:t>State1 </a:t>
            </a:r>
            <a:r>
              <a:rPr lang="en-US" dirty="0">
                <a:sym typeface="Wingdings" panose="05000000000000000000" pitchFamily="2" charset="2"/>
              </a:rPr>
              <a:t> (Op=‘J’)</a:t>
            </a:r>
            <a:endParaRPr lang="en-US" baseline="-250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73F26A5-3163-4DD4-AA2C-00F5E3120326}"/>
                  </a:ext>
                </a:extLst>
              </p:cNvPr>
              <p:cNvSpPr txBox="1"/>
              <p:nvPr/>
            </p:nvSpPr>
            <p:spPr>
              <a:xfrm>
                <a:off x="4717325" y="5105400"/>
                <a:ext cx="2692147" cy="1345648"/>
              </a:xfrm>
              <a:prstGeom prst="rect">
                <a:avLst/>
              </a:prstGeom>
              <a:noFill/>
            </p:spPr>
            <p:txBody>
              <a:bodyPr wrap="none" rtlCol="0">
                <a:spAutoFit/>
              </a:bodyPr>
              <a:lstStyle/>
              <a:p>
                <a:r>
                  <a:rPr lang="en-US" dirty="0"/>
                  <a:t>=</a:t>
                </a:r>
                <a14:m>
                  <m:oMath xmlns:m="http://schemas.openxmlformats.org/officeDocument/2006/math">
                    <m:r>
                      <a:rPr lang="en-US" b="0" i="0" smtClean="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endParaRPr lang="en-US" baseline="-25000" dirty="0"/>
              </a:p>
              <a:p>
                <a:r>
                  <a:rPr lang="en-US" dirty="0">
                    <a:sym typeface="Wingdings" panose="05000000000000000000" pitchFamily="2" charset="2"/>
                  </a:rPr>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1</m:t>
                        </m:r>
                      </m:sub>
                    </m:sSub>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r>
                  <a:rPr lang="en-US" dirty="0">
                    <a:sym typeface="Wingdings" panose="05000000000000000000" pitchFamily="2" charset="2"/>
                  </a:rPr>
                  <a:t>  (Op=‘lw’)</a:t>
                </a:r>
              </a:p>
              <a:p>
                <a:r>
                  <a:rPr lang="en-US" dirty="0">
                    <a:sym typeface="Wingdings" panose="05000000000000000000" pitchFamily="2" charset="2"/>
                  </a:rPr>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1</m:t>
                        </m:r>
                      </m:sub>
                    </m:sSub>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r>
                  <a:rPr lang="en-US" dirty="0">
                    <a:sym typeface="Wingdings" panose="05000000000000000000" pitchFamily="2" charset="2"/>
                  </a:rPr>
                  <a:t>  (Op=‘</a:t>
                </a:r>
                <a:r>
                  <a:rPr lang="en-US" dirty="0" err="1">
                    <a:sym typeface="Wingdings" panose="05000000000000000000" pitchFamily="2" charset="2"/>
                  </a:rPr>
                  <a:t>sw</a:t>
                </a:r>
                <a:r>
                  <a:rPr lang="en-US" dirty="0">
                    <a:sym typeface="Wingdings" panose="05000000000000000000" pitchFamily="2" charset="2"/>
                  </a:rPr>
                  <a:t>’)</a:t>
                </a:r>
              </a:p>
              <a:p>
                <a:r>
                  <a:rPr lang="en-US" dirty="0">
                    <a:sym typeface="Wingdings" panose="05000000000000000000" pitchFamily="2" charset="2"/>
                  </a:rPr>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2</m:t>
                        </m:r>
                      </m:sub>
                    </m:sSub>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1</m:t>
                        </m:r>
                      </m:sub>
                    </m:sSub>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endParaRPr lang="en-US" dirty="0">
                  <a:sym typeface="Wingdings" panose="05000000000000000000" pitchFamily="2" charset="2"/>
                </a:endParaRPr>
              </a:p>
              <a:p>
                <a:r>
                  <a:rPr lang="en-US" dirty="0">
                    <a:sym typeface="Wingdings" panose="05000000000000000000" pitchFamily="2" charset="2"/>
                  </a:rPr>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acc>
                  </m:oMath>
                </a14:m>
                <a:r>
                  <a:rPr lang="en-US" dirty="0"/>
                  <a: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𝑆</m:t>
                        </m:r>
                      </m:e>
                      <m:sub>
                        <m:r>
                          <a:rPr lang="en-US" b="0" i="1" dirty="0" smtClean="0">
                            <a:latin typeface="Cambria Math" panose="02040503050406030204" pitchFamily="18" charset="0"/>
                          </a:rPr>
                          <m:t>0</m:t>
                        </m:r>
                      </m:sub>
                    </m:sSub>
                  </m:oMath>
                </a14:m>
                <a:r>
                  <a:rPr lang="en-US" dirty="0">
                    <a:sym typeface="Wingdings" panose="05000000000000000000" pitchFamily="2" charset="2"/>
                  </a:rPr>
                  <a:t>  (Op=‘J’)</a:t>
                </a:r>
                <a:r>
                  <a:rPr lang="en-US" dirty="0"/>
                  <a:t> </a:t>
                </a:r>
                <a:endParaRPr lang="en-US" baseline="-25000" dirty="0"/>
              </a:p>
            </p:txBody>
          </p:sp>
        </mc:Choice>
        <mc:Fallback xmlns="">
          <p:sp>
            <p:nvSpPr>
              <p:cNvPr id="6" name="TextBox 5">
                <a:extLst>
                  <a:ext uri="{FF2B5EF4-FFF2-40B4-BE49-F238E27FC236}">
                    <a16:creationId xmlns:a16="http://schemas.microsoft.com/office/drawing/2014/main" id="{B73F26A5-3163-4DD4-AA2C-00F5E3120326}"/>
                  </a:ext>
                </a:extLst>
              </p:cNvPr>
              <p:cNvSpPr txBox="1">
                <a:spLocks noRot="1" noChangeAspect="1" noMove="1" noResize="1" noEditPoints="1" noAdjustHandles="1" noChangeArrowheads="1" noChangeShapeType="1" noTextEdit="1"/>
              </p:cNvSpPr>
              <p:nvPr/>
            </p:nvSpPr>
            <p:spPr>
              <a:xfrm>
                <a:off x="4717325" y="5105400"/>
                <a:ext cx="2692147" cy="1345648"/>
              </a:xfrm>
              <a:prstGeom prst="rect">
                <a:avLst/>
              </a:prstGeom>
              <a:blipFill>
                <a:blip r:embed="rId2"/>
                <a:stretch>
                  <a:fillRect l="-2041" t="-2273" r="-1814" b="-16364"/>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F5D7B751-D340-4C34-9D9B-2A6A4A51A325}"/>
              </a:ext>
            </a:extLst>
          </p:cNvPr>
          <p:cNvSpPr/>
          <p:nvPr/>
        </p:nvSpPr>
        <p:spPr>
          <a:xfrm>
            <a:off x="989887" y="4521671"/>
            <a:ext cx="514617" cy="514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C532F23-8EBE-46D5-AB78-BD756BEA0D1F}"/>
              </a:ext>
            </a:extLst>
          </p:cNvPr>
          <p:cNvSpPr/>
          <p:nvPr/>
        </p:nvSpPr>
        <p:spPr>
          <a:xfrm>
            <a:off x="4981352" y="5076986"/>
            <a:ext cx="2438400" cy="15665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 name="Straight Arrow Connector 8">
            <a:extLst>
              <a:ext uri="{FF2B5EF4-FFF2-40B4-BE49-F238E27FC236}">
                <a16:creationId xmlns:a16="http://schemas.microsoft.com/office/drawing/2014/main" id="{426820DE-321A-4378-A7FA-908D9C91998B}"/>
              </a:ext>
            </a:extLst>
          </p:cNvPr>
          <p:cNvCxnSpPr>
            <a:cxnSpLocks/>
          </p:cNvCxnSpPr>
          <p:nvPr/>
        </p:nvCxnSpPr>
        <p:spPr>
          <a:xfrm>
            <a:off x="1504504" y="4801217"/>
            <a:ext cx="3476848" cy="608983"/>
          </a:xfrm>
          <a:prstGeom prst="straightConnector1">
            <a:avLst/>
          </a:pr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graphicFrame>
        <p:nvGraphicFramePr>
          <p:cNvPr id="10" name="Table 9">
            <a:extLst>
              <a:ext uri="{FF2B5EF4-FFF2-40B4-BE49-F238E27FC236}">
                <a16:creationId xmlns:a16="http://schemas.microsoft.com/office/drawing/2014/main" id="{69203715-28A3-4836-89B7-F4897B32A7BC}"/>
              </a:ext>
            </a:extLst>
          </p:cNvPr>
          <p:cNvGraphicFramePr>
            <a:graphicFrameLocks noGrp="1"/>
          </p:cNvGraphicFramePr>
          <p:nvPr>
            <p:extLst>
              <p:ext uri="{D42A27DB-BD31-4B8C-83A1-F6EECF244321}">
                <p14:modId xmlns:p14="http://schemas.microsoft.com/office/powerpoint/2010/main" val="3726733029"/>
              </p:ext>
            </p:extLst>
          </p:nvPr>
        </p:nvGraphicFramePr>
        <p:xfrm>
          <a:off x="1221386" y="381000"/>
          <a:ext cx="3596640" cy="40792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100078060"/>
                    </a:ext>
                  </a:extLst>
                </a:gridCol>
                <a:gridCol w="594360">
                  <a:extLst>
                    <a:ext uri="{9D8B030D-6E8A-4147-A177-3AD203B41FA5}">
                      <a16:colId xmlns:a16="http://schemas.microsoft.com/office/drawing/2014/main" val="1880675387"/>
                    </a:ext>
                  </a:extLst>
                </a:gridCol>
                <a:gridCol w="594360">
                  <a:extLst>
                    <a:ext uri="{9D8B030D-6E8A-4147-A177-3AD203B41FA5}">
                      <a16:colId xmlns:a16="http://schemas.microsoft.com/office/drawing/2014/main" val="4131025957"/>
                    </a:ext>
                  </a:extLst>
                </a:gridCol>
                <a:gridCol w="594360">
                  <a:extLst>
                    <a:ext uri="{9D8B030D-6E8A-4147-A177-3AD203B41FA5}">
                      <a16:colId xmlns:a16="http://schemas.microsoft.com/office/drawing/2014/main" val="1734370680"/>
                    </a:ext>
                  </a:extLst>
                </a:gridCol>
                <a:gridCol w="594360">
                  <a:extLst>
                    <a:ext uri="{9D8B030D-6E8A-4147-A177-3AD203B41FA5}">
                      <a16:colId xmlns:a16="http://schemas.microsoft.com/office/drawing/2014/main" val="793775049"/>
                    </a:ext>
                  </a:extLst>
                </a:gridCol>
              </a:tblGrid>
              <a:tr h="370840">
                <a:tc>
                  <a:txBody>
                    <a:bodyPr/>
                    <a:lstStyle/>
                    <a:p>
                      <a:pPr algn="ctr"/>
                      <a:endParaRPr lang="en-US" dirty="0"/>
                    </a:p>
                  </a:txBody>
                  <a:tcPr/>
                </a:tc>
                <a:tc>
                  <a:txBody>
                    <a:bodyPr/>
                    <a:lstStyle/>
                    <a:p>
                      <a:pPr algn="ctr"/>
                      <a:r>
                        <a:rPr lang="en-US" dirty="0"/>
                        <a:t>NS</a:t>
                      </a:r>
                      <a:r>
                        <a:rPr lang="en-US" baseline="-25000" dirty="0"/>
                        <a:t>3</a:t>
                      </a:r>
                    </a:p>
                  </a:txBody>
                  <a:tcPr/>
                </a:tc>
                <a:tc>
                  <a:txBody>
                    <a:bodyPr/>
                    <a:lstStyle/>
                    <a:p>
                      <a:pPr algn="ctr"/>
                      <a:r>
                        <a:rPr lang="en-US" dirty="0"/>
                        <a:t>NS</a:t>
                      </a:r>
                      <a:r>
                        <a:rPr lang="en-US" baseline="-25000" dirty="0"/>
                        <a:t>2</a:t>
                      </a:r>
                      <a:endParaRPr lang="en-US" dirty="0"/>
                    </a:p>
                  </a:txBody>
                  <a:tcPr/>
                </a:tc>
                <a:tc>
                  <a:txBody>
                    <a:bodyPr/>
                    <a:lstStyle/>
                    <a:p>
                      <a:pPr algn="ctr"/>
                      <a:r>
                        <a:rPr lang="en-US" dirty="0"/>
                        <a:t>NS</a:t>
                      </a:r>
                      <a:r>
                        <a:rPr lang="en-US" baseline="-25000" dirty="0"/>
                        <a:t>1</a:t>
                      </a:r>
                      <a:endParaRPr lang="en-US" dirty="0"/>
                    </a:p>
                  </a:txBody>
                  <a:tcPr/>
                </a:tc>
                <a:tc>
                  <a:txBody>
                    <a:bodyPr/>
                    <a:lstStyle/>
                    <a:p>
                      <a:pPr algn="ctr"/>
                      <a:r>
                        <a:rPr lang="en-US" dirty="0"/>
                        <a:t>NS</a:t>
                      </a:r>
                      <a:r>
                        <a:rPr lang="en-US" baseline="-25000" dirty="0"/>
                        <a:t>0</a:t>
                      </a:r>
                      <a:endParaRPr lang="en-US" dirty="0"/>
                    </a:p>
                  </a:txBody>
                  <a:tcPr/>
                </a:tc>
                <a:extLst>
                  <a:ext uri="{0D108BD9-81ED-4DB2-BD59-A6C34878D82A}">
                    <a16:rowId xmlns:a16="http://schemas.microsoft.com/office/drawing/2014/main" val="1042222565"/>
                  </a:ext>
                </a:extLst>
              </a:tr>
              <a:tr h="370840">
                <a:tc>
                  <a:txBody>
                    <a:bodyPr/>
                    <a:lstStyle/>
                    <a:p>
                      <a:r>
                        <a:rPr lang="en-US" dirty="0"/>
                        <a:t>NextState0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75444776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NextState1</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6805226"/>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NextState2</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174755082"/>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NextState3</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993989598"/>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NextState4</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691180183"/>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NextState5</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893081207"/>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NextState6</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64814844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NextState7</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81661125"/>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NextState8</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47685885"/>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NextState9</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65037801"/>
                  </a:ext>
                </a:extLst>
              </a:tr>
            </a:tbl>
          </a:graphicData>
        </a:graphic>
      </p:graphicFrame>
      <p:pic>
        <p:nvPicPr>
          <p:cNvPr id="13" name="Picture 12">
            <a:extLst>
              <a:ext uri="{FF2B5EF4-FFF2-40B4-BE49-F238E27FC236}">
                <a16:creationId xmlns:a16="http://schemas.microsoft.com/office/drawing/2014/main" id="{CAC936F0-8FBC-4FFD-B73A-A303EAAB8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968678"/>
            <a:ext cx="2583180" cy="2849880"/>
          </a:xfrm>
          <a:prstGeom prst="rect">
            <a:avLst/>
          </a:prstGeom>
        </p:spPr>
      </p:pic>
      <p:sp>
        <p:nvSpPr>
          <p:cNvPr id="14" name="TextBox 13">
            <a:extLst>
              <a:ext uri="{FF2B5EF4-FFF2-40B4-BE49-F238E27FC236}">
                <a16:creationId xmlns:a16="http://schemas.microsoft.com/office/drawing/2014/main" id="{3B246437-C4CA-4D4B-AD92-B9539CE0D638}"/>
              </a:ext>
            </a:extLst>
          </p:cNvPr>
          <p:cNvSpPr txBox="1"/>
          <p:nvPr/>
        </p:nvSpPr>
        <p:spPr>
          <a:xfrm rot="16200000">
            <a:off x="5637415" y="2938746"/>
            <a:ext cx="578431" cy="284694"/>
          </a:xfrm>
          <a:prstGeom prst="rect">
            <a:avLst/>
          </a:prstGeom>
          <a:noFill/>
        </p:spPr>
        <p:txBody>
          <a:bodyPr wrap="square" rtlCol="0">
            <a:spAutoFit/>
          </a:bodyPr>
          <a:lstStyle/>
          <a:p>
            <a:r>
              <a:rPr lang="en-US" sz="1250" dirty="0">
                <a:solidFill>
                  <a:srgbClr val="0096D2"/>
                </a:solidFill>
              </a:rPr>
              <a:t>NS2</a:t>
            </a:r>
          </a:p>
        </p:txBody>
      </p:sp>
      <p:sp>
        <p:nvSpPr>
          <p:cNvPr id="15" name="TextBox 14">
            <a:extLst>
              <a:ext uri="{FF2B5EF4-FFF2-40B4-BE49-F238E27FC236}">
                <a16:creationId xmlns:a16="http://schemas.microsoft.com/office/drawing/2014/main" id="{2E0604CC-D614-4C60-94BF-4685151B89C9}"/>
              </a:ext>
            </a:extLst>
          </p:cNvPr>
          <p:cNvSpPr txBox="1"/>
          <p:nvPr/>
        </p:nvSpPr>
        <p:spPr>
          <a:xfrm rot="16200000">
            <a:off x="5289320" y="2929740"/>
            <a:ext cx="586744" cy="284694"/>
          </a:xfrm>
          <a:prstGeom prst="rect">
            <a:avLst/>
          </a:prstGeom>
          <a:noFill/>
        </p:spPr>
        <p:txBody>
          <a:bodyPr wrap="square" rtlCol="0">
            <a:spAutoFit/>
          </a:bodyPr>
          <a:lstStyle>
            <a:defPPr>
              <a:defRPr lang="en-US"/>
            </a:defPPr>
            <a:lvl1pPr>
              <a:defRPr sz="1250">
                <a:solidFill>
                  <a:srgbClr val="0096D2"/>
                </a:solidFill>
              </a:defRPr>
            </a:lvl1pPr>
          </a:lstStyle>
          <a:p>
            <a:r>
              <a:rPr lang="en-US" dirty="0"/>
              <a:t>NS3</a:t>
            </a:r>
          </a:p>
        </p:txBody>
      </p:sp>
      <p:sp>
        <p:nvSpPr>
          <p:cNvPr id="16" name="TextBox 15">
            <a:extLst>
              <a:ext uri="{FF2B5EF4-FFF2-40B4-BE49-F238E27FC236}">
                <a16:creationId xmlns:a16="http://schemas.microsoft.com/office/drawing/2014/main" id="{1B602D33-0B8B-4F4B-93D9-DDBEC2E374AC}"/>
              </a:ext>
            </a:extLst>
          </p:cNvPr>
          <p:cNvSpPr txBox="1"/>
          <p:nvPr/>
        </p:nvSpPr>
        <p:spPr>
          <a:xfrm rot="16200000">
            <a:off x="6352311" y="2956412"/>
            <a:ext cx="533400" cy="284693"/>
          </a:xfrm>
          <a:prstGeom prst="rect">
            <a:avLst/>
          </a:prstGeom>
          <a:noFill/>
        </p:spPr>
        <p:txBody>
          <a:bodyPr wrap="square" rtlCol="0">
            <a:spAutoFit/>
          </a:bodyPr>
          <a:lstStyle/>
          <a:p>
            <a:r>
              <a:rPr lang="en-US" sz="1250" dirty="0">
                <a:solidFill>
                  <a:srgbClr val="0096D2"/>
                </a:solidFill>
              </a:rPr>
              <a:t>NS0</a:t>
            </a:r>
          </a:p>
        </p:txBody>
      </p:sp>
      <p:sp>
        <p:nvSpPr>
          <p:cNvPr id="17" name="TextBox 16">
            <a:extLst>
              <a:ext uri="{FF2B5EF4-FFF2-40B4-BE49-F238E27FC236}">
                <a16:creationId xmlns:a16="http://schemas.microsoft.com/office/drawing/2014/main" id="{6FF67A04-4B59-4E4F-B212-80CDDA8969A0}"/>
              </a:ext>
            </a:extLst>
          </p:cNvPr>
          <p:cNvSpPr txBox="1"/>
          <p:nvPr/>
        </p:nvSpPr>
        <p:spPr>
          <a:xfrm rot="16200000">
            <a:off x="6010106" y="2961259"/>
            <a:ext cx="533400" cy="284695"/>
          </a:xfrm>
          <a:prstGeom prst="rect">
            <a:avLst/>
          </a:prstGeom>
          <a:noFill/>
        </p:spPr>
        <p:txBody>
          <a:bodyPr wrap="square" rtlCol="0">
            <a:spAutoFit/>
          </a:bodyPr>
          <a:lstStyle/>
          <a:p>
            <a:r>
              <a:rPr lang="en-US" sz="1250" dirty="0">
                <a:solidFill>
                  <a:srgbClr val="0096D2"/>
                </a:solidFill>
              </a:rPr>
              <a:t>NS1</a:t>
            </a:r>
          </a:p>
        </p:txBody>
      </p:sp>
      <p:pic>
        <p:nvPicPr>
          <p:cNvPr id="18" name="Picture 6" descr="7">
            <a:extLst>
              <a:ext uri="{FF2B5EF4-FFF2-40B4-BE49-F238E27FC236}">
                <a16:creationId xmlns:a16="http://schemas.microsoft.com/office/drawing/2014/main" id="{AA4A074C-F13D-4F62-B74C-03C4BA619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4779" y="762000"/>
            <a:ext cx="3297351"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EDBC9F4E-0EFB-7876-E6D2-1AEF65EA86AA}"/>
                  </a:ext>
                </a:extLst>
              </p14:cNvPr>
              <p14:cNvContentPartPr/>
              <p14:nvPr/>
            </p14:nvContentPartPr>
            <p14:xfrm>
              <a:off x="222120" y="64080"/>
              <a:ext cx="8605080" cy="6680880"/>
            </p14:xfrm>
          </p:contentPart>
        </mc:Choice>
        <mc:Fallback>
          <p:pic>
            <p:nvPicPr>
              <p:cNvPr id="3" name="Ink 2">
                <a:extLst>
                  <a:ext uri="{FF2B5EF4-FFF2-40B4-BE49-F238E27FC236}">
                    <a16:creationId xmlns:a16="http://schemas.microsoft.com/office/drawing/2014/main" id="{EDBC9F4E-0EFB-7876-E6D2-1AEF65EA86AA}"/>
                  </a:ext>
                </a:extLst>
              </p:cNvPr>
              <p:cNvPicPr/>
              <p:nvPr/>
            </p:nvPicPr>
            <p:blipFill>
              <a:blip r:embed="rId6"/>
              <a:stretch>
                <a:fillRect/>
              </a:stretch>
            </p:blipFill>
            <p:spPr>
              <a:xfrm>
                <a:off x="212760" y="54720"/>
                <a:ext cx="8623800" cy="6699600"/>
              </a:xfrm>
              <a:prstGeom prst="rect">
                <a:avLst/>
              </a:prstGeom>
            </p:spPr>
          </p:pic>
        </mc:Fallback>
      </mc:AlternateContent>
    </p:spTree>
    <p:extLst>
      <p:ext uri="{BB962C8B-B14F-4D97-AF65-F5344CB8AC3E}">
        <p14:creationId xmlns:p14="http://schemas.microsoft.com/office/powerpoint/2010/main" val="221925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19</a:t>
            </a:fld>
            <a:endParaRPr lang="en-US" altLang="en-US"/>
          </a:p>
        </p:txBody>
      </p:sp>
      <p:sp>
        <p:nvSpPr>
          <p:cNvPr id="5" name="TextBox 4">
            <a:extLst>
              <a:ext uri="{FF2B5EF4-FFF2-40B4-BE49-F238E27FC236}">
                <a16:creationId xmlns:a16="http://schemas.microsoft.com/office/drawing/2014/main" id="{C3B47720-B125-41EA-BFF0-6F90E620217A}"/>
              </a:ext>
            </a:extLst>
          </p:cNvPr>
          <p:cNvSpPr txBox="1"/>
          <p:nvPr/>
        </p:nvSpPr>
        <p:spPr>
          <a:xfrm>
            <a:off x="961535" y="4604553"/>
            <a:ext cx="6207148" cy="1754326"/>
          </a:xfrm>
          <a:prstGeom prst="rect">
            <a:avLst/>
          </a:prstGeom>
          <a:noFill/>
        </p:spPr>
        <p:txBody>
          <a:bodyPr wrap="none" rtlCol="0">
            <a:spAutoFit/>
          </a:bodyPr>
          <a:lstStyle/>
          <a:p>
            <a:r>
              <a:rPr lang="en-US" dirty="0"/>
              <a:t>NS</a:t>
            </a:r>
            <a:r>
              <a:rPr lang="en-US" baseline="-25000" dirty="0"/>
              <a:t>1</a:t>
            </a:r>
            <a:r>
              <a:rPr lang="en-US" dirty="0"/>
              <a:t> = NextState2 + NextState3 + NextState6 + NextState7</a:t>
            </a:r>
          </a:p>
          <a:p>
            <a:endParaRPr lang="en-US" dirty="0"/>
          </a:p>
          <a:p>
            <a:r>
              <a:rPr lang="en-US" dirty="0"/>
              <a:t>NextState2 = …</a:t>
            </a:r>
            <a:endParaRPr lang="en-US" baseline="-25000" dirty="0"/>
          </a:p>
          <a:p>
            <a:r>
              <a:rPr lang="en-US" dirty="0"/>
              <a:t>NestState3 = …</a:t>
            </a:r>
            <a:endParaRPr lang="en-US" dirty="0">
              <a:sym typeface="Wingdings" panose="05000000000000000000" pitchFamily="2" charset="2"/>
            </a:endParaRPr>
          </a:p>
          <a:p>
            <a:r>
              <a:rPr lang="en-US" dirty="0"/>
              <a:t>NestState6</a:t>
            </a:r>
            <a:r>
              <a:rPr lang="en-US" dirty="0">
                <a:sym typeface="Wingdings" panose="05000000000000000000" pitchFamily="2" charset="2"/>
              </a:rPr>
              <a:t> = </a:t>
            </a:r>
            <a:r>
              <a:rPr lang="en-US" dirty="0"/>
              <a:t>…</a:t>
            </a:r>
            <a:endParaRPr lang="en-US" dirty="0">
              <a:sym typeface="Wingdings" panose="05000000000000000000" pitchFamily="2" charset="2"/>
            </a:endParaRPr>
          </a:p>
          <a:p>
            <a:r>
              <a:rPr lang="en-US" dirty="0"/>
              <a:t>NestState7</a:t>
            </a:r>
            <a:r>
              <a:rPr lang="en-US" dirty="0">
                <a:sym typeface="Wingdings" panose="05000000000000000000" pitchFamily="2" charset="2"/>
              </a:rPr>
              <a:t> = …</a:t>
            </a:r>
          </a:p>
        </p:txBody>
      </p:sp>
      <p:graphicFrame>
        <p:nvGraphicFramePr>
          <p:cNvPr id="6" name="Table 5">
            <a:extLst>
              <a:ext uri="{FF2B5EF4-FFF2-40B4-BE49-F238E27FC236}">
                <a16:creationId xmlns:a16="http://schemas.microsoft.com/office/drawing/2014/main" id="{2DF36B84-53A2-474E-9167-BCA730956476}"/>
              </a:ext>
            </a:extLst>
          </p:cNvPr>
          <p:cNvGraphicFramePr>
            <a:graphicFrameLocks noGrp="1"/>
          </p:cNvGraphicFramePr>
          <p:nvPr>
            <p:extLst>
              <p:ext uri="{D42A27DB-BD31-4B8C-83A1-F6EECF244321}">
                <p14:modId xmlns:p14="http://schemas.microsoft.com/office/powerpoint/2010/main" val="3390907640"/>
              </p:ext>
            </p:extLst>
          </p:nvPr>
        </p:nvGraphicFramePr>
        <p:xfrm>
          <a:off x="1221386" y="381000"/>
          <a:ext cx="3596640" cy="40792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100078060"/>
                    </a:ext>
                  </a:extLst>
                </a:gridCol>
                <a:gridCol w="594360">
                  <a:extLst>
                    <a:ext uri="{9D8B030D-6E8A-4147-A177-3AD203B41FA5}">
                      <a16:colId xmlns:a16="http://schemas.microsoft.com/office/drawing/2014/main" val="1880675387"/>
                    </a:ext>
                  </a:extLst>
                </a:gridCol>
                <a:gridCol w="594360">
                  <a:extLst>
                    <a:ext uri="{9D8B030D-6E8A-4147-A177-3AD203B41FA5}">
                      <a16:colId xmlns:a16="http://schemas.microsoft.com/office/drawing/2014/main" val="4131025957"/>
                    </a:ext>
                  </a:extLst>
                </a:gridCol>
                <a:gridCol w="594360">
                  <a:extLst>
                    <a:ext uri="{9D8B030D-6E8A-4147-A177-3AD203B41FA5}">
                      <a16:colId xmlns:a16="http://schemas.microsoft.com/office/drawing/2014/main" val="1734370680"/>
                    </a:ext>
                  </a:extLst>
                </a:gridCol>
                <a:gridCol w="594360">
                  <a:extLst>
                    <a:ext uri="{9D8B030D-6E8A-4147-A177-3AD203B41FA5}">
                      <a16:colId xmlns:a16="http://schemas.microsoft.com/office/drawing/2014/main" val="793775049"/>
                    </a:ext>
                  </a:extLst>
                </a:gridCol>
              </a:tblGrid>
              <a:tr h="370840">
                <a:tc>
                  <a:txBody>
                    <a:bodyPr/>
                    <a:lstStyle/>
                    <a:p>
                      <a:pPr algn="ctr"/>
                      <a:endParaRPr lang="en-US" dirty="0"/>
                    </a:p>
                  </a:txBody>
                  <a:tcPr/>
                </a:tc>
                <a:tc>
                  <a:txBody>
                    <a:bodyPr/>
                    <a:lstStyle/>
                    <a:p>
                      <a:pPr algn="ctr"/>
                      <a:r>
                        <a:rPr lang="en-US" dirty="0"/>
                        <a:t>NS</a:t>
                      </a:r>
                      <a:r>
                        <a:rPr lang="en-US" baseline="-25000" dirty="0"/>
                        <a:t>3</a:t>
                      </a:r>
                    </a:p>
                  </a:txBody>
                  <a:tcPr/>
                </a:tc>
                <a:tc>
                  <a:txBody>
                    <a:bodyPr/>
                    <a:lstStyle/>
                    <a:p>
                      <a:pPr algn="ctr"/>
                      <a:r>
                        <a:rPr lang="en-US" dirty="0"/>
                        <a:t>NS</a:t>
                      </a:r>
                      <a:r>
                        <a:rPr lang="en-US" baseline="-25000" dirty="0"/>
                        <a:t>2</a:t>
                      </a:r>
                      <a:endParaRPr lang="en-US" dirty="0"/>
                    </a:p>
                  </a:txBody>
                  <a:tcPr/>
                </a:tc>
                <a:tc>
                  <a:txBody>
                    <a:bodyPr/>
                    <a:lstStyle/>
                    <a:p>
                      <a:pPr algn="ctr"/>
                      <a:r>
                        <a:rPr lang="en-US" dirty="0"/>
                        <a:t>NS</a:t>
                      </a:r>
                      <a:r>
                        <a:rPr lang="en-US" baseline="-25000" dirty="0"/>
                        <a:t>1</a:t>
                      </a:r>
                      <a:endParaRPr lang="en-US" dirty="0"/>
                    </a:p>
                  </a:txBody>
                  <a:tcPr/>
                </a:tc>
                <a:tc>
                  <a:txBody>
                    <a:bodyPr/>
                    <a:lstStyle/>
                    <a:p>
                      <a:pPr algn="ctr"/>
                      <a:r>
                        <a:rPr lang="en-US" dirty="0"/>
                        <a:t>NS</a:t>
                      </a:r>
                      <a:r>
                        <a:rPr lang="en-US" baseline="-25000" dirty="0"/>
                        <a:t>0</a:t>
                      </a:r>
                      <a:endParaRPr lang="en-US" dirty="0"/>
                    </a:p>
                  </a:txBody>
                  <a:tcPr/>
                </a:tc>
                <a:extLst>
                  <a:ext uri="{0D108BD9-81ED-4DB2-BD59-A6C34878D82A}">
                    <a16:rowId xmlns:a16="http://schemas.microsoft.com/office/drawing/2014/main" val="1042222565"/>
                  </a:ext>
                </a:extLst>
              </a:tr>
              <a:tr h="370840">
                <a:tc>
                  <a:txBody>
                    <a:bodyPr/>
                    <a:lstStyle/>
                    <a:p>
                      <a:r>
                        <a:rPr lang="en-US" dirty="0"/>
                        <a:t>NextState0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75444776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NextState1</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6805226"/>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NextState2</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174755082"/>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NextState3</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993989598"/>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NextState4</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691180183"/>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NextState5</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893081207"/>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NextState6</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64814844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NextState7</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81661125"/>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NextState8</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47685885"/>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NextState9</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65037801"/>
                  </a:ext>
                </a:extLst>
              </a:tr>
            </a:tbl>
          </a:graphicData>
        </a:graphic>
      </p:graphicFrame>
      <p:pic>
        <p:nvPicPr>
          <p:cNvPr id="7" name="Picture 6">
            <a:extLst>
              <a:ext uri="{FF2B5EF4-FFF2-40B4-BE49-F238E27FC236}">
                <a16:creationId xmlns:a16="http://schemas.microsoft.com/office/drawing/2014/main" id="{8C2848BD-55B9-450D-A1BA-835BBAAF74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37202" y="1066800"/>
            <a:ext cx="2583180" cy="2849880"/>
          </a:xfrm>
          <a:prstGeom prst="rect">
            <a:avLst/>
          </a:prstGeom>
        </p:spPr>
      </p:pic>
      <p:pic>
        <p:nvPicPr>
          <p:cNvPr id="8" name="Picture 6" descr="7">
            <a:extLst>
              <a:ext uri="{FF2B5EF4-FFF2-40B4-BE49-F238E27FC236}">
                <a16:creationId xmlns:a16="http://schemas.microsoft.com/office/drawing/2014/main" id="{3CD40B19-FA0B-485F-B6E9-A62756F9C8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4779" y="762000"/>
            <a:ext cx="3297351"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431E097-5740-E6C9-C481-4D6E5F4ADD84}"/>
                  </a:ext>
                </a:extLst>
              </p14:cNvPr>
              <p14:cNvContentPartPr/>
              <p14:nvPr/>
            </p14:nvContentPartPr>
            <p14:xfrm>
              <a:off x="2785680" y="4781520"/>
              <a:ext cx="3668400" cy="1613160"/>
            </p14:xfrm>
          </p:contentPart>
        </mc:Choice>
        <mc:Fallback>
          <p:pic>
            <p:nvPicPr>
              <p:cNvPr id="3" name="Ink 2">
                <a:extLst>
                  <a:ext uri="{FF2B5EF4-FFF2-40B4-BE49-F238E27FC236}">
                    <a16:creationId xmlns:a16="http://schemas.microsoft.com/office/drawing/2014/main" id="{3431E097-5740-E6C9-C481-4D6E5F4ADD84}"/>
                  </a:ext>
                </a:extLst>
              </p:cNvPr>
              <p:cNvPicPr/>
              <p:nvPr/>
            </p:nvPicPr>
            <p:blipFill>
              <a:blip r:embed="rId5"/>
              <a:stretch>
                <a:fillRect/>
              </a:stretch>
            </p:blipFill>
            <p:spPr>
              <a:xfrm>
                <a:off x="2776320" y="4772160"/>
                <a:ext cx="3687120" cy="1631880"/>
              </a:xfrm>
              <a:prstGeom prst="rect">
                <a:avLst/>
              </a:prstGeom>
            </p:spPr>
          </p:pic>
        </mc:Fallback>
      </mc:AlternateContent>
    </p:spTree>
    <p:extLst>
      <p:ext uri="{BB962C8B-B14F-4D97-AF65-F5344CB8AC3E}">
        <p14:creationId xmlns:p14="http://schemas.microsoft.com/office/powerpoint/2010/main" val="3421735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20</a:t>
            </a:fld>
            <a:endParaRPr lang="en-US" altLang="en-US"/>
          </a:p>
        </p:txBody>
      </p:sp>
      <p:graphicFrame>
        <p:nvGraphicFramePr>
          <p:cNvPr id="3" name="Table 2">
            <a:extLst>
              <a:ext uri="{FF2B5EF4-FFF2-40B4-BE49-F238E27FC236}">
                <a16:creationId xmlns:a16="http://schemas.microsoft.com/office/drawing/2014/main" id="{6B51F4CA-A6E7-49B2-B345-F49B717987D4}"/>
              </a:ext>
            </a:extLst>
          </p:cNvPr>
          <p:cNvGraphicFramePr>
            <a:graphicFrameLocks noGrp="1"/>
          </p:cNvGraphicFramePr>
          <p:nvPr>
            <p:extLst>
              <p:ext uri="{D42A27DB-BD31-4B8C-83A1-F6EECF244321}">
                <p14:modId xmlns:p14="http://schemas.microsoft.com/office/powerpoint/2010/main" val="1513159198"/>
              </p:ext>
            </p:extLst>
          </p:nvPr>
        </p:nvGraphicFramePr>
        <p:xfrm>
          <a:off x="5394960" y="568960"/>
          <a:ext cx="3596640" cy="40792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100078060"/>
                    </a:ext>
                  </a:extLst>
                </a:gridCol>
                <a:gridCol w="594360">
                  <a:extLst>
                    <a:ext uri="{9D8B030D-6E8A-4147-A177-3AD203B41FA5}">
                      <a16:colId xmlns:a16="http://schemas.microsoft.com/office/drawing/2014/main" val="1880675387"/>
                    </a:ext>
                  </a:extLst>
                </a:gridCol>
                <a:gridCol w="594360">
                  <a:extLst>
                    <a:ext uri="{9D8B030D-6E8A-4147-A177-3AD203B41FA5}">
                      <a16:colId xmlns:a16="http://schemas.microsoft.com/office/drawing/2014/main" val="4131025957"/>
                    </a:ext>
                  </a:extLst>
                </a:gridCol>
                <a:gridCol w="594360">
                  <a:extLst>
                    <a:ext uri="{9D8B030D-6E8A-4147-A177-3AD203B41FA5}">
                      <a16:colId xmlns:a16="http://schemas.microsoft.com/office/drawing/2014/main" val="1734370680"/>
                    </a:ext>
                  </a:extLst>
                </a:gridCol>
                <a:gridCol w="594360">
                  <a:extLst>
                    <a:ext uri="{9D8B030D-6E8A-4147-A177-3AD203B41FA5}">
                      <a16:colId xmlns:a16="http://schemas.microsoft.com/office/drawing/2014/main" val="793775049"/>
                    </a:ext>
                  </a:extLst>
                </a:gridCol>
              </a:tblGrid>
              <a:tr h="370840">
                <a:tc>
                  <a:txBody>
                    <a:bodyPr/>
                    <a:lstStyle/>
                    <a:p>
                      <a:pPr algn="ctr"/>
                      <a:endParaRPr lang="en-US" dirty="0"/>
                    </a:p>
                  </a:txBody>
                  <a:tcPr/>
                </a:tc>
                <a:tc>
                  <a:txBody>
                    <a:bodyPr/>
                    <a:lstStyle/>
                    <a:p>
                      <a:pPr algn="ctr"/>
                      <a:r>
                        <a:rPr lang="en-US" dirty="0"/>
                        <a:t>NS</a:t>
                      </a:r>
                      <a:r>
                        <a:rPr lang="en-US" baseline="-25000" dirty="0"/>
                        <a:t>3</a:t>
                      </a:r>
                    </a:p>
                  </a:txBody>
                  <a:tcPr/>
                </a:tc>
                <a:tc>
                  <a:txBody>
                    <a:bodyPr/>
                    <a:lstStyle/>
                    <a:p>
                      <a:pPr algn="ctr"/>
                      <a:r>
                        <a:rPr lang="en-US" dirty="0"/>
                        <a:t>NS</a:t>
                      </a:r>
                      <a:r>
                        <a:rPr lang="en-US" baseline="-25000" dirty="0"/>
                        <a:t>2</a:t>
                      </a:r>
                      <a:endParaRPr lang="en-US" dirty="0"/>
                    </a:p>
                  </a:txBody>
                  <a:tcPr/>
                </a:tc>
                <a:tc>
                  <a:txBody>
                    <a:bodyPr/>
                    <a:lstStyle/>
                    <a:p>
                      <a:pPr algn="ctr"/>
                      <a:r>
                        <a:rPr lang="en-US" dirty="0"/>
                        <a:t>NS</a:t>
                      </a:r>
                      <a:r>
                        <a:rPr lang="en-US" baseline="-25000" dirty="0"/>
                        <a:t>1</a:t>
                      </a:r>
                      <a:endParaRPr lang="en-US" dirty="0"/>
                    </a:p>
                  </a:txBody>
                  <a:tcPr/>
                </a:tc>
                <a:tc>
                  <a:txBody>
                    <a:bodyPr/>
                    <a:lstStyle/>
                    <a:p>
                      <a:pPr algn="ctr"/>
                      <a:r>
                        <a:rPr lang="en-US" dirty="0"/>
                        <a:t>NS</a:t>
                      </a:r>
                      <a:r>
                        <a:rPr lang="en-US" baseline="-25000" dirty="0"/>
                        <a:t>0</a:t>
                      </a:r>
                      <a:endParaRPr lang="en-US" dirty="0"/>
                    </a:p>
                  </a:txBody>
                  <a:tcPr/>
                </a:tc>
                <a:extLst>
                  <a:ext uri="{0D108BD9-81ED-4DB2-BD59-A6C34878D82A}">
                    <a16:rowId xmlns:a16="http://schemas.microsoft.com/office/drawing/2014/main" val="1042222565"/>
                  </a:ext>
                </a:extLst>
              </a:tr>
              <a:tr h="370840">
                <a:tc>
                  <a:txBody>
                    <a:bodyPr/>
                    <a:lstStyle/>
                    <a:p>
                      <a:r>
                        <a:rPr lang="en-US" dirty="0"/>
                        <a:t>NextState0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75444776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NextState1</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46805226"/>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NextState2</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4174755082"/>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NextState3</a:t>
                      </a:r>
                      <a:endParaRPr lang="en-US" dirty="0"/>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2993989598"/>
                  </a:ext>
                </a:extLst>
              </a:tr>
              <a:tr h="370840">
                <a:tc>
                  <a:txBody>
                    <a:bodyPr/>
                    <a:lstStyle/>
                    <a:p>
                      <a:r>
                        <a:rPr kumimoji="0" lang="en-US" sz="1800" b="0" i="0" u="none" strike="noStrike" kern="1200" cap="none" spc="0" normalizeH="0" baseline="0" noProof="0">
                          <a:ln>
                            <a:noFill/>
                          </a:ln>
                          <a:solidFill>
                            <a:prstClr val="black"/>
                          </a:solidFill>
                          <a:effectLst/>
                          <a:uLnTx/>
                          <a:uFillTx/>
                          <a:latin typeface="Calibri"/>
                          <a:ea typeface="+mn-ea"/>
                          <a:cs typeface="+mn-cs"/>
                        </a:rPr>
                        <a:t>NextState4</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691180183"/>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NextState5</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893081207"/>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NextState6</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3648148440"/>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NextState7</a:t>
                      </a:r>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4281661125"/>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NextState8</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3947685885"/>
                  </a:ext>
                </a:extLst>
              </a:tr>
              <a:tr h="370840">
                <a:tc>
                  <a:txBody>
                    <a:bodyPr/>
                    <a:lstStyle/>
                    <a:p>
                      <a:r>
                        <a:rPr kumimoji="0" lang="en-US" sz="1800" b="0" i="0" u="none" strike="noStrike" kern="1200" cap="none" spc="0" normalizeH="0" baseline="0" noProof="0" dirty="0">
                          <a:ln>
                            <a:noFill/>
                          </a:ln>
                          <a:solidFill>
                            <a:prstClr val="black"/>
                          </a:solidFill>
                          <a:effectLst/>
                          <a:uLnTx/>
                          <a:uFillTx/>
                          <a:latin typeface="Calibri"/>
                          <a:ea typeface="+mn-ea"/>
                          <a:cs typeface="+mn-cs"/>
                        </a:rPr>
                        <a:t>NextState9</a:t>
                      </a:r>
                      <a:endParaRPr lang="en-US" dirty="0"/>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865037801"/>
                  </a:ext>
                </a:extLst>
              </a:tr>
            </a:tbl>
          </a:graphicData>
        </a:graphic>
      </p:graphicFrame>
      <p:pic>
        <p:nvPicPr>
          <p:cNvPr id="6" name="Picture 6" descr="7">
            <a:extLst>
              <a:ext uri="{FF2B5EF4-FFF2-40B4-BE49-F238E27FC236}">
                <a16:creationId xmlns:a16="http://schemas.microsoft.com/office/drawing/2014/main" id="{C9208FDB-F7B1-4D08-A4D1-2D6C67D9C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62367"/>
            <a:ext cx="4324350" cy="4484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3441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3092C2A6-BD8B-4EBA-9195-D61C5CE04C8E}"/>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F26E36D2-9C6B-40DD-B078-E601D292C3B7}" type="slidenum">
              <a:rPr lang="en-US" altLang="en-US" sz="1200"/>
              <a:pPr algn="r" eaLnBrk="1" hangingPunct="1">
                <a:spcBef>
                  <a:spcPct val="0"/>
                </a:spcBef>
                <a:buFontTx/>
                <a:buNone/>
              </a:pPr>
              <a:t>21</a:t>
            </a:fld>
            <a:endParaRPr lang="en-US" altLang="en-US" sz="1200"/>
          </a:p>
        </p:txBody>
      </p:sp>
      <p:sp>
        <p:nvSpPr>
          <p:cNvPr id="21507" name="Footer Placeholder 7">
            <a:extLst>
              <a:ext uri="{FF2B5EF4-FFF2-40B4-BE49-F238E27FC236}">
                <a16:creationId xmlns:a16="http://schemas.microsoft.com/office/drawing/2014/main" id="{CA084509-8C0C-4C7A-A612-2EEE262A6F0E}"/>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1508" name="TextBox 3">
            <a:extLst>
              <a:ext uri="{FF2B5EF4-FFF2-40B4-BE49-F238E27FC236}">
                <a16:creationId xmlns:a16="http://schemas.microsoft.com/office/drawing/2014/main" id="{F7920CFE-4B02-4811-B1EC-0A9E54AB6B4A}"/>
              </a:ext>
            </a:extLst>
          </p:cNvPr>
          <p:cNvSpPr txBox="1">
            <a:spLocks noChangeArrowheads="1"/>
          </p:cNvSpPr>
          <p:nvPr/>
        </p:nvSpPr>
        <p:spPr bwMode="auto">
          <a:xfrm>
            <a:off x="685800" y="5646738"/>
            <a:ext cx="7772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D.3.5</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four truth tables for the four next-state output bits (NS[3–0]).</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The next-state outputs depend on the value of Op[5-0], which is the opcode field, and the current state, given by S[3–0]. The entries with X are don’t-care terms. Each entry with a don’t-care term corresponds to two entries, one with that input at 0 and one with that input at 1. Thus an entry with </a:t>
            </a:r>
            <a:r>
              <a:rPr lang="en-US" altLang="en-US" sz="1200" i="1">
                <a:solidFill>
                  <a:srgbClr val="000000"/>
                </a:solidFill>
                <a:latin typeface="Arial" panose="020B0604020202020204" pitchFamily="34" charset="0"/>
                <a:ea typeface="Calibri" panose="020F0502020204030204" pitchFamily="34" charset="0"/>
                <a:cs typeface="MinionPro-It"/>
              </a:rPr>
              <a:t>n</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don’t-care terms actually corresponds to </a:t>
            </a:r>
            <a:r>
              <a:rPr lang="en-US" altLang="en-US" sz="1200" i="1">
                <a:solidFill>
                  <a:srgbClr val="000000"/>
                </a:solidFill>
                <a:latin typeface="Arial" panose="020B0604020202020204" pitchFamily="34" charset="0"/>
                <a:ea typeface="Calibri" panose="020F0502020204030204" pitchFamily="34" charset="0"/>
                <a:cs typeface="MinionPro-It"/>
              </a:rPr>
              <a:t>2</a:t>
            </a:r>
            <a:r>
              <a:rPr lang="en-US" altLang="en-US" sz="1200" i="1" baseline="30000">
                <a:solidFill>
                  <a:srgbClr val="000000"/>
                </a:solidFill>
                <a:latin typeface="Arial" panose="020B0604020202020204" pitchFamily="34" charset="0"/>
                <a:ea typeface="Calibri" panose="020F0502020204030204" pitchFamily="34" charset="0"/>
                <a:cs typeface="MinionPro-It"/>
              </a:rPr>
              <a:t>n</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truth table entries.</a:t>
            </a:r>
          </a:p>
        </p:txBody>
      </p:sp>
      <p:pic>
        <p:nvPicPr>
          <p:cNvPr id="21509" name="Picture 7" descr="11">
            <a:extLst>
              <a:ext uri="{FF2B5EF4-FFF2-40B4-BE49-F238E27FC236}">
                <a16:creationId xmlns:a16="http://schemas.microsoft.com/office/drawing/2014/main" id="{62967F5B-9C03-455A-BCF8-0CC9A96A0D6E}"/>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041525" y="228600"/>
            <a:ext cx="5060950" cy="533400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E6C74D9-422F-4CFA-9C3E-DCA7A37353DF}"/>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991783AB-0315-47A0-A61C-FC3959E47D4C}" type="slidenum">
              <a:rPr lang="en-US" altLang="en-US" sz="1200"/>
              <a:pPr algn="r" eaLnBrk="1" hangingPunct="1">
                <a:spcBef>
                  <a:spcPct val="0"/>
                </a:spcBef>
                <a:buFontTx/>
                <a:buNone/>
              </a:pPr>
              <a:t>22</a:t>
            </a:fld>
            <a:endParaRPr lang="en-US" altLang="en-US" sz="1200"/>
          </a:p>
        </p:txBody>
      </p:sp>
      <p:sp>
        <p:nvSpPr>
          <p:cNvPr id="17411" name="Footer Placeholder 7">
            <a:extLst>
              <a:ext uri="{FF2B5EF4-FFF2-40B4-BE49-F238E27FC236}">
                <a16:creationId xmlns:a16="http://schemas.microsoft.com/office/drawing/2014/main" id="{5E3CD47F-1FDC-46CF-A3DB-FD8EBC18D7C0}"/>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7412" name="TextBox 3">
            <a:extLst>
              <a:ext uri="{FF2B5EF4-FFF2-40B4-BE49-F238E27FC236}">
                <a16:creationId xmlns:a16="http://schemas.microsoft.com/office/drawing/2014/main" id="{62933E73-D110-475D-A7D7-861496B0405B}"/>
              </a:ext>
            </a:extLst>
          </p:cNvPr>
          <p:cNvSpPr txBox="1">
            <a:spLocks noChangeArrowheads="1"/>
          </p:cNvSpPr>
          <p:nvPr/>
        </p:nvSpPr>
        <p:spPr bwMode="auto">
          <a:xfrm>
            <a:off x="685800" y="564673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D.3.2</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control unit for MIPS will consist of some control logic and a register to hold the state.</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The state register is written at the active clock edge and is stable during the clock cycle</a:t>
            </a:r>
          </a:p>
        </p:txBody>
      </p:sp>
      <p:pic>
        <p:nvPicPr>
          <p:cNvPr id="17413" name="Picture 6" descr="8">
            <a:extLst>
              <a:ext uri="{FF2B5EF4-FFF2-40B4-BE49-F238E27FC236}">
                <a16:creationId xmlns:a16="http://schemas.microsoft.com/office/drawing/2014/main" id="{6B10000C-C1B7-4F28-8E3D-09B79CFDA19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47938" y="441325"/>
            <a:ext cx="4010025" cy="4876800"/>
          </a:xfrm>
        </p:spPr>
      </p:pic>
      <p:sp>
        <p:nvSpPr>
          <p:cNvPr id="2" name="TextBox 1">
            <a:extLst>
              <a:ext uri="{FF2B5EF4-FFF2-40B4-BE49-F238E27FC236}">
                <a16:creationId xmlns:a16="http://schemas.microsoft.com/office/drawing/2014/main" id="{421DB8EA-400E-4A76-8DC5-EBAC7BAAC646}"/>
              </a:ext>
            </a:extLst>
          </p:cNvPr>
          <p:cNvSpPr txBox="1">
            <a:spLocks noChangeArrowheads="1"/>
          </p:cNvSpPr>
          <p:nvPr/>
        </p:nvSpPr>
        <p:spPr bwMode="auto">
          <a:xfrm>
            <a:off x="3794125" y="1570038"/>
            <a:ext cx="6524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6000" b="1">
                <a:latin typeface="Arial" panose="020B0604020202020204" pitchFamily="34" charset="0"/>
              </a:rPr>
              <a:t>?</a:t>
            </a:r>
          </a:p>
        </p:txBody>
      </p:sp>
      <p:sp>
        <p:nvSpPr>
          <p:cNvPr id="7" name="Rectangle 6">
            <a:extLst>
              <a:ext uri="{FF2B5EF4-FFF2-40B4-BE49-F238E27FC236}">
                <a16:creationId xmlns:a16="http://schemas.microsoft.com/office/drawing/2014/main" id="{55D1B946-5362-4651-B578-D71506C34E6B}"/>
              </a:ext>
            </a:extLst>
          </p:cNvPr>
          <p:cNvSpPr>
            <a:spLocks noChangeArrowheads="1"/>
          </p:cNvSpPr>
          <p:nvPr/>
        </p:nvSpPr>
        <p:spPr bwMode="auto">
          <a:xfrm rot="10800000">
            <a:off x="2564564" y="488432"/>
            <a:ext cx="3090861" cy="2879605"/>
          </a:xfrm>
          <a:prstGeom prst="rect">
            <a:avLst/>
          </a:prstGeom>
          <a:gradFill>
            <a:gsLst>
              <a:gs pos="0">
                <a:schemeClr val="accent1">
                  <a:tint val="66000"/>
                  <a:satMod val="160000"/>
                  <a:lumMod val="99000"/>
                  <a:lumOff val="1000"/>
                  <a:alpha val="0"/>
                </a:schemeClr>
              </a:gs>
              <a:gs pos="100000">
                <a:srgbClr val="E60000"/>
              </a:gs>
              <a:gs pos="100000">
                <a:schemeClr val="accent1">
                  <a:tint val="23500"/>
                  <a:satMod val="160000"/>
                </a:schemeClr>
              </a:gs>
            </a:gsLst>
            <a:lin ang="5400000" scaled="0"/>
          </a:gradFill>
          <a:ln w="9525" cap="flat" cmpd="sng" algn="ctr">
            <a:noFill/>
            <a:prstDash val="solid"/>
            <a:round/>
            <a:headEnd type="none" w="med" len="med"/>
            <a:tailEnd type="none" w="med" len="med"/>
          </a:ln>
          <a:effectLst/>
        </p:spPr>
        <p:txBody>
          <a:bodyPr/>
          <a:lstStyle/>
          <a:p>
            <a:pPr>
              <a:defRPr/>
            </a:pPr>
            <a:endParaRPr lang="en-US" altLang="en-US">
              <a:latin typeface="Arial" charset="0"/>
            </a:endParaRPr>
          </a:p>
        </p:txBody>
      </p:sp>
    </p:spTree>
    <p:extLst>
      <p:ext uri="{BB962C8B-B14F-4D97-AF65-F5344CB8AC3E}">
        <p14:creationId xmlns:p14="http://schemas.microsoft.com/office/powerpoint/2010/main" val="17415711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961BFC-540C-4BE3-AB19-02CFC0983791}"/>
              </a:ext>
            </a:extLst>
          </p:cNvPr>
          <p:cNvSpPr>
            <a:spLocks noGrp="1"/>
          </p:cNvSpPr>
          <p:nvPr>
            <p:ph type="sldNum" sz="quarter" idx="12"/>
          </p:nvPr>
        </p:nvSpPr>
        <p:spPr/>
        <p:txBody>
          <a:bodyPr/>
          <a:lstStyle/>
          <a:p>
            <a:pPr>
              <a:defRPr/>
            </a:pPr>
            <a:fld id="{435E4459-DB0A-4BF6-AE2D-A8E33C022FCF}" type="slidenum">
              <a:rPr lang="en-US" altLang="en-US" smtClean="0"/>
              <a:pPr>
                <a:defRPr/>
              </a:pPr>
              <a:t>23</a:t>
            </a:fld>
            <a:endParaRPr lang="en-US" altLang="en-US"/>
          </a:p>
        </p:txBody>
      </p:sp>
    </p:spTree>
    <p:extLst>
      <p:ext uri="{BB962C8B-B14F-4D97-AF65-F5344CB8AC3E}">
        <p14:creationId xmlns:p14="http://schemas.microsoft.com/office/powerpoint/2010/main" val="312813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B14D616E-E098-4B8D-858D-DD118B781333}"/>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D43D820F-2FF6-4DAD-84A8-CAB71153BA0A}" type="slidenum">
              <a:rPr lang="en-US" altLang="en-US" sz="1200"/>
              <a:pPr algn="r" eaLnBrk="1" hangingPunct="1">
                <a:spcBef>
                  <a:spcPct val="0"/>
                </a:spcBef>
                <a:buFontTx/>
                <a:buNone/>
              </a:pPr>
              <a:t>24</a:t>
            </a:fld>
            <a:endParaRPr lang="en-US" altLang="en-US" sz="1200"/>
          </a:p>
        </p:txBody>
      </p:sp>
      <p:sp>
        <p:nvSpPr>
          <p:cNvPr id="22531" name="Footer Placeholder 7">
            <a:extLst>
              <a:ext uri="{FF2B5EF4-FFF2-40B4-BE49-F238E27FC236}">
                <a16:creationId xmlns:a16="http://schemas.microsoft.com/office/drawing/2014/main" id="{30506DF8-B60C-4EE4-90ED-B8708B4E50F6}"/>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22532" name="Picture 1">
            <a:extLst>
              <a:ext uri="{FF2B5EF4-FFF2-40B4-BE49-F238E27FC236}">
                <a16:creationId xmlns:a16="http://schemas.microsoft.com/office/drawing/2014/main" id="{1A6E2E94-F770-408F-8FF6-7867158C25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855788"/>
            <a:ext cx="7837488"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4">
            <a:extLst>
              <a:ext uri="{FF2B5EF4-FFF2-40B4-BE49-F238E27FC236}">
                <a16:creationId xmlns:a16="http://schemas.microsoft.com/office/drawing/2014/main" id="{E9025A0D-A92C-4FE7-AF35-3A117F3C967A}"/>
              </a:ext>
            </a:extLst>
          </p:cNvPr>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4400" b="1"/>
              <a:t>Using Read-Only Memory (ROM)</a:t>
            </a:r>
            <a:endParaRPr lang="en-AU" altLang="en-US" sz="4400"/>
          </a:p>
        </p:txBody>
      </p:sp>
      <p:pic>
        <p:nvPicPr>
          <p:cNvPr id="22534" name="Picture 2">
            <a:extLst>
              <a:ext uri="{FF2B5EF4-FFF2-40B4-BE49-F238E27FC236}">
                <a16:creationId xmlns:a16="http://schemas.microsoft.com/office/drawing/2014/main" id="{295D098A-DDCF-44DA-A6F3-55C19BB2F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5150" y="1508125"/>
            <a:ext cx="3990975"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F0FF866-AEE6-47B6-9B0F-EE55CA23F0EE}"/>
              </a:ext>
            </a:extLst>
          </p:cNvPr>
          <p:cNvSpPr txBox="1"/>
          <p:nvPr/>
        </p:nvSpPr>
        <p:spPr>
          <a:xfrm>
            <a:off x="4952339" y="1818222"/>
            <a:ext cx="1143661" cy="369332"/>
          </a:xfrm>
          <a:prstGeom prst="rect">
            <a:avLst/>
          </a:prstGeom>
          <a:noFill/>
        </p:spPr>
        <p:txBody>
          <a:bodyPr wrap="square" rtlCol="0">
            <a:spAutoFit/>
          </a:bodyPr>
          <a:lstStyle/>
          <a:p>
            <a:r>
              <a:rPr lang="en-US" b="1" dirty="0">
                <a:solidFill>
                  <a:srgbClr val="FF0000"/>
                </a:solidFill>
              </a:rPr>
              <a:t>Address</a:t>
            </a:r>
          </a:p>
        </p:txBody>
      </p:sp>
      <p:sp>
        <p:nvSpPr>
          <p:cNvPr id="8" name="TextBox 7">
            <a:extLst>
              <a:ext uri="{FF2B5EF4-FFF2-40B4-BE49-F238E27FC236}">
                <a16:creationId xmlns:a16="http://schemas.microsoft.com/office/drawing/2014/main" id="{970DD24C-A0B6-4659-9AB2-E491929DE5DB}"/>
              </a:ext>
            </a:extLst>
          </p:cNvPr>
          <p:cNvSpPr txBox="1"/>
          <p:nvPr/>
        </p:nvSpPr>
        <p:spPr>
          <a:xfrm>
            <a:off x="6606211" y="1803646"/>
            <a:ext cx="1074087" cy="369332"/>
          </a:xfrm>
          <a:prstGeom prst="rect">
            <a:avLst/>
          </a:prstGeom>
          <a:noFill/>
        </p:spPr>
        <p:txBody>
          <a:bodyPr wrap="square" rtlCol="0">
            <a:spAutoFit/>
          </a:bodyPr>
          <a:lstStyle/>
          <a:p>
            <a:r>
              <a:rPr lang="en-US" b="1" dirty="0">
                <a:solidFill>
                  <a:srgbClr val="FF0000"/>
                </a:solidFill>
              </a:rPr>
              <a:t>Content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B14D616E-E098-4B8D-858D-DD118B781333}"/>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D43D820F-2FF6-4DAD-84A8-CAB71153BA0A}" type="slidenum">
              <a:rPr lang="en-US" altLang="en-US" sz="1200"/>
              <a:pPr algn="r" eaLnBrk="1" hangingPunct="1">
                <a:spcBef>
                  <a:spcPct val="0"/>
                </a:spcBef>
                <a:buFontTx/>
                <a:buNone/>
              </a:pPr>
              <a:t>25</a:t>
            </a:fld>
            <a:endParaRPr lang="en-US" altLang="en-US" sz="1200"/>
          </a:p>
        </p:txBody>
      </p:sp>
      <p:sp>
        <p:nvSpPr>
          <p:cNvPr id="22531" name="Footer Placeholder 7">
            <a:extLst>
              <a:ext uri="{FF2B5EF4-FFF2-40B4-BE49-F238E27FC236}">
                <a16:creationId xmlns:a16="http://schemas.microsoft.com/office/drawing/2014/main" id="{30506DF8-B60C-4EE4-90ED-B8708B4E50F6}"/>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pic>
        <p:nvPicPr>
          <p:cNvPr id="22532" name="Picture 1">
            <a:extLst>
              <a:ext uri="{FF2B5EF4-FFF2-40B4-BE49-F238E27FC236}">
                <a16:creationId xmlns:a16="http://schemas.microsoft.com/office/drawing/2014/main" id="{1A6E2E94-F770-408F-8FF6-7867158C25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855788"/>
            <a:ext cx="7837488" cy="371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Rectangle 4">
            <a:extLst>
              <a:ext uri="{FF2B5EF4-FFF2-40B4-BE49-F238E27FC236}">
                <a16:creationId xmlns:a16="http://schemas.microsoft.com/office/drawing/2014/main" id="{E9025A0D-A92C-4FE7-AF35-3A117F3C967A}"/>
              </a:ext>
            </a:extLst>
          </p:cNvPr>
          <p:cNvSpPr txBox="1">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4400" b="1"/>
              <a:t>Using Read-Only Memory (ROM)</a:t>
            </a:r>
            <a:endParaRPr lang="en-AU" altLang="en-US" sz="4400"/>
          </a:p>
        </p:txBody>
      </p:sp>
      <p:pic>
        <p:nvPicPr>
          <p:cNvPr id="22534" name="Picture 2">
            <a:extLst>
              <a:ext uri="{FF2B5EF4-FFF2-40B4-BE49-F238E27FC236}">
                <a16:creationId xmlns:a16="http://schemas.microsoft.com/office/drawing/2014/main" id="{295D098A-DDCF-44DA-A6F3-55C19BB2F5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5150" y="1508125"/>
            <a:ext cx="3990975" cy="467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6F0FF866-AEE6-47B6-9B0F-EE55CA23F0EE}"/>
              </a:ext>
            </a:extLst>
          </p:cNvPr>
          <p:cNvSpPr txBox="1"/>
          <p:nvPr/>
        </p:nvSpPr>
        <p:spPr>
          <a:xfrm>
            <a:off x="5119314" y="1767420"/>
            <a:ext cx="762661" cy="369332"/>
          </a:xfrm>
          <a:prstGeom prst="rect">
            <a:avLst/>
          </a:prstGeom>
          <a:noFill/>
        </p:spPr>
        <p:txBody>
          <a:bodyPr wrap="square" rtlCol="0">
            <a:spAutoFit/>
          </a:bodyPr>
          <a:lstStyle/>
          <a:p>
            <a:r>
              <a:rPr lang="en-US" b="1" dirty="0">
                <a:solidFill>
                  <a:srgbClr val="FF0000"/>
                </a:solidFill>
              </a:rPr>
              <a:t>State</a:t>
            </a:r>
          </a:p>
        </p:txBody>
      </p:sp>
      <p:sp>
        <p:nvSpPr>
          <p:cNvPr id="8" name="TextBox 7">
            <a:extLst>
              <a:ext uri="{FF2B5EF4-FFF2-40B4-BE49-F238E27FC236}">
                <a16:creationId xmlns:a16="http://schemas.microsoft.com/office/drawing/2014/main" id="{970DD24C-A0B6-4659-9AB2-E491929DE5DB}"/>
              </a:ext>
            </a:extLst>
          </p:cNvPr>
          <p:cNvSpPr txBox="1"/>
          <p:nvPr/>
        </p:nvSpPr>
        <p:spPr>
          <a:xfrm>
            <a:off x="6705600" y="1549398"/>
            <a:ext cx="1013789" cy="646331"/>
          </a:xfrm>
          <a:prstGeom prst="rect">
            <a:avLst/>
          </a:prstGeom>
          <a:noFill/>
        </p:spPr>
        <p:txBody>
          <a:bodyPr wrap="square" rtlCol="0">
            <a:spAutoFit/>
          </a:bodyPr>
          <a:lstStyle/>
          <a:p>
            <a:r>
              <a:rPr lang="en-US" b="1" dirty="0">
                <a:solidFill>
                  <a:srgbClr val="FF0000"/>
                </a:solidFill>
              </a:rPr>
              <a:t>Control Signals</a:t>
            </a:r>
          </a:p>
        </p:txBody>
      </p:sp>
    </p:spTree>
    <p:extLst>
      <p:ext uri="{BB962C8B-B14F-4D97-AF65-F5344CB8AC3E}">
        <p14:creationId xmlns:p14="http://schemas.microsoft.com/office/powerpoint/2010/main" val="171789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5E6C74D9-422F-4CFA-9C3E-DCA7A37353DF}"/>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991783AB-0315-47A0-A61C-FC3959E47D4C}" type="slidenum">
              <a:rPr lang="en-US" altLang="en-US" sz="1200"/>
              <a:pPr algn="r" eaLnBrk="1" hangingPunct="1">
                <a:spcBef>
                  <a:spcPct val="0"/>
                </a:spcBef>
                <a:buFontTx/>
                <a:buNone/>
              </a:pPr>
              <a:t>26</a:t>
            </a:fld>
            <a:endParaRPr lang="en-US" altLang="en-US" sz="1200"/>
          </a:p>
        </p:txBody>
      </p:sp>
      <p:sp>
        <p:nvSpPr>
          <p:cNvPr id="17411" name="Footer Placeholder 7">
            <a:extLst>
              <a:ext uri="{FF2B5EF4-FFF2-40B4-BE49-F238E27FC236}">
                <a16:creationId xmlns:a16="http://schemas.microsoft.com/office/drawing/2014/main" id="{5E3CD47F-1FDC-46CF-A3DB-FD8EBC18D7C0}"/>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17412" name="TextBox 3">
            <a:extLst>
              <a:ext uri="{FF2B5EF4-FFF2-40B4-BE49-F238E27FC236}">
                <a16:creationId xmlns:a16="http://schemas.microsoft.com/office/drawing/2014/main" id="{62933E73-D110-475D-A7D7-861496B0405B}"/>
              </a:ext>
            </a:extLst>
          </p:cNvPr>
          <p:cNvSpPr txBox="1">
            <a:spLocks noChangeArrowheads="1"/>
          </p:cNvSpPr>
          <p:nvPr/>
        </p:nvSpPr>
        <p:spPr bwMode="auto">
          <a:xfrm>
            <a:off x="685800" y="5646738"/>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D.3.2</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control unit for MIPS will consist of some control logic and a register to hold the state.</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The state register is written at the active clock edge and is stable during the clock cycle</a:t>
            </a:r>
          </a:p>
        </p:txBody>
      </p:sp>
      <p:pic>
        <p:nvPicPr>
          <p:cNvPr id="17413" name="Picture 6" descr="8">
            <a:extLst>
              <a:ext uri="{FF2B5EF4-FFF2-40B4-BE49-F238E27FC236}">
                <a16:creationId xmlns:a16="http://schemas.microsoft.com/office/drawing/2014/main" id="{6B10000C-C1B7-4F28-8E3D-09B79CFDA19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547938" y="448252"/>
            <a:ext cx="4010025" cy="4876800"/>
          </a:xfrm>
        </p:spPr>
      </p:pic>
      <p:sp>
        <p:nvSpPr>
          <p:cNvPr id="7" name="Rectangle 6">
            <a:extLst>
              <a:ext uri="{FF2B5EF4-FFF2-40B4-BE49-F238E27FC236}">
                <a16:creationId xmlns:a16="http://schemas.microsoft.com/office/drawing/2014/main" id="{6EB0BF55-2FCB-4587-8FA7-9AE59D652EF6}"/>
              </a:ext>
            </a:extLst>
          </p:cNvPr>
          <p:cNvSpPr/>
          <p:nvPr/>
        </p:nvSpPr>
        <p:spPr>
          <a:xfrm>
            <a:off x="2686686" y="3180396"/>
            <a:ext cx="2799707" cy="680405"/>
          </a:xfrm>
          <a:prstGeom prst="rect">
            <a:avLst/>
          </a:prstGeom>
          <a:noFill/>
          <a:ln>
            <a:solidFill>
              <a:srgbClr val="1D79B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0" name="Straight Arrow Connector 19">
            <a:extLst>
              <a:ext uri="{FF2B5EF4-FFF2-40B4-BE49-F238E27FC236}">
                <a16:creationId xmlns:a16="http://schemas.microsoft.com/office/drawing/2014/main" id="{BAB3BCA6-CDFE-40EE-AB8B-A84CC1871BE4}"/>
              </a:ext>
            </a:extLst>
          </p:cNvPr>
          <p:cNvCxnSpPr>
            <a:cxnSpLocks/>
          </p:cNvCxnSpPr>
          <p:nvPr/>
        </p:nvCxnSpPr>
        <p:spPr>
          <a:xfrm rot="5400000" flipV="1">
            <a:off x="5588320" y="3611306"/>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CF18F6E-08DB-4171-BA2B-A4901BBFFA57}"/>
              </a:ext>
            </a:extLst>
          </p:cNvPr>
          <p:cNvCxnSpPr>
            <a:cxnSpLocks/>
          </p:cNvCxnSpPr>
          <p:nvPr/>
        </p:nvCxnSpPr>
        <p:spPr>
          <a:xfrm rot="5400000" flipV="1">
            <a:off x="5582917" y="3134360"/>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A814EF7-4556-408D-88F8-EAA8F59A4FD9}"/>
              </a:ext>
            </a:extLst>
          </p:cNvPr>
          <p:cNvCxnSpPr>
            <a:cxnSpLocks/>
          </p:cNvCxnSpPr>
          <p:nvPr/>
        </p:nvCxnSpPr>
        <p:spPr>
          <a:xfrm rot="5400000" flipV="1">
            <a:off x="5588320" y="3293427"/>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A61DA0D-3796-4A57-A6A5-0E6FA66FDC26}"/>
              </a:ext>
            </a:extLst>
          </p:cNvPr>
          <p:cNvCxnSpPr>
            <a:cxnSpLocks/>
          </p:cNvCxnSpPr>
          <p:nvPr/>
        </p:nvCxnSpPr>
        <p:spPr>
          <a:xfrm rot="5400000" flipV="1">
            <a:off x="5588320" y="3450907"/>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B8D4B3D-6CEB-4821-A2B7-DFA4BCA71D79}"/>
              </a:ext>
            </a:extLst>
          </p:cNvPr>
          <p:cNvCxnSpPr>
            <a:cxnSpLocks/>
          </p:cNvCxnSpPr>
          <p:nvPr/>
        </p:nvCxnSpPr>
        <p:spPr>
          <a:xfrm flipV="1">
            <a:off x="4618699" y="2957516"/>
            <a:ext cx="0" cy="173034"/>
          </a:xfrm>
          <a:prstGeom prst="straightConnector1">
            <a:avLst/>
          </a:prstGeom>
          <a:ln w="1270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80D78BC5-857E-4327-B455-6D3D6DDBB9CA}"/>
              </a:ext>
            </a:extLst>
          </p:cNvPr>
          <p:cNvCxnSpPr>
            <a:cxnSpLocks/>
          </p:cNvCxnSpPr>
          <p:nvPr/>
        </p:nvCxnSpPr>
        <p:spPr>
          <a:xfrm rot="5400000" flipV="1">
            <a:off x="5605062" y="2879209"/>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50EE8D7-894B-4FFA-BF55-579910A21C9D}"/>
              </a:ext>
            </a:extLst>
          </p:cNvPr>
          <p:cNvCxnSpPr>
            <a:cxnSpLocks/>
          </p:cNvCxnSpPr>
          <p:nvPr/>
        </p:nvCxnSpPr>
        <p:spPr>
          <a:xfrm rot="5400000" flipV="1">
            <a:off x="5606009" y="2271227"/>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4611A1E-4CFD-4FF8-90EA-311AF1BBBD02}"/>
              </a:ext>
            </a:extLst>
          </p:cNvPr>
          <p:cNvCxnSpPr>
            <a:cxnSpLocks/>
          </p:cNvCxnSpPr>
          <p:nvPr/>
        </p:nvCxnSpPr>
        <p:spPr>
          <a:xfrm rot="5400000" flipV="1">
            <a:off x="5611412" y="2478783"/>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D0677CF0-52B6-4D9C-9091-AA34A1722B2A}"/>
              </a:ext>
            </a:extLst>
          </p:cNvPr>
          <p:cNvCxnSpPr>
            <a:cxnSpLocks/>
          </p:cNvCxnSpPr>
          <p:nvPr/>
        </p:nvCxnSpPr>
        <p:spPr>
          <a:xfrm rot="5400000" flipV="1">
            <a:off x="5611412" y="2677825"/>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23">
            <a:extLst>
              <a:ext uri="{FF2B5EF4-FFF2-40B4-BE49-F238E27FC236}">
                <a16:creationId xmlns:a16="http://schemas.microsoft.com/office/drawing/2014/main" id="{B12EB167-045C-434D-8DD2-1822DC6D8D7C}"/>
              </a:ext>
            </a:extLst>
          </p:cNvPr>
          <p:cNvSpPr txBox="1">
            <a:spLocks noChangeArrowheads="1"/>
          </p:cNvSpPr>
          <p:nvPr/>
        </p:nvSpPr>
        <p:spPr bwMode="auto">
          <a:xfrm>
            <a:off x="4551770" y="1676400"/>
            <a:ext cx="960030" cy="46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dirty="0">
                <a:solidFill>
                  <a:srgbClr val="0096D2"/>
                </a:solidFill>
                <a:latin typeface="Arial" panose="020B0604020202020204" pitchFamily="34" charset="0"/>
              </a:rPr>
              <a:t>ROM</a:t>
            </a:r>
          </a:p>
        </p:txBody>
      </p:sp>
      <p:cxnSp>
        <p:nvCxnSpPr>
          <p:cNvPr id="72" name="Straight Arrow Connector 71">
            <a:extLst>
              <a:ext uri="{FF2B5EF4-FFF2-40B4-BE49-F238E27FC236}">
                <a16:creationId xmlns:a16="http://schemas.microsoft.com/office/drawing/2014/main" id="{960FA9BE-28E6-42DA-92F4-B6CA907B3915}"/>
              </a:ext>
            </a:extLst>
          </p:cNvPr>
          <p:cNvCxnSpPr>
            <a:cxnSpLocks/>
          </p:cNvCxnSpPr>
          <p:nvPr/>
        </p:nvCxnSpPr>
        <p:spPr>
          <a:xfrm rot="5400000" flipV="1">
            <a:off x="5616169" y="516313"/>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CAA1A8E-56C2-448C-8054-83D4ED0530A8}"/>
              </a:ext>
            </a:extLst>
          </p:cNvPr>
          <p:cNvCxnSpPr>
            <a:cxnSpLocks/>
          </p:cNvCxnSpPr>
          <p:nvPr/>
        </p:nvCxnSpPr>
        <p:spPr>
          <a:xfrm rot="5400000" flipV="1">
            <a:off x="5621572" y="719830"/>
            <a:ext cx="0" cy="18288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AD8E737-1483-41A9-830F-03ACA5AB602C}"/>
              </a:ext>
            </a:extLst>
          </p:cNvPr>
          <p:cNvSpPr txBox="1"/>
          <p:nvPr/>
        </p:nvSpPr>
        <p:spPr>
          <a:xfrm rot="16200000">
            <a:off x="4451308" y="2698791"/>
            <a:ext cx="381000" cy="253916"/>
          </a:xfrm>
          <a:prstGeom prst="rect">
            <a:avLst/>
          </a:prstGeom>
          <a:noFill/>
        </p:spPr>
        <p:txBody>
          <a:bodyPr wrap="square" rtlCol="0">
            <a:spAutoFit/>
          </a:bodyPr>
          <a:lstStyle/>
          <a:p>
            <a:r>
              <a:rPr lang="en-US" sz="1050" dirty="0">
                <a:solidFill>
                  <a:srgbClr val="1D79BC"/>
                </a:solidFill>
              </a:rPr>
              <a:t>S3</a:t>
            </a:r>
          </a:p>
        </p:txBody>
      </p:sp>
      <p:sp>
        <p:nvSpPr>
          <p:cNvPr id="51" name="TextBox 50">
            <a:extLst>
              <a:ext uri="{FF2B5EF4-FFF2-40B4-BE49-F238E27FC236}">
                <a16:creationId xmlns:a16="http://schemas.microsoft.com/office/drawing/2014/main" id="{2FA186D2-9678-43F1-A8AF-790272406684}"/>
              </a:ext>
            </a:extLst>
          </p:cNvPr>
          <p:cNvSpPr txBox="1"/>
          <p:nvPr/>
        </p:nvSpPr>
        <p:spPr>
          <a:xfrm rot="16200000">
            <a:off x="4724358" y="2711491"/>
            <a:ext cx="381000" cy="253916"/>
          </a:xfrm>
          <a:prstGeom prst="rect">
            <a:avLst/>
          </a:prstGeom>
          <a:noFill/>
        </p:spPr>
        <p:txBody>
          <a:bodyPr wrap="square" rtlCol="0">
            <a:spAutoFit/>
          </a:bodyPr>
          <a:lstStyle>
            <a:defPPr>
              <a:defRPr lang="en-US"/>
            </a:defPPr>
            <a:lvl1pPr>
              <a:defRPr sz="1050">
                <a:solidFill>
                  <a:srgbClr val="1D79BC"/>
                </a:solidFill>
              </a:defRPr>
            </a:lvl1pPr>
          </a:lstStyle>
          <a:p>
            <a:r>
              <a:rPr lang="en-US" dirty="0"/>
              <a:t>S2</a:t>
            </a:r>
          </a:p>
        </p:txBody>
      </p:sp>
      <p:sp>
        <p:nvSpPr>
          <p:cNvPr id="52" name="TextBox 51">
            <a:extLst>
              <a:ext uri="{FF2B5EF4-FFF2-40B4-BE49-F238E27FC236}">
                <a16:creationId xmlns:a16="http://schemas.microsoft.com/office/drawing/2014/main" id="{D9669E30-8CDD-4AC2-A058-1AB2AFFFEA60}"/>
              </a:ext>
            </a:extLst>
          </p:cNvPr>
          <p:cNvSpPr txBox="1"/>
          <p:nvPr/>
        </p:nvSpPr>
        <p:spPr>
          <a:xfrm rot="16200000">
            <a:off x="4997408" y="2705141"/>
            <a:ext cx="381000" cy="253916"/>
          </a:xfrm>
          <a:prstGeom prst="rect">
            <a:avLst/>
          </a:prstGeom>
          <a:noFill/>
        </p:spPr>
        <p:txBody>
          <a:bodyPr wrap="square" rtlCol="0">
            <a:spAutoFit/>
          </a:bodyPr>
          <a:lstStyle/>
          <a:p>
            <a:r>
              <a:rPr lang="en-US" sz="1050" dirty="0">
                <a:solidFill>
                  <a:srgbClr val="1D79BC"/>
                </a:solidFill>
              </a:rPr>
              <a:t>S1</a:t>
            </a:r>
          </a:p>
        </p:txBody>
      </p:sp>
      <p:sp>
        <p:nvSpPr>
          <p:cNvPr id="53" name="TextBox 52">
            <a:extLst>
              <a:ext uri="{FF2B5EF4-FFF2-40B4-BE49-F238E27FC236}">
                <a16:creationId xmlns:a16="http://schemas.microsoft.com/office/drawing/2014/main" id="{0C219520-E104-4EA8-BF77-E885AD0E24B6}"/>
              </a:ext>
            </a:extLst>
          </p:cNvPr>
          <p:cNvSpPr txBox="1"/>
          <p:nvPr/>
        </p:nvSpPr>
        <p:spPr>
          <a:xfrm rot="16200000">
            <a:off x="5276808" y="2711491"/>
            <a:ext cx="381000" cy="253916"/>
          </a:xfrm>
          <a:prstGeom prst="rect">
            <a:avLst/>
          </a:prstGeom>
          <a:noFill/>
        </p:spPr>
        <p:txBody>
          <a:bodyPr wrap="square" rtlCol="0">
            <a:spAutoFit/>
          </a:bodyPr>
          <a:lstStyle/>
          <a:p>
            <a:r>
              <a:rPr lang="en-US" sz="1050" dirty="0">
                <a:solidFill>
                  <a:srgbClr val="1D79BC"/>
                </a:solidFill>
              </a:rPr>
              <a:t>S0</a:t>
            </a:r>
          </a:p>
        </p:txBody>
      </p:sp>
      <p:cxnSp>
        <p:nvCxnSpPr>
          <p:cNvPr id="64" name="Straight Arrow Connector 63">
            <a:extLst>
              <a:ext uri="{FF2B5EF4-FFF2-40B4-BE49-F238E27FC236}">
                <a16:creationId xmlns:a16="http://schemas.microsoft.com/office/drawing/2014/main" id="{FC43FA6B-4EAB-4D3B-943C-9C6117F6506A}"/>
              </a:ext>
            </a:extLst>
          </p:cNvPr>
          <p:cNvCxnSpPr>
            <a:cxnSpLocks/>
          </p:cNvCxnSpPr>
          <p:nvPr/>
        </p:nvCxnSpPr>
        <p:spPr>
          <a:xfrm flipV="1">
            <a:off x="4904449" y="2963866"/>
            <a:ext cx="0" cy="173034"/>
          </a:xfrm>
          <a:prstGeom prst="straightConnector1">
            <a:avLst/>
          </a:prstGeom>
          <a:ln w="1270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1A0CC81-4322-485D-AFE5-5F0D98DD2C2E}"/>
              </a:ext>
            </a:extLst>
          </p:cNvPr>
          <p:cNvCxnSpPr>
            <a:cxnSpLocks/>
          </p:cNvCxnSpPr>
          <p:nvPr/>
        </p:nvCxnSpPr>
        <p:spPr>
          <a:xfrm flipV="1">
            <a:off x="5183849" y="2963866"/>
            <a:ext cx="0" cy="173034"/>
          </a:xfrm>
          <a:prstGeom prst="straightConnector1">
            <a:avLst/>
          </a:prstGeom>
          <a:ln w="1270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7815502-C429-4762-9BBE-63A100ED2853}"/>
              </a:ext>
            </a:extLst>
          </p:cNvPr>
          <p:cNvCxnSpPr>
            <a:cxnSpLocks/>
          </p:cNvCxnSpPr>
          <p:nvPr/>
        </p:nvCxnSpPr>
        <p:spPr>
          <a:xfrm flipV="1">
            <a:off x="5475949" y="2970216"/>
            <a:ext cx="0" cy="153984"/>
          </a:xfrm>
          <a:prstGeom prst="straightConnector1">
            <a:avLst/>
          </a:prstGeom>
          <a:ln w="1270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67D44C7-0957-4322-BA44-C76118F342EB}"/>
              </a:ext>
            </a:extLst>
          </p:cNvPr>
          <p:cNvCxnSpPr/>
          <p:nvPr/>
        </p:nvCxnSpPr>
        <p:spPr>
          <a:xfrm>
            <a:off x="4618699" y="3136900"/>
            <a:ext cx="0" cy="730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A67ADBF8-DA15-4F67-8662-13F6F50A73F4}"/>
              </a:ext>
            </a:extLst>
          </p:cNvPr>
          <p:cNvCxnSpPr/>
          <p:nvPr/>
        </p:nvCxnSpPr>
        <p:spPr>
          <a:xfrm>
            <a:off x="4904449" y="3143250"/>
            <a:ext cx="0" cy="730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E68D876-9EFA-4D59-A9B4-08B04A8DC443}"/>
              </a:ext>
            </a:extLst>
          </p:cNvPr>
          <p:cNvCxnSpPr/>
          <p:nvPr/>
        </p:nvCxnSpPr>
        <p:spPr>
          <a:xfrm>
            <a:off x="5183849" y="3143250"/>
            <a:ext cx="0" cy="730251"/>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46586BE-BB5A-42B8-B2CF-E4540EAC8218}"/>
              </a:ext>
            </a:extLst>
          </p:cNvPr>
          <p:cNvCxnSpPr/>
          <p:nvPr/>
        </p:nvCxnSpPr>
        <p:spPr>
          <a:xfrm>
            <a:off x="5475949" y="3149600"/>
            <a:ext cx="0" cy="730251"/>
          </a:xfrm>
          <a:prstGeom prst="line">
            <a:avLst/>
          </a:prstGeom>
        </p:spPr>
        <p:style>
          <a:lnRef idx="1">
            <a:schemeClr val="accent1"/>
          </a:lnRef>
          <a:fillRef idx="0">
            <a:schemeClr val="accent1"/>
          </a:fillRef>
          <a:effectRef idx="0">
            <a:schemeClr val="accent1"/>
          </a:effectRef>
          <a:fontRef idx="minor">
            <a:schemeClr val="tx1"/>
          </a:fontRef>
        </p:style>
      </p:cxnSp>
      <p:sp>
        <p:nvSpPr>
          <p:cNvPr id="54" name="Rectangle 53">
            <a:extLst>
              <a:ext uri="{FF2B5EF4-FFF2-40B4-BE49-F238E27FC236}">
                <a16:creationId xmlns:a16="http://schemas.microsoft.com/office/drawing/2014/main" id="{C4693556-D209-4898-9B62-73360F0A3FCA}"/>
              </a:ext>
            </a:extLst>
          </p:cNvPr>
          <p:cNvSpPr/>
          <p:nvPr/>
        </p:nvSpPr>
        <p:spPr>
          <a:xfrm>
            <a:off x="3768725" y="3536950"/>
            <a:ext cx="638175"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6749633D-1013-46A1-A780-8EFD6386932A}"/>
              </a:ext>
            </a:extLst>
          </p:cNvPr>
          <p:cNvSpPr/>
          <p:nvPr/>
        </p:nvSpPr>
        <p:spPr>
          <a:xfrm>
            <a:off x="4494693" y="2057399"/>
            <a:ext cx="1010758" cy="15716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3">
            <a:extLst>
              <a:ext uri="{FF2B5EF4-FFF2-40B4-BE49-F238E27FC236}">
                <a16:creationId xmlns:a16="http://schemas.microsoft.com/office/drawing/2014/main" id="{923C6802-14CB-44BC-B7E6-7A23682137B3}"/>
              </a:ext>
            </a:extLst>
          </p:cNvPr>
          <p:cNvSpPr txBox="1">
            <a:spLocks noChangeArrowheads="1"/>
          </p:cNvSpPr>
          <p:nvPr/>
        </p:nvSpPr>
        <p:spPr bwMode="auto">
          <a:xfrm>
            <a:off x="3644142" y="3271844"/>
            <a:ext cx="960030" cy="461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dirty="0">
                <a:solidFill>
                  <a:srgbClr val="0096D2"/>
                </a:solidFill>
                <a:latin typeface="Arial" panose="020B0604020202020204" pitchFamily="34" charset="0"/>
              </a:rPr>
              <a:t>ROM</a:t>
            </a:r>
          </a:p>
        </p:txBody>
      </p:sp>
      <p:sp>
        <p:nvSpPr>
          <p:cNvPr id="56" name="Rectangle 55">
            <a:extLst>
              <a:ext uri="{FF2B5EF4-FFF2-40B4-BE49-F238E27FC236}">
                <a16:creationId xmlns:a16="http://schemas.microsoft.com/office/drawing/2014/main" id="{CAFA2DF5-FD7B-4991-A7F1-D0E759228AB4}"/>
              </a:ext>
            </a:extLst>
          </p:cNvPr>
          <p:cNvSpPr/>
          <p:nvPr/>
        </p:nvSpPr>
        <p:spPr>
          <a:xfrm>
            <a:off x="4514849" y="603273"/>
            <a:ext cx="1022339" cy="2367944"/>
          </a:xfrm>
          <a:prstGeom prst="rect">
            <a:avLst/>
          </a:prstGeom>
          <a:noFill/>
          <a:ln>
            <a:solidFill>
              <a:srgbClr val="1D79B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1D79BC"/>
              </a:solidFill>
            </a:endParaRPr>
          </a:p>
        </p:txBody>
      </p:sp>
    </p:spTree>
    <p:extLst>
      <p:ext uri="{BB962C8B-B14F-4D97-AF65-F5344CB8AC3E}">
        <p14:creationId xmlns:p14="http://schemas.microsoft.com/office/powerpoint/2010/main" val="115825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83B56489-6DDF-4667-B0F9-276C86C7201B}"/>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576E6E55-78A9-4459-9C09-85A8FA22D09D}" type="slidenum">
              <a:rPr lang="en-US" altLang="en-US" sz="1200"/>
              <a:pPr algn="r" eaLnBrk="1" hangingPunct="1">
                <a:spcBef>
                  <a:spcPct val="0"/>
                </a:spcBef>
                <a:buFontTx/>
                <a:buNone/>
              </a:pPr>
              <a:t>27</a:t>
            </a:fld>
            <a:endParaRPr lang="en-US" altLang="en-US" sz="1200"/>
          </a:p>
        </p:txBody>
      </p:sp>
      <p:sp>
        <p:nvSpPr>
          <p:cNvPr id="23555" name="Footer Placeholder 7">
            <a:extLst>
              <a:ext uri="{FF2B5EF4-FFF2-40B4-BE49-F238E27FC236}">
                <a16:creationId xmlns:a16="http://schemas.microsoft.com/office/drawing/2014/main" id="{DA3236BA-4005-4A5B-8C32-D2D32DFF7F34}"/>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3556" name="TextBox 3">
            <a:extLst>
              <a:ext uri="{FF2B5EF4-FFF2-40B4-BE49-F238E27FC236}">
                <a16:creationId xmlns:a16="http://schemas.microsoft.com/office/drawing/2014/main" id="{03709809-A8F6-40CA-8200-0B8BB04917BB}"/>
              </a:ext>
            </a:extLst>
          </p:cNvPr>
          <p:cNvSpPr txBox="1">
            <a:spLocks noChangeArrowheads="1"/>
          </p:cNvSpPr>
          <p:nvPr/>
        </p:nvSpPr>
        <p:spPr bwMode="auto">
          <a:xfrm>
            <a:off x="685800" y="5257800"/>
            <a:ext cx="7772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D.3.6</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truth table for the 16 datapath control outputs, which depend only on the state inputs.</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The values are determined from Figure D.3.4. Although there are 16 possible values for the 4-bit state field, only ten of these are used and are shown here. The ten possible values are shown at the top; each column shows the setting of the datapath control outputs for the state input value that appears at the top of the column. For example, when the state inputs are 0011 (state 3), the active datapath control outputs are IorD or MemRead.</a:t>
            </a:r>
          </a:p>
        </p:txBody>
      </p:sp>
      <p:pic>
        <p:nvPicPr>
          <p:cNvPr id="23557" name="Picture 6" descr="12">
            <a:extLst>
              <a:ext uri="{FF2B5EF4-FFF2-40B4-BE49-F238E27FC236}">
                <a16:creationId xmlns:a16="http://schemas.microsoft.com/office/drawing/2014/main" id="{A1E78AD0-DD05-444E-9C0F-4361503A73DE}"/>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81125" y="922338"/>
            <a:ext cx="6392863" cy="3965575"/>
          </a:xfrm>
        </p:spPr>
      </p:pic>
      <p:sp>
        <p:nvSpPr>
          <p:cNvPr id="2" name="Rectangle 1">
            <a:extLst>
              <a:ext uri="{FF2B5EF4-FFF2-40B4-BE49-F238E27FC236}">
                <a16:creationId xmlns:a16="http://schemas.microsoft.com/office/drawing/2014/main" id="{3CD228DE-E86D-4B49-B9E0-EF7D89EA5B3D}"/>
              </a:ext>
            </a:extLst>
          </p:cNvPr>
          <p:cNvSpPr/>
          <p:nvPr/>
        </p:nvSpPr>
        <p:spPr>
          <a:xfrm>
            <a:off x="2487613" y="1438275"/>
            <a:ext cx="5267325" cy="3449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ular Callout 6">
            <a:extLst>
              <a:ext uri="{FF2B5EF4-FFF2-40B4-BE49-F238E27FC236}">
                <a16:creationId xmlns:a16="http://schemas.microsoft.com/office/drawing/2014/main" id="{CB9A1D06-5AE7-4506-B75D-2603C8E53698}"/>
              </a:ext>
            </a:extLst>
          </p:cNvPr>
          <p:cNvSpPr/>
          <p:nvPr/>
        </p:nvSpPr>
        <p:spPr>
          <a:xfrm rot="5400000" flipH="1" flipV="1">
            <a:off x="7914519" y="1372504"/>
            <a:ext cx="1015663" cy="803197"/>
          </a:xfrm>
          <a:prstGeom prst="wedgeRectCallout">
            <a:avLst>
              <a:gd name="adj1" fmla="val -158556"/>
              <a:gd name="adj2" fmla="val -81302"/>
            </a:avLst>
          </a:prstGeom>
          <a:noFill/>
          <a:effectLst>
            <a:reflection endPos="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eaVert" anchor="ctr" anchorCtr="1">
            <a:spAutoFit/>
          </a:bodyPr>
          <a:lstStyle/>
          <a:p>
            <a:pPr algn="ctr" eaLnBrk="1" hangingPunct="1">
              <a:defRPr/>
            </a:pPr>
            <a:r>
              <a:rPr lang="en-US" dirty="0">
                <a:solidFill>
                  <a:schemeClr val="tx1"/>
                </a:solidFill>
              </a:rPr>
              <a:t>16</a:t>
            </a:r>
          </a:p>
          <a:p>
            <a:pPr algn="ctr" eaLnBrk="1" hangingPunct="1">
              <a:defRPr/>
            </a:pPr>
            <a:r>
              <a:rPr lang="en-US" dirty="0">
                <a:solidFill>
                  <a:schemeClr val="tx1"/>
                </a:solidFill>
              </a:rPr>
              <a:t>Control signals</a:t>
            </a:r>
          </a:p>
        </p:txBody>
      </p:sp>
      <p:sp>
        <p:nvSpPr>
          <p:cNvPr id="8" name="Rectangular Callout 7">
            <a:extLst>
              <a:ext uri="{FF2B5EF4-FFF2-40B4-BE49-F238E27FC236}">
                <a16:creationId xmlns:a16="http://schemas.microsoft.com/office/drawing/2014/main" id="{26F1C4BD-E5F8-4C44-A86B-16F8D6193E04}"/>
              </a:ext>
            </a:extLst>
          </p:cNvPr>
          <p:cNvSpPr/>
          <p:nvPr/>
        </p:nvSpPr>
        <p:spPr>
          <a:xfrm rot="5400000" flipH="1" flipV="1">
            <a:off x="8128261" y="190063"/>
            <a:ext cx="461665" cy="950977"/>
          </a:xfrm>
          <a:prstGeom prst="wedgeRectCallout">
            <a:avLst>
              <a:gd name="adj1" fmla="val -139852"/>
              <a:gd name="adj2" fmla="val -289072"/>
            </a:avLst>
          </a:prstGeom>
          <a:noFill/>
          <a:effectLst>
            <a:reflection endPos="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eaVert" anchor="ctr" anchorCtr="1">
            <a:spAutoFit/>
          </a:bodyPr>
          <a:lstStyle/>
          <a:p>
            <a:pPr algn="ctr" eaLnBrk="1" hangingPunct="1">
              <a:defRPr/>
            </a:pPr>
            <a:r>
              <a:rPr lang="en-US">
                <a:solidFill>
                  <a:schemeClr val="tx1"/>
                </a:solidFill>
              </a:rPr>
              <a:t>1</a:t>
            </a:r>
            <a:r>
              <a:rPr lang="en-US" dirty="0">
                <a:solidFill>
                  <a:schemeClr val="tx1"/>
                </a:solidFill>
              </a:rPr>
              <a:t>0</a:t>
            </a:r>
            <a:r>
              <a:rPr lang="en-US">
                <a:solidFill>
                  <a:schemeClr val="tx1"/>
                </a:solidFill>
              </a:rPr>
              <a:t> </a:t>
            </a:r>
            <a:r>
              <a:rPr lang="en-US" dirty="0">
                <a:solidFill>
                  <a:schemeClr val="tx1"/>
                </a:solidFill>
              </a:rPr>
              <a:t>States</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1BE50001-9D3C-313C-EA77-B8754E5A162D}"/>
                  </a:ext>
                </a:extLst>
              </p14:cNvPr>
              <p14:cNvContentPartPr/>
              <p14:nvPr/>
            </p14:nvContentPartPr>
            <p14:xfrm>
              <a:off x="501840" y="1962720"/>
              <a:ext cx="637920" cy="648360"/>
            </p14:xfrm>
          </p:contentPart>
        </mc:Choice>
        <mc:Fallback>
          <p:pic>
            <p:nvPicPr>
              <p:cNvPr id="3" name="Ink 2">
                <a:extLst>
                  <a:ext uri="{FF2B5EF4-FFF2-40B4-BE49-F238E27FC236}">
                    <a16:creationId xmlns:a16="http://schemas.microsoft.com/office/drawing/2014/main" id="{1BE50001-9D3C-313C-EA77-B8754E5A162D}"/>
                  </a:ext>
                </a:extLst>
              </p:cNvPr>
              <p:cNvPicPr/>
              <p:nvPr/>
            </p:nvPicPr>
            <p:blipFill>
              <a:blip r:embed="rId4"/>
              <a:stretch>
                <a:fillRect/>
              </a:stretch>
            </p:blipFill>
            <p:spPr>
              <a:xfrm>
                <a:off x="492480" y="1953360"/>
                <a:ext cx="656640" cy="66708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1ABC9EF7-BABA-4870-B227-EF75E7EAEFF5}"/>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5784CC94-1803-49A3-9778-7332E2D6CDF1}" type="slidenum">
              <a:rPr lang="en-US" altLang="en-US" sz="1200"/>
              <a:pPr algn="r" eaLnBrk="1" hangingPunct="1">
                <a:spcBef>
                  <a:spcPct val="0"/>
                </a:spcBef>
                <a:buFontTx/>
                <a:buNone/>
              </a:pPr>
              <a:t>28</a:t>
            </a:fld>
            <a:endParaRPr lang="en-US" altLang="en-US" sz="1200"/>
          </a:p>
        </p:txBody>
      </p:sp>
      <p:sp>
        <p:nvSpPr>
          <p:cNvPr id="24579" name="Footer Placeholder 7">
            <a:extLst>
              <a:ext uri="{FF2B5EF4-FFF2-40B4-BE49-F238E27FC236}">
                <a16:creationId xmlns:a16="http://schemas.microsoft.com/office/drawing/2014/main" id="{C48D071A-D725-4BF2-90A1-4E7411AA6529}"/>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4580" name="TextBox 3">
            <a:extLst>
              <a:ext uri="{FF2B5EF4-FFF2-40B4-BE49-F238E27FC236}">
                <a16:creationId xmlns:a16="http://schemas.microsoft.com/office/drawing/2014/main" id="{D2DCE07C-C024-42A1-9042-0E03D67B218F}"/>
              </a:ext>
            </a:extLst>
          </p:cNvPr>
          <p:cNvSpPr txBox="1">
            <a:spLocks noChangeArrowheads="1"/>
          </p:cNvSpPr>
          <p:nvPr/>
        </p:nvSpPr>
        <p:spPr bwMode="auto">
          <a:xfrm>
            <a:off x="685800" y="5151438"/>
            <a:ext cx="777240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D.3.7</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contents of the upper 16 bits of the ROM depend only on the state inputs.</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These values are the same as those in Figure D.3.6, simply rotated 90°. This set of control words would be duplicated 64 times for every possible value of the upper six bits of the address.</a:t>
            </a:r>
          </a:p>
        </p:txBody>
      </p:sp>
      <p:pic>
        <p:nvPicPr>
          <p:cNvPr id="24581" name="Picture 6" descr="13">
            <a:extLst>
              <a:ext uri="{FF2B5EF4-FFF2-40B4-BE49-F238E27FC236}">
                <a16:creationId xmlns:a16="http://schemas.microsoft.com/office/drawing/2014/main" id="{80DD5638-F3C6-495E-A9C1-6F24C5459FAB}"/>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1668463"/>
            <a:ext cx="6419850" cy="2454275"/>
          </a:xfrm>
        </p:spPr>
      </p:pic>
      <p:sp>
        <p:nvSpPr>
          <p:cNvPr id="6" name="TextBox 5">
            <a:extLst>
              <a:ext uri="{FF2B5EF4-FFF2-40B4-BE49-F238E27FC236}">
                <a16:creationId xmlns:a16="http://schemas.microsoft.com/office/drawing/2014/main" id="{2668D2D9-DCAA-483D-9CFF-9C5E0EC7F274}"/>
              </a:ext>
            </a:extLst>
          </p:cNvPr>
          <p:cNvSpPr txBox="1"/>
          <p:nvPr/>
        </p:nvSpPr>
        <p:spPr>
          <a:xfrm>
            <a:off x="2032000" y="1154668"/>
            <a:ext cx="1981200" cy="369332"/>
          </a:xfrm>
          <a:prstGeom prst="rect">
            <a:avLst/>
          </a:prstGeom>
          <a:noFill/>
        </p:spPr>
        <p:txBody>
          <a:bodyPr wrap="square" rtlCol="0">
            <a:spAutoFit/>
          </a:bodyPr>
          <a:lstStyle/>
          <a:p>
            <a:r>
              <a:rPr lang="en-US" b="1" dirty="0">
                <a:solidFill>
                  <a:srgbClr val="FF0000"/>
                </a:solidFill>
              </a:rPr>
              <a:t>Address = State</a:t>
            </a:r>
          </a:p>
        </p:txBody>
      </p:sp>
      <p:sp>
        <p:nvSpPr>
          <p:cNvPr id="7" name="TextBox 6">
            <a:extLst>
              <a:ext uri="{FF2B5EF4-FFF2-40B4-BE49-F238E27FC236}">
                <a16:creationId xmlns:a16="http://schemas.microsoft.com/office/drawing/2014/main" id="{87CFCA83-E14B-45CC-A53D-73E7701A9911}"/>
              </a:ext>
            </a:extLst>
          </p:cNvPr>
          <p:cNvSpPr txBox="1"/>
          <p:nvPr/>
        </p:nvSpPr>
        <p:spPr>
          <a:xfrm>
            <a:off x="4817531" y="1158946"/>
            <a:ext cx="2744460" cy="369332"/>
          </a:xfrm>
          <a:prstGeom prst="rect">
            <a:avLst/>
          </a:prstGeom>
          <a:noFill/>
        </p:spPr>
        <p:txBody>
          <a:bodyPr wrap="square" rtlCol="0">
            <a:spAutoFit/>
          </a:bodyPr>
          <a:lstStyle/>
          <a:p>
            <a:r>
              <a:rPr lang="en-US" b="1" dirty="0">
                <a:solidFill>
                  <a:srgbClr val="FF0000"/>
                </a:solidFill>
              </a:rPr>
              <a:t>Word = Control Signals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4B7CAA46-09B1-4FEE-8744-AF5EF67DA2BC}"/>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D8DFC927-C8C3-4D9E-9848-AA70383033F7}" type="slidenum">
              <a:rPr lang="en-US" altLang="en-US" sz="1200"/>
              <a:pPr algn="r" eaLnBrk="1" hangingPunct="1">
                <a:spcBef>
                  <a:spcPct val="0"/>
                </a:spcBef>
                <a:buFontTx/>
                <a:buNone/>
              </a:pPr>
              <a:t>29</a:t>
            </a:fld>
            <a:endParaRPr lang="en-US" altLang="en-US" sz="1200"/>
          </a:p>
        </p:txBody>
      </p:sp>
      <p:sp>
        <p:nvSpPr>
          <p:cNvPr id="26627" name="Footer Placeholder 7">
            <a:extLst>
              <a:ext uri="{FF2B5EF4-FFF2-40B4-BE49-F238E27FC236}">
                <a16:creationId xmlns:a16="http://schemas.microsoft.com/office/drawing/2014/main" id="{29C833AE-9E4A-4803-B83D-F4FC559A173E}"/>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6628" name="TextBox 3">
            <a:extLst>
              <a:ext uri="{FF2B5EF4-FFF2-40B4-BE49-F238E27FC236}">
                <a16:creationId xmlns:a16="http://schemas.microsoft.com/office/drawing/2014/main" id="{099B72A0-768F-42C4-805E-CC1A6D16EF76}"/>
              </a:ext>
            </a:extLst>
          </p:cNvPr>
          <p:cNvSpPr txBox="1">
            <a:spLocks noChangeArrowheads="1"/>
          </p:cNvSpPr>
          <p:nvPr/>
        </p:nvSpPr>
        <p:spPr bwMode="auto">
          <a:xfrm>
            <a:off x="685800" y="4041775"/>
            <a:ext cx="7772400"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D.3.8</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This table contains the lower 4 bits of the control word (the NS outputs), which depend on both the state inputs, S[3–0], and the opcode, Op[5–0], which correspond to the instruction opcode. </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These values can be determined from Figure D.3.5. The opcode name is shown under the encoding in the heading. The four bits of the control word whose address is given by the current-state bits and Op bits are shown in each entry. For example, when the state input bits are 0000, the output is always 0001, independent of the other inputs; when the state is 2, the next state is don’t care for three of the inputs, 3 for </a:t>
            </a:r>
            <a:r>
              <a:rPr lang="en-US" altLang="en-US" sz="1200">
                <a:solidFill>
                  <a:srgbClr val="000000"/>
                </a:solidFill>
                <a:latin typeface="Arial" panose="020B0604020202020204" pitchFamily="34" charset="0"/>
                <a:ea typeface="Calibri" panose="020F0502020204030204" pitchFamily="34" charset="0"/>
                <a:cs typeface="LetterGothicStd" charset="0"/>
              </a:rPr>
              <a:t>lw</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and 5 for </a:t>
            </a:r>
            <a:r>
              <a:rPr lang="en-US" altLang="en-US" sz="1200">
                <a:solidFill>
                  <a:srgbClr val="000000"/>
                </a:solidFill>
                <a:latin typeface="Arial" panose="020B0604020202020204" pitchFamily="34" charset="0"/>
                <a:ea typeface="Calibri" panose="020F0502020204030204" pitchFamily="34" charset="0"/>
                <a:cs typeface="LetterGothicStd" charset="0"/>
              </a:rPr>
              <a:t>sw</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Together with the entries in Figure D.3.7, this table specifies the contents of the control unit ROM. For example, the word at address 1000110001 is obtained by finding the upper 16 bits in the table in Figure D.3.7 using only the state input bits (0001) and concatenating the lower four bits found by using the entire address (0001 to find the row and 100011 to find the column). The entry from Figure D.3.7 yields 0000000000011000, while the appropriate entry in the table immediately above is 0010. Thus the control word at address 1000110001 is 00000000000110000010. The column labeled “Any other value” applies only when the Op bits do not match one of the specified opcodes.</a:t>
            </a:r>
          </a:p>
        </p:txBody>
      </p:sp>
      <p:pic>
        <p:nvPicPr>
          <p:cNvPr id="26629" name="Picture 6" descr="14">
            <a:extLst>
              <a:ext uri="{FF2B5EF4-FFF2-40B4-BE49-F238E27FC236}">
                <a16:creationId xmlns:a16="http://schemas.microsoft.com/office/drawing/2014/main" id="{32E9CE10-7C00-4EA2-8880-17555F186D9F}"/>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914400"/>
            <a:ext cx="6419850" cy="2897188"/>
          </a:xfrm>
        </p:spPr>
      </p:pic>
      <p:sp>
        <p:nvSpPr>
          <p:cNvPr id="6" name="Rectangle 5">
            <a:extLst>
              <a:ext uri="{FF2B5EF4-FFF2-40B4-BE49-F238E27FC236}">
                <a16:creationId xmlns:a16="http://schemas.microsoft.com/office/drawing/2014/main" id="{5AB18E3A-F1EE-440A-B012-7D2D78E5B57B}"/>
              </a:ext>
            </a:extLst>
          </p:cNvPr>
          <p:cNvSpPr/>
          <p:nvPr/>
        </p:nvSpPr>
        <p:spPr>
          <a:xfrm>
            <a:off x="2459038" y="1631950"/>
            <a:ext cx="5322887" cy="217963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ular Callout 6">
            <a:extLst>
              <a:ext uri="{FF2B5EF4-FFF2-40B4-BE49-F238E27FC236}">
                <a16:creationId xmlns:a16="http://schemas.microsoft.com/office/drawing/2014/main" id="{BD73064D-12FE-47B8-A18F-9DED653412A6}"/>
              </a:ext>
            </a:extLst>
          </p:cNvPr>
          <p:cNvSpPr/>
          <p:nvPr/>
        </p:nvSpPr>
        <p:spPr>
          <a:xfrm rot="5400000" flipH="1" flipV="1">
            <a:off x="8088868" y="2767948"/>
            <a:ext cx="738664" cy="803195"/>
          </a:xfrm>
          <a:prstGeom prst="wedgeRectCallout">
            <a:avLst>
              <a:gd name="adj1" fmla="val 137705"/>
              <a:gd name="adj2" fmla="val -82719"/>
            </a:avLst>
          </a:prstGeom>
          <a:noFill/>
          <a:effectLst>
            <a:reflection endPos="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vert="eaVert" anchor="ctr" anchorCtr="1">
            <a:spAutoFit/>
          </a:bodyPr>
          <a:lstStyle/>
          <a:p>
            <a:pPr algn="ctr" eaLnBrk="1" hangingPunct="1">
              <a:defRPr/>
            </a:pPr>
            <a:r>
              <a:rPr lang="en-US" dirty="0">
                <a:solidFill>
                  <a:schemeClr val="tx1"/>
                </a:solidFill>
              </a:rPr>
              <a:t>Next states</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499F757F-798F-8821-8E1D-469535DB88FB}"/>
                  </a:ext>
                </a:extLst>
              </p14:cNvPr>
              <p14:cNvContentPartPr/>
              <p14:nvPr/>
            </p14:nvContentPartPr>
            <p14:xfrm>
              <a:off x="387720" y="1314720"/>
              <a:ext cx="8274240" cy="2516040"/>
            </p14:xfrm>
          </p:contentPart>
        </mc:Choice>
        <mc:Fallback>
          <p:pic>
            <p:nvPicPr>
              <p:cNvPr id="2" name="Ink 1">
                <a:extLst>
                  <a:ext uri="{FF2B5EF4-FFF2-40B4-BE49-F238E27FC236}">
                    <a16:creationId xmlns:a16="http://schemas.microsoft.com/office/drawing/2014/main" id="{499F757F-798F-8821-8E1D-469535DB88FB}"/>
                  </a:ext>
                </a:extLst>
              </p:cNvPr>
              <p:cNvPicPr/>
              <p:nvPr/>
            </p:nvPicPr>
            <p:blipFill>
              <a:blip r:embed="rId4"/>
              <a:stretch>
                <a:fillRect/>
              </a:stretch>
            </p:blipFill>
            <p:spPr>
              <a:xfrm>
                <a:off x="378360" y="1305360"/>
                <a:ext cx="8292960" cy="2534760"/>
              </a:xfrm>
              <a:prstGeom prst="rect">
                <a:avLst/>
              </a:prstGeom>
            </p:spPr>
          </p:pic>
        </mc:Fallback>
      </mc:AlternateContent>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a:extLst>
              <a:ext uri="{FF2B5EF4-FFF2-40B4-BE49-F238E27FC236}">
                <a16:creationId xmlns:a16="http://schemas.microsoft.com/office/drawing/2014/main" id="{00ABE0B5-ACAB-4463-80D4-698DF48EA1F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D144FF2-B67E-496C-A4F4-3082780A288D}"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
        <p:nvSpPr>
          <p:cNvPr id="3" name="Rectangle 2">
            <a:extLst>
              <a:ext uri="{FF2B5EF4-FFF2-40B4-BE49-F238E27FC236}">
                <a16:creationId xmlns:a16="http://schemas.microsoft.com/office/drawing/2014/main" id="{CCCE0A3A-C00A-49BB-AE13-66A518164AD4}"/>
              </a:ext>
            </a:extLst>
          </p:cNvPr>
          <p:cNvSpPr/>
          <p:nvPr/>
        </p:nvSpPr>
        <p:spPr>
          <a:xfrm>
            <a:off x="4757738" y="2743200"/>
            <a:ext cx="2819400" cy="16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5" name="Straight Arrow Connector 4">
            <a:extLst>
              <a:ext uri="{FF2B5EF4-FFF2-40B4-BE49-F238E27FC236}">
                <a16:creationId xmlns:a16="http://schemas.microsoft.com/office/drawing/2014/main" id="{9C4ADDB0-3D8A-471F-BB20-BD1732FC3EA2}"/>
              </a:ext>
            </a:extLst>
          </p:cNvPr>
          <p:cNvCxnSpPr/>
          <p:nvPr/>
        </p:nvCxnSpPr>
        <p:spPr>
          <a:xfrm flipV="1">
            <a:off x="6721475" y="434340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419B6B52-B5D2-4BE5-A3BE-FAFAC1AB865E}"/>
              </a:ext>
            </a:extLst>
          </p:cNvPr>
          <p:cNvCxnSpPr/>
          <p:nvPr/>
        </p:nvCxnSpPr>
        <p:spPr>
          <a:xfrm flipV="1">
            <a:off x="6867525" y="434657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B1EFC89-61C1-4642-90A4-655235DEA58C}"/>
              </a:ext>
            </a:extLst>
          </p:cNvPr>
          <p:cNvCxnSpPr/>
          <p:nvPr/>
        </p:nvCxnSpPr>
        <p:spPr>
          <a:xfrm flipV="1">
            <a:off x="7008813" y="434657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AD7F766-CA51-49AF-8EC1-E6AC0DD37B0C}"/>
              </a:ext>
            </a:extLst>
          </p:cNvPr>
          <p:cNvCxnSpPr/>
          <p:nvPr/>
        </p:nvCxnSpPr>
        <p:spPr>
          <a:xfrm flipV="1">
            <a:off x="7153275" y="43497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7656" name="TextBox 8">
            <a:extLst>
              <a:ext uri="{FF2B5EF4-FFF2-40B4-BE49-F238E27FC236}">
                <a16:creationId xmlns:a16="http://schemas.microsoft.com/office/drawing/2014/main" id="{C0CD4869-9535-4B85-8AEC-AC569C5F50B0}"/>
              </a:ext>
            </a:extLst>
          </p:cNvPr>
          <p:cNvSpPr txBox="1">
            <a:spLocks noChangeArrowheads="1"/>
          </p:cNvSpPr>
          <p:nvPr/>
        </p:nvSpPr>
        <p:spPr bwMode="auto">
          <a:xfrm>
            <a:off x="6569075" y="5067300"/>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State</a:t>
            </a:r>
          </a:p>
        </p:txBody>
      </p:sp>
      <p:cxnSp>
        <p:nvCxnSpPr>
          <p:cNvPr id="10" name="Straight Arrow Connector 9">
            <a:extLst>
              <a:ext uri="{FF2B5EF4-FFF2-40B4-BE49-F238E27FC236}">
                <a16:creationId xmlns:a16="http://schemas.microsoft.com/office/drawing/2014/main" id="{D33CA341-AA87-4887-8EB3-EDF0056B4B65}"/>
              </a:ext>
            </a:extLst>
          </p:cNvPr>
          <p:cNvCxnSpPr/>
          <p:nvPr/>
        </p:nvCxnSpPr>
        <p:spPr>
          <a:xfrm flipV="1">
            <a:off x="5499100" y="434022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C2C7231-D7E8-47BC-99EA-3C0F8D098053}"/>
              </a:ext>
            </a:extLst>
          </p:cNvPr>
          <p:cNvCxnSpPr/>
          <p:nvPr/>
        </p:nvCxnSpPr>
        <p:spPr>
          <a:xfrm flipV="1">
            <a:off x="5643563" y="434340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292B50-3D3B-4637-B835-6E63FDD4AB14}"/>
              </a:ext>
            </a:extLst>
          </p:cNvPr>
          <p:cNvCxnSpPr/>
          <p:nvPr/>
        </p:nvCxnSpPr>
        <p:spPr>
          <a:xfrm flipV="1">
            <a:off x="5786438" y="434340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A463AF4-B8A6-4C18-A1F6-06E932754FBA}"/>
              </a:ext>
            </a:extLst>
          </p:cNvPr>
          <p:cNvCxnSpPr/>
          <p:nvPr/>
        </p:nvCxnSpPr>
        <p:spPr>
          <a:xfrm flipV="1">
            <a:off x="5930900" y="434657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2A5603D-AB4A-471D-9389-ECC5C7551424}"/>
              </a:ext>
            </a:extLst>
          </p:cNvPr>
          <p:cNvCxnSpPr/>
          <p:nvPr/>
        </p:nvCxnSpPr>
        <p:spPr>
          <a:xfrm flipV="1">
            <a:off x="5208588" y="4332288"/>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9AFAEB-A53A-4D14-AA8D-476437164599}"/>
              </a:ext>
            </a:extLst>
          </p:cNvPr>
          <p:cNvCxnSpPr/>
          <p:nvPr/>
        </p:nvCxnSpPr>
        <p:spPr>
          <a:xfrm flipV="1">
            <a:off x="5353050" y="43370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7663" name="TextBox 17">
            <a:extLst>
              <a:ext uri="{FF2B5EF4-FFF2-40B4-BE49-F238E27FC236}">
                <a16:creationId xmlns:a16="http://schemas.microsoft.com/office/drawing/2014/main" id="{A8046F25-847B-4FD5-A8A8-ECE8D31541B6}"/>
              </a:ext>
            </a:extLst>
          </p:cNvPr>
          <p:cNvSpPr txBox="1">
            <a:spLocks noChangeArrowheads="1"/>
          </p:cNvSpPr>
          <p:nvPr/>
        </p:nvSpPr>
        <p:spPr bwMode="auto">
          <a:xfrm>
            <a:off x="5260975" y="5041900"/>
            <a:ext cx="688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f</a:t>
            </a:r>
            <a:r>
              <a:rPr lang="en-US" altLang="en-US" sz="1800" baseline="-25000">
                <a:solidFill>
                  <a:srgbClr val="0096D2"/>
                </a:solidFill>
                <a:latin typeface="Arial" panose="020B0604020202020204" pitchFamily="34" charset="0"/>
              </a:rPr>
              <a:t>5</a:t>
            </a:r>
            <a:r>
              <a:rPr lang="en-US" altLang="en-US" sz="1800">
                <a:solidFill>
                  <a:srgbClr val="0096D2"/>
                </a:solidFill>
                <a:latin typeface="Arial" panose="020B0604020202020204" pitchFamily="34" charset="0"/>
              </a:rPr>
              <a:t> - f</a:t>
            </a:r>
            <a:r>
              <a:rPr lang="en-US" altLang="en-US" sz="1800" baseline="-25000">
                <a:solidFill>
                  <a:srgbClr val="0096D2"/>
                </a:solidFill>
                <a:latin typeface="Arial" panose="020B0604020202020204" pitchFamily="34" charset="0"/>
              </a:rPr>
              <a:t>0</a:t>
            </a:r>
          </a:p>
        </p:txBody>
      </p:sp>
      <p:cxnSp>
        <p:nvCxnSpPr>
          <p:cNvPr id="19" name="Straight Arrow Connector 18">
            <a:extLst>
              <a:ext uri="{FF2B5EF4-FFF2-40B4-BE49-F238E27FC236}">
                <a16:creationId xmlns:a16="http://schemas.microsoft.com/office/drawing/2014/main" id="{156081A1-0845-4E62-AD52-D7385F3DACDF}"/>
              </a:ext>
            </a:extLst>
          </p:cNvPr>
          <p:cNvCxnSpPr/>
          <p:nvPr/>
        </p:nvCxnSpPr>
        <p:spPr>
          <a:xfrm flipV="1">
            <a:off x="5988050" y="196532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AF286D-0F1B-48AD-9F84-C5DE9075E7D6}"/>
              </a:ext>
            </a:extLst>
          </p:cNvPr>
          <p:cNvCxnSpPr/>
          <p:nvPr/>
        </p:nvCxnSpPr>
        <p:spPr>
          <a:xfrm flipV="1">
            <a:off x="6132513" y="19621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6CE858-EBE2-4124-A647-966F981F97CD}"/>
              </a:ext>
            </a:extLst>
          </p:cNvPr>
          <p:cNvCxnSpPr/>
          <p:nvPr/>
        </p:nvCxnSpPr>
        <p:spPr>
          <a:xfrm flipV="1">
            <a:off x="6275388" y="19621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F043D4D-1D17-43E6-A699-CD4E9B50D940}"/>
              </a:ext>
            </a:extLst>
          </p:cNvPr>
          <p:cNvCxnSpPr/>
          <p:nvPr/>
        </p:nvCxnSpPr>
        <p:spPr>
          <a:xfrm flipV="1">
            <a:off x="6419850" y="196532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7668" name="TextBox 22">
            <a:extLst>
              <a:ext uri="{FF2B5EF4-FFF2-40B4-BE49-F238E27FC236}">
                <a16:creationId xmlns:a16="http://schemas.microsoft.com/office/drawing/2014/main" id="{CECDFC5B-8085-44ED-BF88-2ECBD181F15C}"/>
              </a:ext>
            </a:extLst>
          </p:cNvPr>
          <p:cNvSpPr txBox="1">
            <a:spLocks noChangeArrowheads="1"/>
          </p:cNvSpPr>
          <p:nvPr/>
        </p:nvSpPr>
        <p:spPr bwMode="auto">
          <a:xfrm>
            <a:off x="6407150" y="2220913"/>
            <a:ext cx="11985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NextState</a:t>
            </a:r>
          </a:p>
        </p:txBody>
      </p:sp>
      <p:sp>
        <p:nvSpPr>
          <p:cNvPr id="27669" name="TextBox 23">
            <a:extLst>
              <a:ext uri="{FF2B5EF4-FFF2-40B4-BE49-F238E27FC236}">
                <a16:creationId xmlns:a16="http://schemas.microsoft.com/office/drawing/2014/main" id="{DC4EB37E-F901-4D36-8AD3-4DE48573684A}"/>
              </a:ext>
            </a:extLst>
          </p:cNvPr>
          <p:cNvSpPr txBox="1">
            <a:spLocks noChangeArrowheads="1"/>
          </p:cNvSpPr>
          <p:nvPr/>
        </p:nvSpPr>
        <p:spPr bwMode="auto">
          <a:xfrm>
            <a:off x="5764213" y="3227388"/>
            <a:ext cx="903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solidFill>
                  <a:srgbClr val="0096D2"/>
                </a:solidFill>
                <a:latin typeface="Arial" panose="020B0604020202020204" pitchFamily="34" charset="0"/>
              </a:rPr>
              <a:t>ROM</a:t>
            </a:r>
          </a:p>
        </p:txBody>
      </p:sp>
      <p:sp>
        <p:nvSpPr>
          <p:cNvPr id="25" name="Rectangle 24">
            <a:extLst>
              <a:ext uri="{FF2B5EF4-FFF2-40B4-BE49-F238E27FC236}">
                <a16:creationId xmlns:a16="http://schemas.microsoft.com/office/drawing/2014/main" id="{A3BDD35C-5A3A-4EBF-8D0B-ED57B4A1D3B6}"/>
              </a:ext>
            </a:extLst>
          </p:cNvPr>
          <p:cNvSpPr/>
          <p:nvPr/>
        </p:nvSpPr>
        <p:spPr>
          <a:xfrm>
            <a:off x="1295400" y="2740025"/>
            <a:ext cx="2819400" cy="16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6" name="Straight Arrow Connector 25">
            <a:extLst>
              <a:ext uri="{FF2B5EF4-FFF2-40B4-BE49-F238E27FC236}">
                <a16:creationId xmlns:a16="http://schemas.microsoft.com/office/drawing/2014/main" id="{BA070F0A-68B4-44BE-81C1-6CEB4C2F7726}"/>
              </a:ext>
            </a:extLst>
          </p:cNvPr>
          <p:cNvCxnSpPr/>
          <p:nvPr/>
        </p:nvCxnSpPr>
        <p:spPr>
          <a:xfrm flipV="1">
            <a:off x="2459038" y="434022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3FA6650-DBAA-42C0-803B-CC134D0C1192}"/>
              </a:ext>
            </a:extLst>
          </p:cNvPr>
          <p:cNvCxnSpPr/>
          <p:nvPr/>
        </p:nvCxnSpPr>
        <p:spPr>
          <a:xfrm flipV="1">
            <a:off x="2605088" y="434340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3178EF5-133C-491D-A62F-446C85C4B3A5}"/>
              </a:ext>
            </a:extLst>
          </p:cNvPr>
          <p:cNvCxnSpPr/>
          <p:nvPr/>
        </p:nvCxnSpPr>
        <p:spPr>
          <a:xfrm flipV="1">
            <a:off x="2746375" y="434340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52E6105-5817-4C03-8E77-628CBD590A8D}"/>
              </a:ext>
            </a:extLst>
          </p:cNvPr>
          <p:cNvCxnSpPr/>
          <p:nvPr/>
        </p:nvCxnSpPr>
        <p:spPr>
          <a:xfrm flipV="1">
            <a:off x="2892425" y="4346575"/>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7675" name="TextBox 29">
            <a:extLst>
              <a:ext uri="{FF2B5EF4-FFF2-40B4-BE49-F238E27FC236}">
                <a16:creationId xmlns:a16="http://schemas.microsoft.com/office/drawing/2014/main" id="{C2E12550-6704-48D2-80D2-55D393039A3E}"/>
              </a:ext>
            </a:extLst>
          </p:cNvPr>
          <p:cNvSpPr txBox="1">
            <a:spLocks noChangeArrowheads="1"/>
          </p:cNvSpPr>
          <p:nvPr/>
        </p:nvSpPr>
        <p:spPr bwMode="auto">
          <a:xfrm>
            <a:off x="2306638" y="5064125"/>
            <a:ext cx="723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State</a:t>
            </a:r>
          </a:p>
        </p:txBody>
      </p:sp>
      <p:cxnSp>
        <p:nvCxnSpPr>
          <p:cNvPr id="38" name="Straight Arrow Connector 37">
            <a:extLst>
              <a:ext uri="{FF2B5EF4-FFF2-40B4-BE49-F238E27FC236}">
                <a16:creationId xmlns:a16="http://schemas.microsoft.com/office/drawing/2014/main" id="{949BC0A5-2D4E-4120-BBBF-37A74B086072}"/>
              </a:ext>
            </a:extLst>
          </p:cNvPr>
          <p:cNvCxnSpPr/>
          <p:nvPr/>
        </p:nvCxnSpPr>
        <p:spPr>
          <a:xfrm flipV="1">
            <a:off x="2168525" y="19621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6B477E0-8CE6-4245-BE5D-FAE8B6BD0370}"/>
              </a:ext>
            </a:extLst>
          </p:cNvPr>
          <p:cNvCxnSpPr/>
          <p:nvPr/>
        </p:nvCxnSpPr>
        <p:spPr>
          <a:xfrm flipV="1">
            <a:off x="2682875" y="1957388"/>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7094B838-35C0-46C5-BDBA-BBFD3BD32356}"/>
              </a:ext>
            </a:extLst>
          </p:cNvPr>
          <p:cNvCxnSpPr/>
          <p:nvPr/>
        </p:nvCxnSpPr>
        <p:spPr>
          <a:xfrm flipV="1">
            <a:off x="3152775" y="1957388"/>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FD596A0-5D67-4E78-8E52-51FA0615B986}"/>
              </a:ext>
            </a:extLst>
          </p:cNvPr>
          <p:cNvCxnSpPr/>
          <p:nvPr/>
        </p:nvCxnSpPr>
        <p:spPr>
          <a:xfrm flipV="1">
            <a:off x="3297238" y="1962150"/>
            <a:ext cx="0" cy="762000"/>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p:sp>
        <p:nvSpPr>
          <p:cNvPr id="27680" name="TextBox 41">
            <a:extLst>
              <a:ext uri="{FF2B5EF4-FFF2-40B4-BE49-F238E27FC236}">
                <a16:creationId xmlns:a16="http://schemas.microsoft.com/office/drawing/2014/main" id="{3C1C552F-39A4-4B7F-9E9C-DF0F7235A7E3}"/>
              </a:ext>
            </a:extLst>
          </p:cNvPr>
          <p:cNvSpPr txBox="1">
            <a:spLocks noChangeArrowheads="1"/>
          </p:cNvSpPr>
          <p:nvPr/>
        </p:nvSpPr>
        <p:spPr bwMode="auto">
          <a:xfrm>
            <a:off x="3271838" y="2217738"/>
            <a:ext cx="928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Control</a:t>
            </a:r>
          </a:p>
        </p:txBody>
      </p:sp>
      <p:sp>
        <p:nvSpPr>
          <p:cNvPr id="27681" name="TextBox 42">
            <a:extLst>
              <a:ext uri="{FF2B5EF4-FFF2-40B4-BE49-F238E27FC236}">
                <a16:creationId xmlns:a16="http://schemas.microsoft.com/office/drawing/2014/main" id="{B4A3CFBC-35FB-404C-A12F-082668A66648}"/>
              </a:ext>
            </a:extLst>
          </p:cNvPr>
          <p:cNvSpPr txBox="1">
            <a:spLocks noChangeArrowheads="1"/>
          </p:cNvSpPr>
          <p:nvPr/>
        </p:nvSpPr>
        <p:spPr bwMode="auto">
          <a:xfrm>
            <a:off x="2301875" y="3224213"/>
            <a:ext cx="9032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a:solidFill>
                  <a:srgbClr val="0096D2"/>
                </a:solidFill>
                <a:latin typeface="Arial" panose="020B0604020202020204" pitchFamily="34" charset="0"/>
              </a:rPr>
              <a:t>ROM</a:t>
            </a:r>
          </a:p>
        </p:txBody>
      </p:sp>
      <p:sp>
        <p:nvSpPr>
          <p:cNvPr id="27682" name="TextBox 43">
            <a:extLst>
              <a:ext uri="{FF2B5EF4-FFF2-40B4-BE49-F238E27FC236}">
                <a16:creationId xmlns:a16="http://schemas.microsoft.com/office/drawing/2014/main" id="{B1382DBA-FE3D-4BCB-B59A-653A3A47991C}"/>
              </a:ext>
            </a:extLst>
          </p:cNvPr>
          <p:cNvSpPr txBox="1">
            <a:spLocks noChangeArrowheads="1"/>
          </p:cNvSpPr>
          <p:nvPr/>
        </p:nvSpPr>
        <p:spPr bwMode="auto">
          <a:xfrm>
            <a:off x="2716213" y="2214563"/>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a:t>
            </a:r>
          </a:p>
        </p:txBody>
      </p:sp>
      <p:sp>
        <p:nvSpPr>
          <p:cNvPr id="27683" name="TextBox 44">
            <a:extLst>
              <a:ext uri="{FF2B5EF4-FFF2-40B4-BE49-F238E27FC236}">
                <a16:creationId xmlns:a16="http://schemas.microsoft.com/office/drawing/2014/main" id="{DAB24FFD-ADDA-4E5A-8710-20A2B708722D}"/>
              </a:ext>
            </a:extLst>
          </p:cNvPr>
          <p:cNvSpPr txBox="1">
            <a:spLocks noChangeArrowheads="1"/>
          </p:cNvSpPr>
          <p:nvPr/>
        </p:nvSpPr>
        <p:spPr bwMode="auto">
          <a:xfrm>
            <a:off x="2230438" y="2217738"/>
            <a:ext cx="4159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a:t>
            </a:r>
          </a:p>
        </p:txBody>
      </p:sp>
      <p:sp>
        <p:nvSpPr>
          <p:cNvPr id="2" name="Left Brace 1">
            <a:extLst>
              <a:ext uri="{FF2B5EF4-FFF2-40B4-BE49-F238E27FC236}">
                <a16:creationId xmlns:a16="http://schemas.microsoft.com/office/drawing/2014/main" id="{F0026E14-989F-4ABE-9A02-0CE7B6D0B351}"/>
              </a:ext>
            </a:extLst>
          </p:cNvPr>
          <p:cNvSpPr/>
          <p:nvPr/>
        </p:nvSpPr>
        <p:spPr>
          <a:xfrm rot="5400000">
            <a:off x="2608263" y="1192212"/>
            <a:ext cx="249238" cy="1293813"/>
          </a:xfrm>
          <a:prstGeom prst="leftBrace">
            <a:avLst/>
          </a:prstGeom>
          <a:ln w="1905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7685" name="TextBox 41">
            <a:extLst>
              <a:ext uri="{FF2B5EF4-FFF2-40B4-BE49-F238E27FC236}">
                <a16:creationId xmlns:a16="http://schemas.microsoft.com/office/drawing/2014/main" id="{88201635-7B1A-449F-9746-B80AC4E633CB}"/>
              </a:ext>
            </a:extLst>
          </p:cNvPr>
          <p:cNvSpPr txBox="1">
            <a:spLocks noChangeArrowheads="1"/>
          </p:cNvSpPr>
          <p:nvPr/>
        </p:nvSpPr>
        <p:spPr bwMode="auto">
          <a:xfrm>
            <a:off x="2517775" y="140335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96D2"/>
                </a:solidFill>
                <a:latin typeface="Arial" panose="020B0604020202020204" pitchFamily="34" charset="0"/>
              </a:rPr>
              <a:t>16</a:t>
            </a:r>
          </a:p>
        </p:txBody>
      </p:sp>
      <p:sp>
        <p:nvSpPr>
          <p:cNvPr id="4" name="TextBox 3">
            <a:extLst>
              <a:ext uri="{FF2B5EF4-FFF2-40B4-BE49-F238E27FC236}">
                <a16:creationId xmlns:a16="http://schemas.microsoft.com/office/drawing/2014/main" id="{98D18464-30AC-4633-B7A8-ECE56DB81F40}"/>
              </a:ext>
            </a:extLst>
          </p:cNvPr>
          <p:cNvSpPr txBox="1"/>
          <p:nvPr/>
        </p:nvSpPr>
        <p:spPr>
          <a:xfrm>
            <a:off x="4682921" y="5427132"/>
            <a:ext cx="3071946" cy="923330"/>
          </a:xfrm>
          <a:prstGeom prst="rect">
            <a:avLst/>
          </a:prstGeom>
          <a:noFill/>
        </p:spPr>
        <p:txBody>
          <a:bodyPr wrap="square" rtlCol="0">
            <a:spAutoFit/>
          </a:bodyPr>
          <a:lstStyle/>
          <a:p>
            <a:pPr algn="ctr"/>
            <a:r>
              <a:rPr lang="en-US" dirty="0"/>
              <a:t>2</a:t>
            </a:r>
            <a:r>
              <a:rPr lang="en-US" baseline="30000" dirty="0"/>
              <a:t>10</a:t>
            </a:r>
            <a:r>
              <a:rPr lang="en-US" dirty="0"/>
              <a:t> = 1024 addresses</a:t>
            </a:r>
          </a:p>
          <a:p>
            <a:pPr algn="ctr"/>
            <a:r>
              <a:rPr lang="en-US" dirty="0"/>
              <a:t>&lt; 60 have contents</a:t>
            </a:r>
          </a:p>
          <a:p>
            <a:pPr algn="ctr"/>
            <a:r>
              <a:rPr lang="en-US" dirty="0"/>
              <a:t>(only ~5% addresses used)</a:t>
            </a:r>
          </a:p>
        </p:txBody>
      </p:sp>
      <p:sp>
        <p:nvSpPr>
          <p:cNvPr id="42" name="TextBox 41">
            <a:extLst>
              <a:ext uri="{FF2B5EF4-FFF2-40B4-BE49-F238E27FC236}">
                <a16:creationId xmlns:a16="http://schemas.microsoft.com/office/drawing/2014/main" id="{55ADFB07-F2E9-4DE0-8618-9C70548A0136}"/>
              </a:ext>
            </a:extLst>
          </p:cNvPr>
          <p:cNvSpPr txBox="1"/>
          <p:nvPr/>
        </p:nvSpPr>
        <p:spPr>
          <a:xfrm>
            <a:off x="1636160" y="5427129"/>
            <a:ext cx="2055309" cy="646331"/>
          </a:xfrm>
          <a:prstGeom prst="rect">
            <a:avLst/>
          </a:prstGeom>
          <a:noFill/>
        </p:spPr>
        <p:txBody>
          <a:bodyPr wrap="square" rtlCol="0">
            <a:spAutoFit/>
          </a:bodyPr>
          <a:lstStyle/>
          <a:p>
            <a:pPr algn="ctr"/>
            <a:r>
              <a:rPr lang="en-US" dirty="0"/>
              <a:t>2</a:t>
            </a:r>
            <a:r>
              <a:rPr lang="en-US" baseline="30000" dirty="0"/>
              <a:t>4</a:t>
            </a:r>
            <a:r>
              <a:rPr lang="en-US" dirty="0"/>
              <a:t> = 16 addresses</a:t>
            </a:r>
          </a:p>
          <a:p>
            <a:pPr algn="ctr"/>
            <a:r>
              <a:rPr lang="en-US" dirty="0"/>
              <a:t>10 have contents</a:t>
            </a:r>
          </a:p>
        </p:txBody>
      </p:sp>
      <mc:AlternateContent xmlns:mc="http://schemas.openxmlformats.org/markup-compatibility/2006">
        <mc:Choice xmlns:p14="http://schemas.microsoft.com/office/powerpoint/2010/main" Requires="p14">
          <p:contentPart p14:bwMode="auto" r:id="rId2">
            <p14:nvContentPartPr>
              <p14:cNvPr id="9" name="Ink 8">
                <a:extLst>
                  <a:ext uri="{FF2B5EF4-FFF2-40B4-BE49-F238E27FC236}">
                    <a16:creationId xmlns:a16="http://schemas.microsoft.com/office/drawing/2014/main" id="{99B6C0C2-3C26-32A1-A956-132CBD12E6AA}"/>
                  </a:ext>
                </a:extLst>
              </p14:cNvPr>
              <p14:cNvContentPartPr/>
              <p14:nvPr/>
            </p14:nvContentPartPr>
            <p14:xfrm>
              <a:off x="1177200" y="4309920"/>
              <a:ext cx="6827760" cy="1285560"/>
            </p14:xfrm>
          </p:contentPart>
        </mc:Choice>
        <mc:Fallback>
          <p:pic>
            <p:nvPicPr>
              <p:cNvPr id="9" name="Ink 8">
                <a:extLst>
                  <a:ext uri="{FF2B5EF4-FFF2-40B4-BE49-F238E27FC236}">
                    <a16:creationId xmlns:a16="http://schemas.microsoft.com/office/drawing/2014/main" id="{99B6C0C2-3C26-32A1-A956-132CBD12E6AA}"/>
                  </a:ext>
                </a:extLst>
              </p:cNvPr>
              <p:cNvPicPr/>
              <p:nvPr/>
            </p:nvPicPr>
            <p:blipFill>
              <a:blip r:embed="rId3"/>
              <a:stretch>
                <a:fillRect/>
              </a:stretch>
            </p:blipFill>
            <p:spPr>
              <a:xfrm>
                <a:off x="1167840" y="4300560"/>
                <a:ext cx="6846480" cy="13042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D533E591-6B4F-46F8-830F-A160F9792632}"/>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40EE5C0D-26DA-46E3-AC8E-0DF93408CD32}" type="slidenum">
              <a:rPr lang="en-US" altLang="en-US" sz="1200"/>
              <a:pPr algn="r" eaLnBrk="1" hangingPunct="1">
                <a:spcBef>
                  <a:spcPct val="0"/>
                </a:spcBef>
                <a:buFontTx/>
                <a:buNone/>
              </a:pPr>
              <a:t>31</a:t>
            </a:fld>
            <a:endParaRPr lang="en-US" altLang="en-US" sz="1200"/>
          </a:p>
        </p:txBody>
      </p:sp>
      <p:sp>
        <p:nvSpPr>
          <p:cNvPr id="28675" name="Footer Placeholder 7">
            <a:extLst>
              <a:ext uri="{FF2B5EF4-FFF2-40B4-BE49-F238E27FC236}">
                <a16:creationId xmlns:a16="http://schemas.microsoft.com/office/drawing/2014/main" id="{0203EB66-9763-4D5D-9813-E4760E88F0D7}"/>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8676" name="TextBox 3">
            <a:extLst>
              <a:ext uri="{FF2B5EF4-FFF2-40B4-BE49-F238E27FC236}">
                <a16:creationId xmlns:a16="http://schemas.microsoft.com/office/drawing/2014/main" id="{F34BF0CB-37BD-4C7B-96C8-47D2D902B703}"/>
              </a:ext>
            </a:extLst>
          </p:cNvPr>
          <p:cNvSpPr txBox="1">
            <a:spLocks noChangeArrowheads="1"/>
          </p:cNvSpPr>
          <p:nvPr/>
        </p:nvSpPr>
        <p:spPr bwMode="auto">
          <a:xfrm>
            <a:off x="685800" y="5654675"/>
            <a:ext cx="7772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D.4.1</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control unit using an explicit counter to compute the next state.</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In this control unit, the next state is computed using a counter (at least in some states). By comparison, Figure D.3.2 encodes the next state in the control logic for every state. In this control unit, the signals labeled </a:t>
            </a:r>
            <a:r>
              <a:rPr lang="en-US" altLang="en-US" sz="1200" i="1">
                <a:solidFill>
                  <a:srgbClr val="000000"/>
                </a:solidFill>
                <a:latin typeface="Arial" panose="020B0604020202020204" pitchFamily="34" charset="0"/>
                <a:ea typeface="Calibri" panose="020F0502020204030204" pitchFamily="34" charset="0"/>
                <a:cs typeface="MinionPro-It"/>
              </a:rPr>
              <a:t>AddrCtl</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control how the next state is determined.</a:t>
            </a:r>
          </a:p>
        </p:txBody>
      </p:sp>
      <p:pic>
        <p:nvPicPr>
          <p:cNvPr id="28677" name="Picture 6" descr="16">
            <a:extLst>
              <a:ext uri="{FF2B5EF4-FFF2-40B4-BE49-F238E27FC236}">
                <a16:creationId xmlns:a16="http://schemas.microsoft.com/office/drawing/2014/main" id="{E9FFFC91-69F7-419A-8E52-D3A27DEF3399}"/>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003425" y="228600"/>
            <a:ext cx="5135563" cy="5334000"/>
          </a:xfrm>
        </p:spPr>
      </p:pic>
      <p:sp>
        <p:nvSpPr>
          <p:cNvPr id="23558" name="TextBox 1">
            <a:extLst>
              <a:ext uri="{FF2B5EF4-FFF2-40B4-BE49-F238E27FC236}">
                <a16:creationId xmlns:a16="http://schemas.microsoft.com/office/drawing/2014/main" id="{9FAD9719-D803-4EB8-B890-9721997B8FCF}"/>
              </a:ext>
            </a:extLst>
          </p:cNvPr>
          <p:cNvSpPr txBox="1">
            <a:spLocks noChangeArrowheads="1"/>
          </p:cNvSpPr>
          <p:nvPr/>
        </p:nvSpPr>
        <p:spPr bwMode="auto">
          <a:xfrm>
            <a:off x="4545013" y="3783013"/>
            <a:ext cx="15494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defRPr/>
            </a:pPr>
            <a:r>
              <a:rPr lang="en-US" altLang="en-US" sz="1050" dirty="0" err="1">
                <a:solidFill>
                  <a:srgbClr val="0096D2"/>
                </a:solidFill>
                <a:latin typeface="Arial" panose="020B0604020202020204" pitchFamily="34" charset="0"/>
              </a:rPr>
              <a:t>NextState</a:t>
            </a:r>
            <a:r>
              <a:rPr lang="en-US" altLang="en-US" sz="1050" dirty="0">
                <a:solidFill>
                  <a:srgbClr val="0096D2"/>
                </a:solidFill>
                <a:latin typeface="Arial" panose="020B0604020202020204" pitchFamily="34" charset="0"/>
              </a:rPr>
              <a:t> (0000-1001)</a:t>
            </a:r>
          </a:p>
        </p:txBody>
      </p:sp>
      <p:sp>
        <p:nvSpPr>
          <p:cNvPr id="7" name="Rectangle 4">
            <a:extLst>
              <a:ext uri="{FF2B5EF4-FFF2-40B4-BE49-F238E27FC236}">
                <a16:creationId xmlns:a16="http://schemas.microsoft.com/office/drawing/2014/main" id="{2B6AB9F8-7768-4ED9-9E3B-0D10B7173ECD}"/>
              </a:ext>
            </a:extLst>
          </p:cNvPr>
          <p:cNvSpPr>
            <a:spLocks noChangeArrowheads="1"/>
          </p:cNvSpPr>
          <p:nvPr/>
        </p:nvSpPr>
        <p:spPr bwMode="auto">
          <a:xfrm>
            <a:off x="3846445" y="4037013"/>
            <a:ext cx="1472184" cy="301638"/>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sp>
        <p:nvSpPr>
          <p:cNvPr id="8" name="TextBox 1">
            <a:extLst>
              <a:ext uri="{FF2B5EF4-FFF2-40B4-BE49-F238E27FC236}">
                <a16:creationId xmlns:a16="http://schemas.microsoft.com/office/drawing/2014/main" id="{31230653-8DAD-4CCB-9102-2A7C7CAECE7A}"/>
              </a:ext>
            </a:extLst>
          </p:cNvPr>
          <p:cNvSpPr txBox="1">
            <a:spLocks noChangeArrowheads="1"/>
          </p:cNvSpPr>
          <p:nvPr/>
        </p:nvSpPr>
        <p:spPr bwMode="auto">
          <a:xfrm>
            <a:off x="4576763" y="3139977"/>
            <a:ext cx="1273105"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defRPr/>
            </a:pPr>
            <a:r>
              <a:rPr lang="en-US" altLang="en-US" sz="1050" dirty="0">
                <a:solidFill>
                  <a:srgbClr val="0096D2"/>
                </a:solidFill>
                <a:latin typeface="Arial" panose="020B0604020202020204" pitchFamily="34" charset="0"/>
              </a:rPr>
              <a:t>State (0000-1001)</a:t>
            </a:r>
          </a:p>
        </p:txBody>
      </p:sp>
      <p:sp>
        <p:nvSpPr>
          <p:cNvPr id="2" name="TextBox 1">
            <a:extLst>
              <a:ext uri="{FF2B5EF4-FFF2-40B4-BE49-F238E27FC236}">
                <a16:creationId xmlns:a16="http://schemas.microsoft.com/office/drawing/2014/main" id="{C4CBF4D9-EA20-4E95-9452-4E67ABE5076B}"/>
              </a:ext>
            </a:extLst>
          </p:cNvPr>
          <p:cNvSpPr txBox="1"/>
          <p:nvPr/>
        </p:nvSpPr>
        <p:spPr>
          <a:xfrm>
            <a:off x="288174" y="2463338"/>
            <a:ext cx="1550424" cy="584775"/>
          </a:xfrm>
          <a:prstGeom prst="rect">
            <a:avLst/>
          </a:prstGeom>
          <a:noFill/>
        </p:spPr>
        <p:txBody>
          <a:bodyPr wrap="none" rtlCol="0">
            <a:spAutoFit/>
          </a:bodyPr>
          <a:lstStyle/>
          <a:p>
            <a:pPr algn="ctr"/>
            <a:r>
              <a:rPr lang="en-US" sz="1600" dirty="0"/>
              <a:t>Refined design</a:t>
            </a:r>
          </a:p>
          <a:p>
            <a:pPr algn="ctr"/>
            <a:r>
              <a:rPr lang="en-US" sz="1600" dirty="0"/>
              <a:t>for </a:t>
            </a:r>
            <a:r>
              <a:rPr lang="en-US" sz="1600" dirty="0" err="1">
                <a:solidFill>
                  <a:srgbClr val="0096D2"/>
                </a:solidFill>
              </a:rPr>
              <a:t>NextState</a:t>
            </a:r>
            <a:endParaRPr lang="en-US" sz="1600" dirty="0">
              <a:solidFill>
                <a:srgbClr val="0096D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FC335943-387F-4A49-BF4C-4D361B6B6106}"/>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1BB6AAD3-73B1-4A9E-B768-6448D03C0EAA}" type="slidenum">
              <a:rPr lang="en-US" altLang="en-US" sz="1200"/>
              <a:pPr algn="r" eaLnBrk="1" hangingPunct="1">
                <a:spcBef>
                  <a:spcPct val="0"/>
                </a:spcBef>
                <a:buFontTx/>
                <a:buNone/>
              </a:pPr>
              <a:t>32</a:t>
            </a:fld>
            <a:endParaRPr lang="en-US" altLang="en-US" sz="1200"/>
          </a:p>
        </p:txBody>
      </p:sp>
      <p:sp>
        <p:nvSpPr>
          <p:cNvPr id="29699" name="Footer Placeholder 7">
            <a:extLst>
              <a:ext uri="{FF2B5EF4-FFF2-40B4-BE49-F238E27FC236}">
                <a16:creationId xmlns:a16="http://schemas.microsoft.com/office/drawing/2014/main" id="{A7C2ADCC-67D6-4723-817B-37C18BCC2890}"/>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29700" name="TextBox 3">
            <a:extLst>
              <a:ext uri="{FF2B5EF4-FFF2-40B4-BE49-F238E27FC236}">
                <a16:creationId xmlns:a16="http://schemas.microsoft.com/office/drawing/2014/main" id="{52F21DDC-77E2-433A-9A89-B4044B65DB0B}"/>
              </a:ext>
            </a:extLst>
          </p:cNvPr>
          <p:cNvSpPr txBox="1">
            <a:spLocks noChangeArrowheads="1"/>
          </p:cNvSpPr>
          <p:nvPr/>
        </p:nvSpPr>
        <p:spPr bwMode="auto">
          <a:xfrm>
            <a:off x="685800" y="5646738"/>
            <a:ext cx="7772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200">
                <a:solidFill>
                  <a:srgbClr val="000000"/>
                </a:solidFill>
                <a:latin typeface="Arial" panose="020B0604020202020204" pitchFamily="34" charset="0"/>
                <a:ea typeface="Times New Roman" panose="02020603050405020304" pitchFamily="18" charset="0"/>
                <a:cs typeface="ITCFranklinGothicStd-Hvy"/>
              </a:rPr>
              <a:t>FIGURE D.3.1</a:t>
            </a:r>
            <a:r>
              <a:rPr lang="en-US" altLang="en-US" sz="1200">
                <a:solidFill>
                  <a:srgbClr val="000000"/>
                </a:solidFill>
                <a:latin typeface="Arial" panose="020B0604020202020204" pitchFamily="34" charset="0"/>
                <a:ea typeface="Times New Roman" panose="02020603050405020304" pitchFamily="18" charset="0"/>
                <a:cs typeface="MinionPro-Regular" pitchFamily="18" charset="0"/>
              </a:rPr>
              <a:t> </a:t>
            </a:r>
            <a:r>
              <a:rPr lang="en-US" altLang="en-US" sz="1200">
                <a:solidFill>
                  <a:srgbClr val="000000"/>
                </a:solidFill>
                <a:latin typeface="Arial" panose="020B0604020202020204" pitchFamily="34" charset="0"/>
                <a:ea typeface="Times New Roman" panose="02020603050405020304" pitchFamily="18" charset="0"/>
                <a:cs typeface="ITCFranklinGothicStd-Hvy"/>
              </a:rPr>
              <a:t>The finite-state diagram for multicycle control.</a:t>
            </a:r>
          </a:p>
        </p:txBody>
      </p:sp>
      <p:pic>
        <p:nvPicPr>
          <p:cNvPr id="29701" name="Picture 6" descr="7">
            <a:extLst>
              <a:ext uri="{FF2B5EF4-FFF2-40B4-BE49-F238E27FC236}">
                <a16:creationId xmlns:a16="http://schemas.microsoft.com/office/drawing/2014/main" id="{2F67C3A2-BB4B-4F82-962E-0650FE29DE94}"/>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2228850" y="600075"/>
            <a:ext cx="4629150" cy="480060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DC4071BA-0FC2-4A24-A90C-10CF791D8BA7}"/>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EE3883E4-36DA-4153-BB5D-40C610384CCF}" type="slidenum">
              <a:rPr lang="en-US" altLang="en-US" sz="1200"/>
              <a:pPr algn="r" eaLnBrk="1" hangingPunct="1">
                <a:spcBef>
                  <a:spcPct val="0"/>
                </a:spcBef>
                <a:buFontTx/>
                <a:buNone/>
              </a:pPr>
              <a:t>33</a:t>
            </a:fld>
            <a:endParaRPr lang="en-US" altLang="en-US" sz="1200"/>
          </a:p>
        </p:txBody>
      </p:sp>
      <p:sp>
        <p:nvSpPr>
          <p:cNvPr id="30723" name="Footer Placeholder 7">
            <a:extLst>
              <a:ext uri="{FF2B5EF4-FFF2-40B4-BE49-F238E27FC236}">
                <a16:creationId xmlns:a16="http://schemas.microsoft.com/office/drawing/2014/main" id="{9992A7AD-4367-478B-9FF9-91C655FBBEC1}"/>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30724" name="TextBox 3">
            <a:extLst>
              <a:ext uri="{FF2B5EF4-FFF2-40B4-BE49-F238E27FC236}">
                <a16:creationId xmlns:a16="http://schemas.microsoft.com/office/drawing/2014/main" id="{B6B1B63D-FAE9-4B49-8AB2-B54EC5732809}"/>
              </a:ext>
            </a:extLst>
          </p:cNvPr>
          <p:cNvSpPr txBox="1">
            <a:spLocks noChangeArrowheads="1"/>
          </p:cNvSpPr>
          <p:nvPr/>
        </p:nvSpPr>
        <p:spPr bwMode="auto">
          <a:xfrm>
            <a:off x="685800" y="5745163"/>
            <a:ext cx="7772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D.4.2</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This is the address select logic for the control unit of Figure D.4.1.</a:t>
            </a:r>
          </a:p>
        </p:txBody>
      </p:sp>
      <p:pic>
        <p:nvPicPr>
          <p:cNvPr id="30725" name="Picture 6" descr="17">
            <a:extLst>
              <a:ext uri="{FF2B5EF4-FFF2-40B4-BE49-F238E27FC236}">
                <a16:creationId xmlns:a16="http://schemas.microsoft.com/office/drawing/2014/main" id="{A007B86A-10F1-469C-BD4E-4C69B9E313FF}"/>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600075"/>
            <a:ext cx="6419850" cy="4589463"/>
          </a:xfrm>
        </p:spPr>
      </p:pic>
      <p:sp>
        <p:nvSpPr>
          <p:cNvPr id="30726" name="TextBox 5">
            <a:extLst>
              <a:ext uri="{FF2B5EF4-FFF2-40B4-BE49-F238E27FC236}">
                <a16:creationId xmlns:a16="http://schemas.microsoft.com/office/drawing/2014/main" id="{5818ED05-BE20-481B-B43A-FD9465A60E49}"/>
              </a:ext>
            </a:extLst>
          </p:cNvPr>
          <p:cNvSpPr txBox="1">
            <a:spLocks noChangeArrowheads="1"/>
          </p:cNvSpPr>
          <p:nvPr/>
        </p:nvSpPr>
        <p:spPr bwMode="auto">
          <a:xfrm>
            <a:off x="2892831" y="1918857"/>
            <a:ext cx="4332311" cy="30777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400" dirty="0">
                <a:solidFill>
                  <a:srgbClr val="0096D2"/>
                </a:solidFill>
                <a:latin typeface="Arial" panose="020B0604020202020204" pitchFamily="34" charset="0"/>
              </a:rPr>
              <a:t>                                   </a:t>
            </a:r>
            <a:r>
              <a:rPr lang="en-US" altLang="en-US" sz="1400" dirty="0" err="1">
                <a:solidFill>
                  <a:srgbClr val="0096D2"/>
                </a:solidFill>
                <a:latin typeface="Arial" panose="020B0604020202020204" pitchFamily="34" charset="0"/>
              </a:rPr>
              <a:t>NextState</a:t>
            </a:r>
            <a:r>
              <a:rPr lang="en-US" altLang="en-US" sz="1400" dirty="0">
                <a:solidFill>
                  <a:srgbClr val="0096D2"/>
                </a:solidFill>
                <a:latin typeface="Arial" panose="020B0604020202020204" pitchFamily="34" charset="0"/>
              </a:rPr>
              <a:t> (0000-1001)</a:t>
            </a:r>
          </a:p>
        </p:txBody>
      </p:sp>
      <p:sp>
        <p:nvSpPr>
          <p:cNvPr id="7" name="Rectangle 4">
            <a:extLst>
              <a:ext uri="{FF2B5EF4-FFF2-40B4-BE49-F238E27FC236}">
                <a16:creationId xmlns:a16="http://schemas.microsoft.com/office/drawing/2014/main" id="{BBE3393B-57AE-42BD-9ADD-13511DAE12ED}"/>
              </a:ext>
            </a:extLst>
          </p:cNvPr>
          <p:cNvSpPr>
            <a:spLocks noChangeArrowheads="1"/>
          </p:cNvSpPr>
          <p:nvPr/>
        </p:nvSpPr>
        <p:spPr bwMode="auto">
          <a:xfrm>
            <a:off x="2895600" y="2175168"/>
            <a:ext cx="4297680" cy="2092032"/>
          </a:xfrm>
          <a:prstGeom prst="rect">
            <a:avLst/>
          </a:prstGeom>
          <a:solidFill>
            <a:schemeClr val="accent1">
              <a:alpha val="50195"/>
            </a:schemeClr>
          </a:solidFill>
          <a:ln w="222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cxnSp>
        <p:nvCxnSpPr>
          <p:cNvPr id="9" name="Straight Arrow Connector 8">
            <a:extLst>
              <a:ext uri="{FF2B5EF4-FFF2-40B4-BE49-F238E27FC236}">
                <a16:creationId xmlns:a16="http://schemas.microsoft.com/office/drawing/2014/main" id="{3A94116C-FCC4-4767-AE6F-2B40786246E3}"/>
              </a:ext>
            </a:extLst>
          </p:cNvPr>
          <p:cNvCxnSpPr>
            <a:cxnSpLocks/>
          </p:cNvCxnSpPr>
          <p:nvPr/>
        </p:nvCxnSpPr>
        <p:spPr>
          <a:xfrm flipV="1">
            <a:off x="4655127" y="1884216"/>
            <a:ext cx="0" cy="342616"/>
          </a:xfrm>
          <a:prstGeom prst="straightConnector1">
            <a:avLst/>
          </a:prstGeom>
          <a:ln w="19050">
            <a:solidFill>
              <a:srgbClr val="0096D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62F79EB-3566-C719-160B-96681083A0FE}"/>
                  </a:ext>
                </a:extLst>
              </p14:cNvPr>
              <p14:cNvContentPartPr/>
              <p14:nvPr/>
            </p14:nvContentPartPr>
            <p14:xfrm>
              <a:off x="5570640" y="4570920"/>
              <a:ext cx="2793600" cy="797760"/>
            </p14:xfrm>
          </p:contentPart>
        </mc:Choice>
        <mc:Fallback>
          <p:pic>
            <p:nvPicPr>
              <p:cNvPr id="2" name="Ink 1">
                <a:extLst>
                  <a:ext uri="{FF2B5EF4-FFF2-40B4-BE49-F238E27FC236}">
                    <a16:creationId xmlns:a16="http://schemas.microsoft.com/office/drawing/2014/main" id="{E62F79EB-3566-C719-160B-96681083A0FE}"/>
                  </a:ext>
                </a:extLst>
              </p:cNvPr>
              <p:cNvPicPr/>
              <p:nvPr/>
            </p:nvPicPr>
            <p:blipFill>
              <a:blip r:embed="rId4"/>
              <a:stretch>
                <a:fillRect/>
              </a:stretch>
            </p:blipFill>
            <p:spPr>
              <a:xfrm>
                <a:off x="5561280" y="4561560"/>
                <a:ext cx="2812320" cy="816480"/>
              </a:xfrm>
              <a:prstGeom prst="rect">
                <a:avLst/>
              </a:prstGeom>
            </p:spPr>
          </p:pic>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9C1ED363-A753-4343-AC66-F7EDCDB95A7F}"/>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743401C6-69B5-4FC0-82AD-1D5FD8D74D2A}" type="slidenum">
              <a:rPr lang="en-US" altLang="en-US" sz="1200"/>
              <a:pPr algn="r" eaLnBrk="1" hangingPunct="1">
                <a:spcBef>
                  <a:spcPct val="0"/>
                </a:spcBef>
                <a:buFontTx/>
                <a:buNone/>
              </a:pPr>
              <a:t>34</a:t>
            </a:fld>
            <a:endParaRPr lang="en-US" altLang="en-US" sz="1200"/>
          </a:p>
        </p:txBody>
      </p:sp>
      <p:sp>
        <p:nvSpPr>
          <p:cNvPr id="31747" name="Footer Placeholder 7">
            <a:extLst>
              <a:ext uri="{FF2B5EF4-FFF2-40B4-BE49-F238E27FC236}">
                <a16:creationId xmlns:a16="http://schemas.microsoft.com/office/drawing/2014/main" id="{C3025C4A-DFC3-4B92-BBBE-B521DCD6F26B}"/>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31748" name="TextBox 3">
            <a:extLst>
              <a:ext uri="{FF2B5EF4-FFF2-40B4-BE49-F238E27FC236}">
                <a16:creationId xmlns:a16="http://schemas.microsoft.com/office/drawing/2014/main" id="{09B93C72-1AE0-4B89-AE18-299CF6C2F94A}"/>
              </a:ext>
            </a:extLst>
          </p:cNvPr>
          <p:cNvSpPr txBox="1">
            <a:spLocks noChangeArrowheads="1"/>
          </p:cNvSpPr>
          <p:nvPr/>
        </p:nvSpPr>
        <p:spPr bwMode="auto">
          <a:xfrm>
            <a:off x="685800" y="5243513"/>
            <a:ext cx="77724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D.4.3</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dispatch ROMs each have 2</a:t>
            </a:r>
            <a:r>
              <a:rPr lang="en-US" altLang="en-US" sz="1200" baseline="30000">
                <a:solidFill>
                  <a:srgbClr val="000000"/>
                </a:solidFill>
                <a:latin typeface="Arial" panose="020B0604020202020204" pitchFamily="34" charset="0"/>
                <a:ea typeface="Calibri" panose="020F0502020204030204" pitchFamily="34" charset="0"/>
                <a:cs typeface="ITCFranklinGothicStd-Hvy"/>
              </a:rPr>
              <a:t>6</a:t>
            </a:r>
            <a:r>
              <a:rPr lang="en-US" altLang="en-US" sz="1200">
                <a:solidFill>
                  <a:srgbClr val="000000"/>
                </a:solidFill>
                <a:latin typeface="Arial" panose="020B0604020202020204" pitchFamily="34" charset="0"/>
                <a:ea typeface="Calibri" panose="020F0502020204030204" pitchFamily="34" charset="0"/>
                <a:cs typeface="ITCFranklinGothicStd-Hvy"/>
              </a:rPr>
              <a:t> </a:t>
            </a:r>
            <a:r>
              <a:rPr lang="en-US" altLang="en-US" sz="1200">
                <a:solidFill>
                  <a:srgbClr val="000000"/>
                </a:solidFill>
                <a:latin typeface="Arial" panose="020B0604020202020204" pitchFamily="34" charset="0"/>
                <a:ea typeface="Calibri" panose="020F0502020204030204" pitchFamily="34" charset="0"/>
                <a:cs typeface="MathematicalPi-One" charset="0"/>
              </a:rPr>
              <a:t>5</a:t>
            </a:r>
            <a:r>
              <a:rPr lang="en-US" altLang="en-US" sz="1200">
                <a:solidFill>
                  <a:srgbClr val="000000"/>
                </a:solidFill>
                <a:latin typeface="Arial" panose="020B0604020202020204" pitchFamily="34" charset="0"/>
                <a:ea typeface="Calibri" panose="020F0502020204030204" pitchFamily="34" charset="0"/>
                <a:cs typeface="ITCFranklinGothicStd-Hvy"/>
              </a:rPr>
              <a:t> 64 entries that are 4 bits wide, since that is the number of bits in the state encoding.</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This figure only shows the entries in the ROM that are of interest for this subset. The first column in each table indicates the value of Op, which is the address used to access the dispatch ROM. The second column shows the symbolic name of the opcode. The third column indicates the value at that address in the ROM.</a:t>
            </a:r>
          </a:p>
        </p:txBody>
      </p:sp>
      <p:pic>
        <p:nvPicPr>
          <p:cNvPr id="31749" name="Picture 6" descr="18">
            <a:extLst>
              <a:ext uri="{FF2B5EF4-FFF2-40B4-BE49-F238E27FC236}">
                <a16:creationId xmlns:a16="http://schemas.microsoft.com/office/drawing/2014/main" id="{3650FF43-5322-4AE0-A3AE-60D1B83B6BEB}"/>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2054225"/>
            <a:ext cx="6419850" cy="1682750"/>
          </a:xfrm>
        </p:spPr>
      </p:pic>
      <p:sp>
        <p:nvSpPr>
          <p:cNvPr id="31750" name="TextBox 1">
            <a:extLst>
              <a:ext uri="{FF2B5EF4-FFF2-40B4-BE49-F238E27FC236}">
                <a16:creationId xmlns:a16="http://schemas.microsoft.com/office/drawing/2014/main" id="{F4B35D94-7506-44B1-BD04-3A18B6D108EA}"/>
              </a:ext>
            </a:extLst>
          </p:cNvPr>
          <p:cNvSpPr txBox="1">
            <a:spLocks noChangeArrowheads="1"/>
          </p:cNvSpPr>
          <p:nvPr/>
        </p:nvSpPr>
        <p:spPr bwMode="auto">
          <a:xfrm>
            <a:off x="2249488" y="1674813"/>
            <a:ext cx="1517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When State1</a:t>
            </a:r>
          </a:p>
        </p:txBody>
      </p:sp>
      <p:sp>
        <p:nvSpPr>
          <p:cNvPr id="31751" name="TextBox 6">
            <a:extLst>
              <a:ext uri="{FF2B5EF4-FFF2-40B4-BE49-F238E27FC236}">
                <a16:creationId xmlns:a16="http://schemas.microsoft.com/office/drawing/2014/main" id="{70B7D22D-8643-48B3-B652-3C90C50FEB9D}"/>
              </a:ext>
            </a:extLst>
          </p:cNvPr>
          <p:cNvSpPr txBox="1">
            <a:spLocks noChangeArrowheads="1"/>
          </p:cNvSpPr>
          <p:nvPr/>
        </p:nvSpPr>
        <p:spPr bwMode="auto">
          <a:xfrm>
            <a:off x="5581650" y="1677988"/>
            <a:ext cx="151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latin typeface="Arial" panose="020B0604020202020204" pitchFamily="34" charset="0"/>
              </a:rPr>
              <a:t>When State2</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509E39B-E32E-E942-7D79-C27A1146C843}"/>
                  </a:ext>
                </a:extLst>
              </p14:cNvPr>
              <p14:cNvContentPartPr/>
              <p14:nvPr/>
            </p14:nvContentPartPr>
            <p14:xfrm>
              <a:off x="931320" y="3443040"/>
              <a:ext cx="667080" cy="430560"/>
            </p14:xfrm>
          </p:contentPart>
        </mc:Choice>
        <mc:Fallback>
          <p:pic>
            <p:nvPicPr>
              <p:cNvPr id="2" name="Ink 1">
                <a:extLst>
                  <a:ext uri="{FF2B5EF4-FFF2-40B4-BE49-F238E27FC236}">
                    <a16:creationId xmlns:a16="http://schemas.microsoft.com/office/drawing/2014/main" id="{8509E39B-E32E-E942-7D79-C27A1146C843}"/>
                  </a:ext>
                </a:extLst>
              </p:cNvPr>
              <p:cNvPicPr/>
              <p:nvPr/>
            </p:nvPicPr>
            <p:blipFill>
              <a:blip r:embed="rId4"/>
              <a:stretch>
                <a:fillRect/>
              </a:stretch>
            </p:blipFill>
            <p:spPr>
              <a:xfrm>
                <a:off x="921960" y="3433680"/>
                <a:ext cx="685800" cy="449280"/>
              </a:xfrm>
              <a:prstGeom prst="rect">
                <a:avLst/>
              </a:prstGeom>
            </p:spPr>
          </p:pic>
        </mc:Fallback>
      </mc:AlternateContent>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4633C-8518-441A-B8C1-5D837902EC32}"/>
              </a:ext>
            </a:extLst>
          </p:cNvPr>
          <p:cNvSpPr>
            <a:spLocks noGrp="1"/>
          </p:cNvSpPr>
          <p:nvPr>
            <p:ph type="sldNum" sz="quarter" idx="12"/>
          </p:nvPr>
        </p:nvSpPr>
        <p:spPr/>
        <p:txBody>
          <a:bodyPr/>
          <a:lstStyle/>
          <a:p>
            <a:pPr>
              <a:defRPr/>
            </a:pPr>
            <a:fld id="{B391FE1F-6E7E-4445-ACE5-298B71A17DA6}" type="slidenum">
              <a:rPr lang="en-US" altLang="en-US" smtClean="0"/>
              <a:pPr>
                <a:defRPr/>
              </a:pPr>
              <a:t>35</a:t>
            </a:fld>
            <a:endParaRPr lang="en-US" altLang="en-US"/>
          </a:p>
        </p:txBody>
      </p:sp>
      <p:sp>
        <p:nvSpPr>
          <p:cNvPr id="7" name="TextBox 6">
            <a:extLst>
              <a:ext uri="{FF2B5EF4-FFF2-40B4-BE49-F238E27FC236}">
                <a16:creationId xmlns:a16="http://schemas.microsoft.com/office/drawing/2014/main" id="{C1576800-5742-4739-BE26-BDD2C156E4A0}"/>
              </a:ext>
            </a:extLst>
          </p:cNvPr>
          <p:cNvSpPr txBox="1"/>
          <p:nvPr/>
        </p:nvSpPr>
        <p:spPr>
          <a:xfrm>
            <a:off x="961535" y="733961"/>
            <a:ext cx="7457491" cy="1323439"/>
          </a:xfrm>
          <a:prstGeom prst="rect">
            <a:avLst/>
          </a:prstGeom>
          <a:noFill/>
        </p:spPr>
        <p:txBody>
          <a:bodyPr wrap="none" rtlCol="0">
            <a:spAutoFit/>
          </a:bodyPr>
          <a:lstStyle/>
          <a:p>
            <a:r>
              <a:rPr lang="en-US" sz="2000" b="1" dirty="0">
                <a:solidFill>
                  <a:srgbClr val="00B0F0"/>
                </a:solidFill>
              </a:rPr>
              <a:t>00:</a:t>
            </a:r>
            <a:r>
              <a:rPr lang="en-US" sz="2000" dirty="0"/>
              <a:t> </a:t>
            </a:r>
            <a:r>
              <a:rPr lang="en-US" sz="2000" dirty="0" err="1"/>
              <a:t>NextState</a:t>
            </a:r>
            <a:r>
              <a:rPr lang="en-US" sz="2000" dirty="0"/>
              <a:t> = 0  –  State4 + State5 + State7 + State8 + State9</a:t>
            </a:r>
          </a:p>
          <a:p>
            <a:r>
              <a:rPr lang="en-US" sz="2000" b="1" dirty="0">
                <a:solidFill>
                  <a:srgbClr val="00B0F0"/>
                </a:solidFill>
              </a:rPr>
              <a:t>01:</a:t>
            </a:r>
            <a:r>
              <a:rPr lang="en-US" sz="2000" dirty="0"/>
              <a:t> </a:t>
            </a:r>
            <a:r>
              <a:rPr lang="en-US" sz="2000" dirty="0" err="1"/>
              <a:t>NextState</a:t>
            </a:r>
            <a:r>
              <a:rPr lang="en-US" sz="2000" dirty="0"/>
              <a:t> from ROM1  –  State1 (depending on Op-code)</a:t>
            </a:r>
          </a:p>
          <a:p>
            <a:r>
              <a:rPr lang="en-US" sz="2000" b="1" dirty="0">
                <a:solidFill>
                  <a:srgbClr val="00B0F0"/>
                </a:solidFill>
              </a:rPr>
              <a:t>10:</a:t>
            </a:r>
            <a:r>
              <a:rPr lang="en-US" sz="2000" dirty="0"/>
              <a:t> </a:t>
            </a:r>
            <a:r>
              <a:rPr lang="en-US" sz="2000" dirty="0" err="1"/>
              <a:t>NextState</a:t>
            </a:r>
            <a:r>
              <a:rPr lang="en-US" sz="2000" dirty="0"/>
              <a:t> from ROM2  –  State2 (depending on Op-code)</a:t>
            </a:r>
          </a:p>
          <a:p>
            <a:r>
              <a:rPr lang="en-US" sz="2000" b="1" dirty="0">
                <a:solidFill>
                  <a:srgbClr val="00B0F0"/>
                </a:solidFill>
              </a:rPr>
              <a:t>11: </a:t>
            </a:r>
            <a:r>
              <a:rPr lang="en-US" sz="2000" dirty="0" err="1"/>
              <a:t>NextState</a:t>
            </a:r>
            <a:r>
              <a:rPr lang="en-US" sz="2000" dirty="0"/>
              <a:t> = State++  –  State0 + State3 + State6</a:t>
            </a:r>
          </a:p>
        </p:txBody>
      </p:sp>
      <p:sp>
        <p:nvSpPr>
          <p:cNvPr id="4" name="TextBox 3">
            <a:extLst>
              <a:ext uri="{FF2B5EF4-FFF2-40B4-BE49-F238E27FC236}">
                <a16:creationId xmlns:a16="http://schemas.microsoft.com/office/drawing/2014/main" id="{DA4F5247-8978-4CBE-8047-AD312C9A0131}"/>
              </a:ext>
            </a:extLst>
          </p:cNvPr>
          <p:cNvSpPr txBox="1"/>
          <p:nvPr/>
        </p:nvSpPr>
        <p:spPr>
          <a:xfrm>
            <a:off x="792480" y="426184"/>
            <a:ext cx="841897" cy="307777"/>
          </a:xfrm>
          <a:prstGeom prst="rect">
            <a:avLst/>
          </a:prstGeom>
          <a:noFill/>
        </p:spPr>
        <p:txBody>
          <a:bodyPr wrap="none" rtlCol="0">
            <a:spAutoFit/>
          </a:bodyPr>
          <a:lstStyle/>
          <a:p>
            <a:r>
              <a:rPr lang="en-US" sz="1400" b="1" dirty="0" err="1">
                <a:solidFill>
                  <a:srgbClr val="00B0F0"/>
                </a:solidFill>
              </a:rPr>
              <a:t>AddrCtl</a:t>
            </a:r>
            <a:endParaRPr lang="en-US" sz="1400" b="1" dirty="0">
              <a:solidFill>
                <a:srgbClr val="00B0F0"/>
              </a:solidFill>
            </a:endParaRPr>
          </a:p>
        </p:txBody>
      </p:sp>
      <p:graphicFrame>
        <p:nvGraphicFramePr>
          <p:cNvPr id="5" name="Table 4">
            <a:extLst>
              <a:ext uri="{FF2B5EF4-FFF2-40B4-BE49-F238E27FC236}">
                <a16:creationId xmlns:a16="http://schemas.microsoft.com/office/drawing/2014/main" id="{2B5A830E-7757-427A-B13A-AEB554099A4C}"/>
              </a:ext>
            </a:extLst>
          </p:cNvPr>
          <p:cNvGraphicFramePr>
            <a:graphicFrameLocks noGrp="1"/>
          </p:cNvGraphicFramePr>
          <p:nvPr>
            <p:extLst>
              <p:ext uri="{D42A27DB-BD31-4B8C-83A1-F6EECF244321}">
                <p14:modId xmlns:p14="http://schemas.microsoft.com/office/powerpoint/2010/main" val="1361954336"/>
              </p:ext>
            </p:extLst>
          </p:nvPr>
        </p:nvGraphicFramePr>
        <p:xfrm>
          <a:off x="1130808" y="2307336"/>
          <a:ext cx="3108960" cy="368808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4010099517"/>
                    </a:ext>
                  </a:extLst>
                </a:gridCol>
                <a:gridCol w="1554480">
                  <a:extLst>
                    <a:ext uri="{9D8B030D-6E8A-4147-A177-3AD203B41FA5}">
                      <a16:colId xmlns:a16="http://schemas.microsoft.com/office/drawing/2014/main" val="2366839931"/>
                    </a:ext>
                  </a:extLst>
                </a:gridCol>
              </a:tblGrid>
              <a:tr h="294155">
                <a:tc>
                  <a:txBody>
                    <a:bodyPr/>
                    <a:lstStyle/>
                    <a:p>
                      <a:pPr algn="ctr"/>
                      <a:r>
                        <a:rPr lang="en-US" sz="1600" dirty="0"/>
                        <a:t>State               </a:t>
                      </a:r>
                    </a:p>
                  </a:txBody>
                  <a:tcPr/>
                </a:tc>
                <a:tc>
                  <a:txBody>
                    <a:bodyPr/>
                    <a:lstStyle/>
                    <a:p>
                      <a:pPr algn="ctr"/>
                      <a:r>
                        <a:rPr lang="en-US" sz="1600" dirty="0" err="1"/>
                        <a:t>AddrCtl</a:t>
                      </a:r>
                      <a:endParaRPr lang="en-US" sz="1600" dirty="0"/>
                    </a:p>
                  </a:txBody>
                  <a:tcPr/>
                </a:tc>
                <a:extLst>
                  <a:ext uri="{0D108BD9-81ED-4DB2-BD59-A6C34878D82A}">
                    <a16:rowId xmlns:a16="http://schemas.microsoft.com/office/drawing/2014/main" val="1698605858"/>
                  </a:ext>
                </a:extLst>
              </a:tr>
              <a:tr h="294155">
                <a:tc>
                  <a:txBody>
                    <a:bodyPr/>
                    <a:lstStyle/>
                    <a:p>
                      <a:pPr algn="ctr"/>
                      <a:r>
                        <a:rPr lang="en-US" sz="1600" dirty="0"/>
                        <a:t>0000</a:t>
                      </a:r>
                    </a:p>
                  </a:txBody>
                  <a:tcPr/>
                </a:tc>
                <a:tc>
                  <a:txBody>
                    <a:bodyPr/>
                    <a:lstStyle/>
                    <a:p>
                      <a:pPr algn="ctr"/>
                      <a:r>
                        <a:rPr lang="en-US" sz="1600" dirty="0"/>
                        <a:t>11  (3)</a:t>
                      </a:r>
                    </a:p>
                  </a:txBody>
                  <a:tcPr/>
                </a:tc>
                <a:extLst>
                  <a:ext uri="{0D108BD9-81ED-4DB2-BD59-A6C34878D82A}">
                    <a16:rowId xmlns:a16="http://schemas.microsoft.com/office/drawing/2014/main" val="2195524098"/>
                  </a:ext>
                </a:extLst>
              </a:tr>
              <a:tr h="294155">
                <a:tc>
                  <a:txBody>
                    <a:bodyPr/>
                    <a:lstStyle/>
                    <a:p>
                      <a:pPr algn="ctr"/>
                      <a:r>
                        <a:rPr lang="en-US" sz="1600" dirty="0"/>
                        <a:t>0001</a:t>
                      </a:r>
                    </a:p>
                  </a:txBody>
                  <a:tcPr/>
                </a:tc>
                <a:tc>
                  <a:txBody>
                    <a:bodyPr/>
                    <a:lstStyle/>
                    <a:p>
                      <a:pPr algn="ctr"/>
                      <a:r>
                        <a:rPr lang="en-US" sz="1600" dirty="0"/>
                        <a:t>01  (1)</a:t>
                      </a:r>
                    </a:p>
                  </a:txBody>
                  <a:tcPr/>
                </a:tc>
                <a:extLst>
                  <a:ext uri="{0D108BD9-81ED-4DB2-BD59-A6C34878D82A}">
                    <a16:rowId xmlns:a16="http://schemas.microsoft.com/office/drawing/2014/main" val="3251820951"/>
                  </a:ext>
                </a:extLst>
              </a:tr>
              <a:tr h="294155">
                <a:tc>
                  <a:txBody>
                    <a:bodyPr/>
                    <a:lstStyle/>
                    <a:p>
                      <a:pPr algn="ctr"/>
                      <a:r>
                        <a:rPr lang="en-US" sz="1600" dirty="0"/>
                        <a:t>0010</a:t>
                      </a:r>
                    </a:p>
                  </a:txBody>
                  <a:tcPr/>
                </a:tc>
                <a:tc>
                  <a:txBody>
                    <a:bodyPr/>
                    <a:lstStyle/>
                    <a:p>
                      <a:pPr algn="ctr"/>
                      <a:r>
                        <a:rPr lang="en-US" sz="1600" dirty="0"/>
                        <a:t>10  (2)</a:t>
                      </a:r>
                    </a:p>
                  </a:txBody>
                  <a:tcPr/>
                </a:tc>
                <a:extLst>
                  <a:ext uri="{0D108BD9-81ED-4DB2-BD59-A6C34878D82A}">
                    <a16:rowId xmlns:a16="http://schemas.microsoft.com/office/drawing/2014/main" val="3169754465"/>
                  </a:ext>
                </a:extLst>
              </a:tr>
              <a:tr h="294155">
                <a:tc>
                  <a:txBody>
                    <a:bodyPr/>
                    <a:lstStyle/>
                    <a:p>
                      <a:pPr algn="ctr"/>
                      <a:r>
                        <a:rPr lang="en-US" sz="1600" dirty="0"/>
                        <a:t>0011</a:t>
                      </a:r>
                    </a:p>
                  </a:txBody>
                  <a:tcPr/>
                </a:tc>
                <a:tc>
                  <a:txBody>
                    <a:bodyPr/>
                    <a:lstStyle/>
                    <a:p>
                      <a:pPr algn="ctr"/>
                      <a:r>
                        <a:rPr lang="en-US" sz="1600" dirty="0"/>
                        <a:t>11  (3)</a:t>
                      </a:r>
                    </a:p>
                  </a:txBody>
                  <a:tcPr/>
                </a:tc>
                <a:extLst>
                  <a:ext uri="{0D108BD9-81ED-4DB2-BD59-A6C34878D82A}">
                    <a16:rowId xmlns:a16="http://schemas.microsoft.com/office/drawing/2014/main" val="4098618003"/>
                  </a:ext>
                </a:extLst>
              </a:tr>
              <a:tr h="294155">
                <a:tc>
                  <a:txBody>
                    <a:bodyPr/>
                    <a:lstStyle/>
                    <a:p>
                      <a:pPr algn="ctr"/>
                      <a:r>
                        <a:rPr lang="en-US" sz="1600" dirty="0"/>
                        <a:t>0100</a:t>
                      </a:r>
                    </a:p>
                  </a:txBody>
                  <a:tcPr/>
                </a:tc>
                <a:tc>
                  <a:txBody>
                    <a:bodyPr/>
                    <a:lstStyle/>
                    <a:p>
                      <a:pPr algn="ctr"/>
                      <a:r>
                        <a:rPr lang="en-US" sz="1600" dirty="0"/>
                        <a:t>00  (0)</a:t>
                      </a:r>
                    </a:p>
                  </a:txBody>
                  <a:tcPr/>
                </a:tc>
                <a:extLst>
                  <a:ext uri="{0D108BD9-81ED-4DB2-BD59-A6C34878D82A}">
                    <a16:rowId xmlns:a16="http://schemas.microsoft.com/office/drawing/2014/main" val="1156423647"/>
                  </a:ext>
                </a:extLst>
              </a:tr>
              <a:tr h="294155">
                <a:tc>
                  <a:txBody>
                    <a:bodyPr/>
                    <a:lstStyle/>
                    <a:p>
                      <a:pPr algn="ctr"/>
                      <a:r>
                        <a:rPr lang="en-US" sz="1600" dirty="0"/>
                        <a:t>0101</a:t>
                      </a:r>
                    </a:p>
                  </a:txBody>
                  <a:tcPr/>
                </a:tc>
                <a:tc>
                  <a:txBody>
                    <a:bodyPr/>
                    <a:lstStyle/>
                    <a:p>
                      <a:pPr algn="ctr"/>
                      <a:r>
                        <a:rPr lang="en-US" sz="1600" dirty="0"/>
                        <a:t>00  (0)</a:t>
                      </a:r>
                    </a:p>
                  </a:txBody>
                  <a:tcPr/>
                </a:tc>
                <a:extLst>
                  <a:ext uri="{0D108BD9-81ED-4DB2-BD59-A6C34878D82A}">
                    <a16:rowId xmlns:a16="http://schemas.microsoft.com/office/drawing/2014/main" val="3459703363"/>
                  </a:ext>
                </a:extLst>
              </a:tr>
              <a:tr h="294155">
                <a:tc>
                  <a:txBody>
                    <a:bodyPr/>
                    <a:lstStyle/>
                    <a:p>
                      <a:pPr algn="ctr"/>
                      <a:r>
                        <a:rPr lang="en-US" sz="1600" dirty="0"/>
                        <a:t>0110</a:t>
                      </a:r>
                    </a:p>
                  </a:txBody>
                  <a:tcPr/>
                </a:tc>
                <a:tc>
                  <a:txBody>
                    <a:bodyPr/>
                    <a:lstStyle/>
                    <a:p>
                      <a:pPr algn="ctr"/>
                      <a:r>
                        <a:rPr lang="en-US" sz="1600" dirty="0"/>
                        <a:t>11  (3)</a:t>
                      </a:r>
                    </a:p>
                  </a:txBody>
                  <a:tcPr/>
                </a:tc>
                <a:extLst>
                  <a:ext uri="{0D108BD9-81ED-4DB2-BD59-A6C34878D82A}">
                    <a16:rowId xmlns:a16="http://schemas.microsoft.com/office/drawing/2014/main" val="3681627512"/>
                  </a:ext>
                </a:extLst>
              </a:tr>
              <a:tr h="294155">
                <a:tc>
                  <a:txBody>
                    <a:bodyPr/>
                    <a:lstStyle/>
                    <a:p>
                      <a:pPr algn="ctr"/>
                      <a:r>
                        <a:rPr lang="en-US" sz="1600" dirty="0"/>
                        <a:t>0111</a:t>
                      </a:r>
                    </a:p>
                  </a:txBody>
                  <a:tcPr/>
                </a:tc>
                <a:tc>
                  <a:txBody>
                    <a:bodyPr/>
                    <a:lstStyle/>
                    <a:p>
                      <a:pPr algn="ctr"/>
                      <a:r>
                        <a:rPr lang="en-US" sz="1600" dirty="0"/>
                        <a:t>00  (0)</a:t>
                      </a:r>
                    </a:p>
                  </a:txBody>
                  <a:tcPr/>
                </a:tc>
                <a:extLst>
                  <a:ext uri="{0D108BD9-81ED-4DB2-BD59-A6C34878D82A}">
                    <a16:rowId xmlns:a16="http://schemas.microsoft.com/office/drawing/2014/main" val="2730741831"/>
                  </a:ext>
                </a:extLst>
              </a:tr>
              <a:tr h="294155">
                <a:tc>
                  <a:txBody>
                    <a:bodyPr/>
                    <a:lstStyle/>
                    <a:p>
                      <a:pPr algn="ctr"/>
                      <a:r>
                        <a:rPr lang="en-US" sz="1600" dirty="0"/>
                        <a:t>1000</a:t>
                      </a:r>
                    </a:p>
                  </a:txBody>
                  <a:tcPr/>
                </a:tc>
                <a:tc>
                  <a:txBody>
                    <a:bodyPr/>
                    <a:lstStyle/>
                    <a:p>
                      <a:pPr algn="ctr"/>
                      <a:r>
                        <a:rPr lang="en-US" sz="1600" dirty="0"/>
                        <a:t>00  (0)</a:t>
                      </a:r>
                    </a:p>
                  </a:txBody>
                  <a:tcPr/>
                </a:tc>
                <a:extLst>
                  <a:ext uri="{0D108BD9-81ED-4DB2-BD59-A6C34878D82A}">
                    <a16:rowId xmlns:a16="http://schemas.microsoft.com/office/drawing/2014/main" val="3870022546"/>
                  </a:ext>
                </a:extLst>
              </a:tr>
              <a:tr h="294155">
                <a:tc>
                  <a:txBody>
                    <a:bodyPr/>
                    <a:lstStyle/>
                    <a:p>
                      <a:pPr algn="ctr"/>
                      <a:r>
                        <a:rPr lang="en-US" sz="1600" dirty="0"/>
                        <a:t>1001</a:t>
                      </a:r>
                    </a:p>
                  </a:txBody>
                  <a:tcPr/>
                </a:tc>
                <a:tc>
                  <a:txBody>
                    <a:bodyPr/>
                    <a:lstStyle/>
                    <a:p>
                      <a:pPr algn="ctr"/>
                      <a:r>
                        <a:rPr lang="en-US" sz="1600" dirty="0"/>
                        <a:t>00  (0)</a:t>
                      </a:r>
                    </a:p>
                  </a:txBody>
                  <a:tcPr/>
                </a:tc>
                <a:extLst>
                  <a:ext uri="{0D108BD9-81ED-4DB2-BD59-A6C34878D82A}">
                    <a16:rowId xmlns:a16="http://schemas.microsoft.com/office/drawing/2014/main" val="4281319365"/>
                  </a:ext>
                </a:extLst>
              </a:tr>
            </a:tbl>
          </a:graphicData>
        </a:graphic>
      </p:graphicFrame>
      <p:sp>
        <p:nvSpPr>
          <p:cNvPr id="8" name="TextBox 7">
            <a:extLst>
              <a:ext uri="{FF2B5EF4-FFF2-40B4-BE49-F238E27FC236}">
                <a16:creationId xmlns:a16="http://schemas.microsoft.com/office/drawing/2014/main" id="{78C05F6B-59B3-47E7-B1CA-5DE4009EB920}"/>
              </a:ext>
            </a:extLst>
          </p:cNvPr>
          <p:cNvSpPr txBox="1"/>
          <p:nvPr/>
        </p:nvSpPr>
        <p:spPr>
          <a:xfrm>
            <a:off x="4861560" y="2360259"/>
            <a:ext cx="3048000" cy="646331"/>
          </a:xfrm>
          <a:prstGeom prst="rect">
            <a:avLst/>
          </a:prstGeom>
          <a:noFill/>
        </p:spPr>
        <p:txBody>
          <a:bodyPr wrap="square" rtlCol="0">
            <a:spAutoFit/>
          </a:bodyPr>
          <a:lstStyle/>
          <a:p>
            <a:r>
              <a:rPr lang="en-US" dirty="0">
                <a:solidFill>
                  <a:srgbClr val="00B0F0"/>
                </a:solidFill>
              </a:rPr>
              <a:t>AddrCtl</a:t>
            </a:r>
            <a:r>
              <a:rPr lang="en-US" baseline="-25000" dirty="0">
                <a:solidFill>
                  <a:srgbClr val="00B0F0"/>
                </a:solidFill>
              </a:rPr>
              <a:t>0</a:t>
            </a:r>
            <a:r>
              <a:rPr lang="en-US" dirty="0"/>
              <a:t> =  State0 + State1 </a:t>
            </a:r>
          </a:p>
          <a:p>
            <a:r>
              <a:rPr lang="en-US" dirty="0"/>
              <a:t>               + State3 + State6</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4C696B7-F511-423A-8E69-0E87D3766911}"/>
                  </a:ext>
                </a:extLst>
              </p:cNvPr>
              <p:cNvSpPr txBox="1"/>
              <p:nvPr/>
            </p:nvSpPr>
            <p:spPr>
              <a:xfrm>
                <a:off x="5790885" y="2979635"/>
                <a:ext cx="2585131" cy="647485"/>
              </a:xfrm>
              <a:prstGeom prst="rect">
                <a:avLst/>
              </a:prstGeom>
              <a:noFill/>
            </p:spPr>
            <p:txBody>
              <a:bodyPr wrap="none" rtlCol="0">
                <a:spAutoFit/>
              </a:bodyPr>
              <a:lstStyle/>
              <a:p>
                <a:r>
                  <a:rPr lang="en-US" dirty="0"/>
                  <a:t>=</a:t>
                </a:r>
                <a14:m>
                  <m:oMath xmlns:m="http://schemas.openxmlformats.org/officeDocument/2006/math">
                    <m:r>
                      <a:rPr lang="en-US" b="0" i="0" smtClean="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r>
                      <a:rPr lang="en-US" b="0" i="0" smtClean="0">
                        <a:latin typeface="Cambria Math" panose="02040503050406030204" pitchFamily="18" charset="0"/>
                      </a:rPr>
                      <m:t> </m:t>
                    </m:r>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e>
                    </m:acc>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e>
                    </m:acc>
                  </m:oMath>
                </a14:m>
                <a:r>
                  <a:rPr lang="en-US" baseline="-25000" dirty="0"/>
                  <a:t> </a:t>
                </a:r>
                <a:r>
                  <a:rPr lang="en-US" dirty="0">
                    <a:sym typeface="Wingdings" panose="05000000000000000000" pitchFamily="2" charset="2"/>
                  </a:rPr>
                  <a:t>+</a:t>
                </a:r>
                <a:r>
                  <a:rPr lang="en-US" dirty="0"/>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sym typeface="Wingdings" panose="05000000000000000000" pitchFamily="2" charset="2"/>
                  </a:rPr>
                  <a:t>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acc>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1</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0</m:t>
                        </m:r>
                      </m:sub>
                    </m:sSub>
                  </m:oMath>
                </a14:m>
                <a:endParaRPr lang="en-US" baseline="-25000" dirty="0"/>
              </a:p>
              <a:p>
                <a:r>
                  <a:rPr lang="en-US" dirty="0">
                    <a:sym typeface="Wingdings" panose="05000000000000000000" pitchFamily="2" charset="2"/>
                  </a:rPr>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3</m:t>
                            </m:r>
                          </m:sub>
                        </m:sSub>
                      </m:e>
                    </m:acc>
                  </m:oMath>
                </a14:m>
                <a:r>
                  <a:rPr lang="en-US" dirty="0"/>
                  <a:t> </a:t>
                </a:r>
                <a14:m>
                  <m:oMath xmlns:m="http://schemas.openxmlformats.org/officeDocument/2006/math">
                    <m:acc>
                      <m:accPr>
                        <m:chr m:val="̅"/>
                        <m:ctrlPr>
                          <a:rPr lang="en-US" i="1" smtClean="0">
                            <a:latin typeface="Cambria Math" panose="02040503050406030204" pitchFamily="18" charset="0"/>
                          </a:rPr>
                        </m:ctrlPr>
                      </m:accPr>
                      <m:e>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e>
                    </m:acc>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1</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0</m:t>
                        </m:r>
                      </m:sub>
                    </m:sSub>
                  </m:oMath>
                </a14:m>
                <a:r>
                  <a:rPr lang="en-US" dirty="0">
                    <a:sym typeface="Wingdings" panose="05000000000000000000" pitchFamily="2" charset="2"/>
                  </a:rPr>
                  <a:t> + </a:t>
                </a:r>
                <a14:m>
                  <m:oMath xmlns:m="http://schemas.openxmlformats.org/officeDocument/2006/math">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3</m:t>
                            </m:r>
                          </m:sub>
                        </m:sSub>
                      </m:e>
                    </m:acc>
                  </m:oMath>
                </a14:m>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2</m:t>
                        </m:r>
                      </m:sub>
                    </m:sSub>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b="0" i="1" dirty="0" smtClean="0">
                            <a:latin typeface="Cambria Math" panose="02040503050406030204" pitchFamily="18" charset="0"/>
                          </a:rPr>
                          <m:t>1</m:t>
                        </m:r>
                      </m:sub>
                    </m:sSub>
                    <m:acc>
                      <m:accPr>
                        <m:chr m:val="̅"/>
                        <m:ctrlPr>
                          <a:rPr lang="en-US" i="1">
                            <a:latin typeface="Cambria Math" panose="02040503050406030204" pitchFamily="18" charset="0"/>
                          </a:rPr>
                        </m:ctrlPr>
                      </m:acc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0</m:t>
                            </m:r>
                          </m:sub>
                        </m:sSub>
                      </m:e>
                    </m:acc>
                  </m:oMath>
                </a14:m>
                <a:endParaRPr lang="en-US" dirty="0">
                  <a:sym typeface="Wingdings" panose="05000000000000000000" pitchFamily="2" charset="2"/>
                </a:endParaRPr>
              </a:p>
            </p:txBody>
          </p:sp>
        </mc:Choice>
        <mc:Fallback xmlns="">
          <p:sp>
            <p:nvSpPr>
              <p:cNvPr id="9" name="TextBox 8">
                <a:extLst>
                  <a:ext uri="{FF2B5EF4-FFF2-40B4-BE49-F238E27FC236}">
                    <a16:creationId xmlns:a16="http://schemas.microsoft.com/office/drawing/2014/main" id="{D4C696B7-F511-423A-8E69-0E87D3766911}"/>
                  </a:ext>
                </a:extLst>
              </p:cNvPr>
              <p:cNvSpPr txBox="1">
                <a:spLocks noRot="1" noChangeAspect="1" noMove="1" noResize="1" noEditPoints="1" noAdjustHandles="1" noChangeArrowheads="1" noChangeShapeType="1" noTextEdit="1"/>
              </p:cNvSpPr>
              <p:nvPr/>
            </p:nvSpPr>
            <p:spPr>
              <a:xfrm>
                <a:off x="5790885" y="2979635"/>
                <a:ext cx="2585131" cy="647485"/>
              </a:xfrm>
              <a:prstGeom prst="rect">
                <a:avLst/>
              </a:prstGeom>
              <a:blipFill>
                <a:blip r:embed="rId2"/>
                <a:stretch>
                  <a:fillRect l="-2123" t="-4717" b="-1509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A1F01B6A-0ED9-4D20-B08B-A4171D9D640B}"/>
              </a:ext>
            </a:extLst>
          </p:cNvPr>
          <p:cNvSpPr txBox="1"/>
          <p:nvPr/>
        </p:nvSpPr>
        <p:spPr>
          <a:xfrm>
            <a:off x="4867656" y="4076283"/>
            <a:ext cx="3048000" cy="369332"/>
          </a:xfrm>
          <a:prstGeom prst="rect">
            <a:avLst/>
          </a:prstGeom>
          <a:noFill/>
        </p:spPr>
        <p:txBody>
          <a:bodyPr wrap="square" rtlCol="0">
            <a:spAutoFit/>
          </a:bodyPr>
          <a:lstStyle/>
          <a:p>
            <a:r>
              <a:rPr lang="en-US" dirty="0">
                <a:solidFill>
                  <a:srgbClr val="00B0F0"/>
                </a:solidFill>
              </a:rPr>
              <a:t>AddrCtl</a:t>
            </a:r>
            <a:r>
              <a:rPr lang="en-US" baseline="-25000" dirty="0">
                <a:solidFill>
                  <a:srgbClr val="00B0F0"/>
                </a:solidFill>
              </a:rPr>
              <a:t>1</a:t>
            </a:r>
            <a:r>
              <a:rPr lang="en-US" dirty="0"/>
              <a:t> = ?</a:t>
            </a:r>
          </a:p>
        </p:txBody>
      </p:sp>
      <p:sp>
        <p:nvSpPr>
          <p:cNvPr id="11" name="Rectangle 4">
            <a:extLst>
              <a:ext uri="{FF2B5EF4-FFF2-40B4-BE49-F238E27FC236}">
                <a16:creationId xmlns:a16="http://schemas.microsoft.com/office/drawing/2014/main" id="{219B647A-ABBA-4F3E-815D-1D31A437816E}"/>
              </a:ext>
            </a:extLst>
          </p:cNvPr>
          <p:cNvSpPr>
            <a:spLocks noChangeArrowheads="1"/>
          </p:cNvSpPr>
          <p:nvPr/>
        </p:nvSpPr>
        <p:spPr bwMode="auto">
          <a:xfrm>
            <a:off x="3302000" y="2668600"/>
            <a:ext cx="127000" cy="3326816"/>
          </a:xfrm>
          <a:prstGeom prst="rect">
            <a:avLst/>
          </a:prstGeom>
          <a:solidFill>
            <a:schemeClr val="accent1">
              <a:alpha val="50195"/>
            </a:schemeClr>
          </a:solidFill>
          <a:ln w="9525" algn="ctr">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endParaRPr lang="en-US" altLang="en-US" sz="1600">
              <a:latin typeface="Arial" panose="020B0604020202020204" pitchFamily="34" charset="0"/>
            </a:endParaRPr>
          </a:p>
        </p:txBody>
      </p:sp>
      <p:cxnSp>
        <p:nvCxnSpPr>
          <p:cNvPr id="12" name="Straight Arrow Connector 11">
            <a:extLst>
              <a:ext uri="{FF2B5EF4-FFF2-40B4-BE49-F238E27FC236}">
                <a16:creationId xmlns:a16="http://schemas.microsoft.com/office/drawing/2014/main" id="{F29BCCFE-1305-4A17-A045-9E01620B3586}"/>
              </a:ext>
            </a:extLst>
          </p:cNvPr>
          <p:cNvCxnSpPr/>
          <p:nvPr/>
        </p:nvCxnSpPr>
        <p:spPr>
          <a:xfrm flipH="1">
            <a:off x="4024312" y="2802774"/>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D8B750E-2772-4619-914D-6AEDA8AF8EAD}"/>
              </a:ext>
            </a:extLst>
          </p:cNvPr>
          <p:cNvCxnSpPr/>
          <p:nvPr/>
        </p:nvCxnSpPr>
        <p:spPr>
          <a:xfrm flipH="1">
            <a:off x="4035425" y="3820305"/>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83EF4A-7854-4AC7-A2A1-683B0E00A4E7}"/>
              </a:ext>
            </a:extLst>
          </p:cNvPr>
          <p:cNvCxnSpPr/>
          <p:nvPr/>
        </p:nvCxnSpPr>
        <p:spPr>
          <a:xfrm flipH="1">
            <a:off x="4038600" y="4808913"/>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719A111-B9F7-4A3E-8EED-C764EFFCF7B9}"/>
              </a:ext>
            </a:extLst>
          </p:cNvPr>
          <p:cNvCxnSpPr/>
          <p:nvPr/>
        </p:nvCxnSpPr>
        <p:spPr>
          <a:xfrm flipH="1">
            <a:off x="4035425" y="3145707"/>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2363313-35D5-45DF-5175-57B57DDB4E60}"/>
                  </a:ext>
                </a:extLst>
              </p14:cNvPr>
              <p14:cNvContentPartPr/>
              <p14:nvPr/>
            </p14:nvContentPartPr>
            <p14:xfrm>
              <a:off x="3267000" y="194400"/>
              <a:ext cx="5659920" cy="6006600"/>
            </p14:xfrm>
          </p:contentPart>
        </mc:Choice>
        <mc:Fallback>
          <p:pic>
            <p:nvPicPr>
              <p:cNvPr id="3" name="Ink 2">
                <a:extLst>
                  <a:ext uri="{FF2B5EF4-FFF2-40B4-BE49-F238E27FC236}">
                    <a16:creationId xmlns:a16="http://schemas.microsoft.com/office/drawing/2014/main" id="{D2363313-35D5-45DF-5175-57B57DDB4E60}"/>
                  </a:ext>
                </a:extLst>
              </p:cNvPr>
              <p:cNvPicPr/>
              <p:nvPr/>
            </p:nvPicPr>
            <p:blipFill>
              <a:blip r:embed="rId4"/>
              <a:stretch>
                <a:fillRect/>
              </a:stretch>
            </p:blipFill>
            <p:spPr>
              <a:xfrm>
                <a:off x="3257640" y="185040"/>
                <a:ext cx="5678640" cy="6025320"/>
              </a:xfrm>
              <a:prstGeom prst="rect">
                <a:avLst/>
              </a:prstGeom>
            </p:spPr>
          </p:pic>
        </mc:Fallback>
      </mc:AlternateContent>
    </p:spTree>
    <p:extLst>
      <p:ext uri="{BB962C8B-B14F-4D97-AF65-F5344CB8AC3E}">
        <p14:creationId xmlns:p14="http://schemas.microsoft.com/office/powerpoint/2010/main" val="49912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C13FCD56-E42A-42C6-8706-300807B773A7}"/>
              </a:ext>
            </a:extLst>
          </p:cNvPr>
          <p:cNvSpPr txBox="1">
            <a:spLocks noGrp="1"/>
          </p:cNvSpPr>
          <p:nvPr/>
        </p:nvSpPr>
        <p:spPr bwMode="auto">
          <a:xfrm>
            <a:off x="6553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03413294-6772-4819-9705-42A3A349DF56}" type="slidenum">
              <a:rPr lang="en-US" altLang="en-US" sz="1200"/>
              <a:pPr algn="r" eaLnBrk="1" hangingPunct="1">
                <a:spcBef>
                  <a:spcPct val="0"/>
                </a:spcBef>
                <a:buFontTx/>
                <a:buNone/>
              </a:pPr>
              <a:t>36</a:t>
            </a:fld>
            <a:endParaRPr lang="en-US" altLang="en-US" sz="1200"/>
          </a:p>
        </p:txBody>
      </p:sp>
      <p:sp>
        <p:nvSpPr>
          <p:cNvPr id="32771" name="Footer Placeholder 7">
            <a:extLst>
              <a:ext uri="{FF2B5EF4-FFF2-40B4-BE49-F238E27FC236}">
                <a16:creationId xmlns:a16="http://schemas.microsoft.com/office/drawing/2014/main" id="{445BBF8E-B6AE-4422-9E1D-4807A0D84216}"/>
              </a:ext>
            </a:extLst>
          </p:cNvPr>
          <p:cNvSpPr txBox="1">
            <a:spLocks noGrp="1"/>
          </p:cNvSpPr>
          <p:nvPr/>
        </p:nvSpPr>
        <p:spPr bwMode="auto">
          <a:xfrm>
            <a:off x="0" y="6416675"/>
            <a:ext cx="91440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000">
                <a:latin typeface="Arial" panose="020B0604020202020204" pitchFamily="34" charset="0"/>
              </a:rPr>
              <a:t>Copyright © 2014 Elsevier Inc. All rights reserved.</a:t>
            </a:r>
          </a:p>
        </p:txBody>
      </p:sp>
      <p:sp>
        <p:nvSpPr>
          <p:cNvPr id="32772" name="TextBox 3">
            <a:extLst>
              <a:ext uri="{FF2B5EF4-FFF2-40B4-BE49-F238E27FC236}">
                <a16:creationId xmlns:a16="http://schemas.microsoft.com/office/drawing/2014/main" id="{8F45E8F3-CA73-43CC-BE70-C329583E7B85}"/>
              </a:ext>
            </a:extLst>
          </p:cNvPr>
          <p:cNvSpPr txBox="1">
            <a:spLocks noChangeArrowheads="1"/>
          </p:cNvSpPr>
          <p:nvPr/>
        </p:nvSpPr>
        <p:spPr bwMode="auto">
          <a:xfrm>
            <a:off x="685800" y="5486400"/>
            <a:ext cx="7772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solidFill>
                  <a:srgbClr val="000000"/>
                </a:solidFill>
                <a:latin typeface="Arial" panose="020B0604020202020204" pitchFamily="34" charset="0"/>
                <a:ea typeface="Calibri" panose="020F0502020204030204" pitchFamily="34" charset="0"/>
                <a:cs typeface="ITCFranklinGothicStd-Hvy"/>
              </a:rPr>
              <a:t>FIGURE D.4.4</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r>
              <a:rPr lang="en-US" altLang="en-US" sz="1200">
                <a:solidFill>
                  <a:srgbClr val="000000"/>
                </a:solidFill>
                <a:latin typeface="Arial" panose="020B0604020202020204" pitchFamily="34" charset="0"/>
                <a:ea typeface="Calibri" panose="020F0502020204030204" pitchFamily="34" charset="0"/>
                <a:cs typeface="ITCFranklinGothicStd-Hvy"/>
              </a:rPr>
              <a:t>The values of the address-control lines are set in the control word that corresponds to each state.</a:t>
            </a:r>
            <a:r>
              <a:rPr lang="en-US" altLang="en-US" sz="1200">
                <a:solidFill>
                  <a:srgbClr val="000000"/>
                </a:solidFill>
                <a:latin typeface="Arial" panose="020B0604020202020204" pitchFamily="34" charset="0"/>
                <a:ea typeface="Calibri" panose="020F0502020204030204" pitchFamily="34" charset="0"/>
                <a:cs typeface="MinionPro-Regular" pitchFamily="18" charset="0"/>
              </a:rPr>
              <a:t> </a:t>
            </a:r>
          </a:p>
        </p:txBody>
      </p:sp>
      <p:pic>
        <p:nvPicPr>
          <p:cNvPr id="32773" name="Picture 6" descr="19">
            <a:extLst>
              <a:ext uri="{FF2B5EF4-FFF2-40B4-BE49-F238E27FC236}">
                <a16:creationId xmlns:a16="http://schemas.microsoft.com/office/drawing/2014/main" id="{D285C133-CE6E-4D32-AC23-E2E4C699EEA2}"/>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1362075" y="1668463"/>
            <a:ext cx="6419850" cy="2454275"/>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3908</TotalTime>
  <Words>2466</Words>
  <Application>Microsoft Office PowerPoint</Application>
  <PresentationFormat>On-screen Show (4:3)</PresentationFormat>
  <Paragraphs>475</Paragraphs>
  <Slides>36</Slides>
  <Notes>9</Notes>
  <HiddenSlides>1</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PowerPoint Presentation</vt:lpstr>
      <vt:lpstr>PowerPoint Presentation</vt:lpstr>
      <vt:lpstr>Multiclock Cycle Design</vt:lpstr>
      <vt:lpstr>Multiclock Cycle Datapath</vt:lpstr>
      <vt:lpstr>PowerPoint Presentation</vt:lpstr>
      <vt:lpstr>Finite State Machines</vt:lpstr>
      <vt:lpstr>Finite State Machines</vt:lpstr>
      <vt:lpstr>Finite State Machines</vt:lpstr>
      <vt:lpstr>PowerPoint Presentation</vt:lpstr>
      <vt:lpstr>Finite State Machines</vt:lpstr>
      <vt:lpstr>Multiclock Cycle Datapath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Neeraj Kumar Singh</cp:lastModifiedBy>
  <cp:revision>259</cp:revision>
  <dcterms:created xsi:type="dcterms:W3CDTF">2012-11-02T05:47:50Z</dcterms:created>
  <dcterms:modified xsi:type="dcterms:W3CDTF">2025-10-06T23:32:59Z</dcterms:modified>
</cp:coreProperties>
</file>