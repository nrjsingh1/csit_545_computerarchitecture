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comments/modernComment_1A9_0.xml" ContentType="application/vnd.ms-powerpoint.comments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</p:sldMasterIdLst>
  <p:notesMasterIdLst>
    <p:notesMasterId r:id="rId191"/>
  </p:notesMasterIdLst>
  <p:handoutMasterIdLst>
    <p:handoutMasterId r:id="rId192"/>
  </p:handoutMasterIdLst>
  <p:sldIdLst>
    <p:sldId id="270" r:id="rId2"/>
    <p:sldId id="393" r:id="rId3"/>
    <p:sldId id="272" r:id="rId4"/>
    <p:sldId id="429" r:id="rId5"/>
    <p:sldId id="389" r:id="rId6"/>
    <p:sldId id="390" r:id="rId7"/>
    <p:sldId id="454" r:id="rId8"/>
    <p:sldId id="273" r:id="rId9"/>
    <p:sldId id="503" r:id="rId10"/>
    <p:sldId id="455" r:id="rId11"/>
    <p:sldId id="504" r:id="rId12"/>
    <p:sldId id="453" r:id="rId13"/>
    <p:sldId id="505" r:id="rId14"/>
    <p:sldId id="509" r:id="rId15"/>
    <p:sldId id="510" r:id="rId16"/>
    <p:sldId id="511" r:id="rId17"/>
    <p:sldId id="274" r:id="rId18"/>
    <p:sldId id="271" r:id="rId19"/>
    <p:sldId id="456" r:id="rId20"/>
    <p:sldId id="358" r:id="rId21"/>
    <p:sldId id="368" r:id="rId22"/>
    <p:sldId id="414" r:id="rId23"/>
    <p:sldId id="359" r:id="rId24"/>
    <p:sldId id="370" r:id="rId25"/>
    <p:sldId id="457" r:id="rId26"/>
    <p:sldId id="458" r:id="rId27"/>
    <p:sldId id="366" r:id="rId28"/>
    <p:sldId id="367" r:id="rId29"/>
    <p:sldId id="362" r:id="rId30"/>
    <p:sldId id="459" r:id="rId31"/>
    <p:sldId id="363" r:id="rId32"/>
    <p:sldId id="460" r:id="rId33"/>
    <p:sldId id="364" r:id="rId34"/>
    <p:sldId id="365" r:id="rId35"/>
    <p:sldId id="516" r:id="rId36"/>
    <p:sldId id="476" r:id="rId37"/>
    <p:sldId id="426" r:id="rId38"/>
    <p:sldId id="275" r:id="rId39"/>
    <p:sldId id="276" r:id="rId40"/>
    <p:sldId id="277" r:id="rId41"/>
    <p:sldId id="512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441" r:id="rId50"/>
    <p:sldId id="285" r:id="rId51"/>
    <p:sldId id="434" r:id="rId52"/>
    <p:sldId id="486" r:id="rId53"/>
    <p:sldId id="433" r:id="rId54"/>
    <p:sldId id="286" r:id="rId55"/>
    <p:sldId id="446" r:id="rId56"/>
    <p:sldId id="432" r:id="rId57"/>
    <p:sldId id="494" r:id="rId58"/>
    <p:sldId id="287" r:id="rId59"/>
    <p:sldId id="492" r:id="rId60"/>
    <p:sldId id="288" r:id="rId61"/>
    <p:sldId id="463" r:id="rId62"/>
    <p:sldId id="462" r:id="rId63"/>
    <p:sldId id="464" r:id="rId64"/>
    <p:sldId id="391" r:id="rId65"/>
    <p:sldId id="289" r:id="rId66"/>
    <p:sldId id="522" r:id="rId67"/>
    <p:sldId id="517" r:id="rId68"/>
    <p:sldId id="290" r:id="rId69"/>
    <p:sldId id="523" r:id="rId70"/>
    <p:sldId id="521" r:id="rId71"/>
    <p:sldId id="334" r:id="rId72"/>
    <p:sldId id="514" r:id="rId73"/>
    <p:sldId id="335" r:id="rId74"/>
    <p:sldId id="520" r:id="rId75"/>
    <p:sldId id="415" r:id="rId76"/>
    <p:sldId id="336" r:id="rId77"/>
    <p:sldId id="489" r:id="rId78"/>
    <p:sldId id="477" r:id="rId79"/>
    <p:sldId id="487" r:id="rId80"/>
    <p:sldId id="299" r:id="rId81"/>
    <p:sldId id="436" r:id="rId82"/>
    <p:sldId id="392" r:id="rId83"/>
    <p:sldId id="300" r:id="rId84"/>
    <p:sldId id="301" r:id="rId85"/>
    <p:sldId id="302" r:id="rId86"/>
    <p:sldId id="488" r:id="rId87"/>
    <p:sldId id="303" r:id="rId88"/>
    <p:sldId id="304" r:id="rId89"/>
    <p:sldId id="305" r:id="rId90"/>
    <p:sldId id="479" r:id="rId91"/>
    <p:sldId id="306" r:id="rId92"/>
    <p:sldId id="437" r:id="rId93"/>
    <p:sldId id="307" r:id="rId94"/>
    <p:sldId id="490" r:id="rId95"/>
    <p:sldId id="308" r:id="rId96"/>
    <p:sldId id="309" r:id="rId97"/>
    <p:sldId id="448" r:id="rId98"/>
    <p:sldId id="310" r:id="rId99"/>
    <p:sldId id="311" r:id="rId100"/>
    <p:sldId id="312" r:id="rId101"/>
    <p:sldId id="371" r:id="rId102"/>
    <p:sldId id="372" r:id="rId103"/>
    <p:sldId id="373" r:id="rId104"/>
    <p:sldId id="374" r:id="rId105"/>
    <p:sldId id="376" r:id="rId106"/>
    <p:sldId id="377" r:id="rId107"/>
    <p:sldId id="515" r:id="rId108"/>
    <p:sldId id="506" r:id="rId109"/>
    <p:sldId id="378" r:id="rId110"/>
    <p:sldId id="497" r:id="rId111"/>
    <p:sldId id="438" r:id="rId112"/>
    <p:sldId id="418" r:id="rId113"/>
    <p:sldId id="439" r:id="rId114"/>
    <p:sldId id="379" r:id="rId115"/>
    <p:sldId id="498" r:id="rId116"/>
    <p:sldId id="419" r:id="rId117"/>
    <p:sldId id="501" r:id="rId118"/>
    <p:sldId id="380" r:id="rId119"/>
    <p:sldId id="420" r:id="rId120"/>
    <p:sldId id="421" r:id="rId121"/>
    <p:sldId id="466" r:id="rId122"/>
    <p:sldId id="499" r:id="rId123"/>
    <p:sldId id="384" r:id="rId124"/>
    <p:sldId id="385" r:id="rId125"/>
    <p:sldId id="386" r:id="rId126"/>
    <p:sldId id="387" r:id="rId127"/>
    <p:sldId id="491" r:id="rId128"/>
    <p:sldId id="313" r:id="rId129"/>
    <p:sldId id="482" r:id="rId130"/>
    <p:sldId id="404" r:id="rId131"/>
    <p:sldId id="314" r:id="rId132"/>
    <p:sldId id="315" r:id="rId133"/>
    <p:sldId id="316" r:id="rId134"/>
    <p:sldId id="440" r:id="rId135"/>
    <p:sldId id="406" r:id="rId136"/>
    <p:sldId id="405" r:id="rId137"/>
    <p:sldId id="318" r:id="rId138"/>
    <p:sldId id="317" r:id="rId139"/>
    <p:sldId id="319" r:id="rId140"/>
    <p:sldId id="407" r:id="rId141"/>
    <p:sldId id="320" r:id="rId142"/>
    <p:sldId id="408" r:id="rId143"/>
    <p:sldId id="413" r:id="rId144"/>
    <p:sldId id="321" r:id="rId145"/>
    <p:sldId id="322" r:id="rId146"/>
    <p:sldId id="450" r:id="rId147"/>
    <p:sldId id="337" r:id="rId148"/>
    <p:sldId id="338" r:id="rId149"/>
    <p:sldId id="323" r:id="rId150"/>
    <p:sldId id="324" r:id="rId151"/>
    <p:sldId id="451" r:id="rId152"/>
    <p:sldId id="325" r:id="rId153"/>
    <p:sldId id="442" r:id="rId154"/>
    <p:sldId id="507" r:id="rId155"/>
    <p:sldId id="425" r:id="rId156"/>
    <p:sldId id="508" r:id="rId157"/>
    <p:sldId id="326" r:id="rId158"/>
    <p:sldId id="424" r:id="rId159"/>
    <p:sldId id="327" r:id="rId160"/>
    <p:sldId id="328" r:id="rId161"/>
    <p:sldId id="329" r:id="rId162"/>
    <p:sldId id="330" r:id="rId163"/>
    <p:sldId id="467" r:id="rId164"/>
    <p:sldId id="468" r:id="rId165"/>
    <p:sldId id="331" r:id="rId166"/>
    <p:sldId id="340" r:id="rId167"/>
    <p:sldId id="346" r:id="rId168"/>
    <p:sldId id="347" r:id="rId169"/>
    <p:sldId id="483" r:id="rId170"/>
    <p:sldId id="348" r:id="rId171"/>
    <p:sldId id="452" r:id="rId172"/>
    <p:sldId id="341" r:id="rId173"/>
    <p:sldId id="469" r:id="rId174"/>
    <p:sldId id="470" r:id="rId175"/>
    <p:sldId id="471" r:id="rId176"/>
    <p:sldId id="472" r:id="rId177"/>
    <p:sldId id="443" r:id="rId178"/>
    <p:sldId id="349" r:id="rId179"/>
    <p:sldId id="350" r:id="rId180"/>
    <p:sldId id="351" r:id="rId181"/>
    <p:sldId id="352" r:id="rId182"/>
    <p:sldId id="339" r:id="rId183"/>
    <p:sldId id="353" r:id="rId184"/>
    <p:sldId id="355" r:id="rId185"/>
    <p:sldId id="388" r:id="rId186"/>
    <p:sldId id="342" r:id="rId187"/>
    <p:sldId id="356" r:id="rId188"/>
    <p:sldId id="357" r:id="rId189"/>
    <p:sldId id="333" r:id="rId190"/>
  </p:sldIdLst>
  <p:sldSz cx="9144000" cy="6858000" type="screen4x3"/>
  <p:notesSz cx="7099300" cy="10234613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8EC766-A41E-D1CD-D49A-DF261CE0978B}" name="Neeraj Kumar Singh" initials="NKS" userId="S::singhn23@montclair.edu::824440ef-3f47-4f77-ac64-af21219e865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438693"/>
    <a:srgbClr val="9FCAD3"/>
    <a:srgbClr val="009900"/>
    <a:srgbClr val="C8CAE3"/>
    <a:srgbClr val="0039A6"/>
    <a:srgbClr val="FF0000"/>
    <a:srgbClr val="E60000"/>
    <a:srgbClr val="CCFFFF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61" autoAdjust="0"/>
    <p:restoredTop sz="94602" autoAdjust="0"/>
  </p:normalViewPr>
  <p:slideViewPr>
    <p:cSldViewPr snapToObjects="1">
      <p:cViewPr varScale="1">
        <p:scale>
          <a:sx n="103" d="100"/>
          <a:sy n="103" d="100"/>
        </p:scale>
        <p:origin x="176" y="7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32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handoutMaster" Target="handoutMasters/handout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presProps" Target="pres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theme" Target="theme/theme1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tableStyles" Target="tableStyle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microsoft.com/office/2018/10/relationships/authors" Target="author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/Relationships>
</file>

<file path=ppt/comments/modernComment_1A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87022E6-5708-A64E-8BAB-4ED03C1C62CA}" authorId="{6C8EC766-A41E-D1CD-D49A-DF261CE0978B}" created="2025-12-01T22:28:31.841">
    <pc:sldMkLst xmlns:pc="http://schemas.microsoft.com/office/powerpoint/2013/main/command">
      <pc:docMk/>
      <pc:sldMk cId="0" sldId="425"/>
    </pc:sldMkLst>
    <p188:txBody>
      <a:bodyPr/>
      <a:lstStyle/>
      <a:p>
        <a:r>
          <a:rPr lang="en-US"/>
          <a:t>fully associative mapping
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473F021-2DA8-4842-9063-45F4562E1F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F81A580-F72B-443A-B8C0-F57516044D3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3F34DDBF-FFD9-4D4C-A495-80E9DAC6E64D}" type="datetime3">
              <a:rPr lang="en-AU" altLang="en-US"/>
              <a:pPr>
                <a:defRPr/>
              </a:pPr>
              <a:t>1 December, 2025</a:t>
            </a:fld>
            <a:endParaRPr lang="en-AU" alt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188C8075-B8DE-423D-84EB-1A63C7AA204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7FB39920-6A74-4493-B174-AE567A31813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F0805F3-6113-4C80-A800-0DFC8DD1E085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0EB1A9E-CF8D-4BFC-B4EA-2285CEDC9E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5410611-BE0F-419B-BC64-4A462C98B52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5017983E-B81D-4D74-BFBD-BE4398B825A9}" type="datetime3">
              <a:rPr lang="en-AU" altLang="en-US"/>
              <a:pPr>
                <a:defRPr/>
              </a:pPr>
              <a:t>1 December, 2025</a:t>
            </a:fld>
            <a:endParaRPr lang="en-AU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7409D19-4FF3-4885-89E8-87F66569040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75EB075F-B6C5-4E40-A6EB-CFB66ADCAFE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2E6ED35-1BB7-426F-A70D-E3079F5C0B9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26591FE5-A6A9-448E-8D48-91FF67EA6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D3C9544-7E09-48C8-BC8D-68BFBF6C15A3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5753E7-059A-459B-BFBE-08146752A58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0C43556-175F-4467-B251-953C8717709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D88E4E-CB72-43A7-BB15-340438B58AE0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148" name="Rectangle 6">
            <a:extLst>
              <a:ext uri="{FF2B5EF4-FFF2-40B4-BE49-F238E27FC236}">
                <a16:creationId xmlns:a16="http://schemas.microsoft.com/office/drawing/2014/main" id="{A520FE55-2F26-48A6-833C-C61F5F6C0A5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149" name="Rectangle 7">
            <a:extLst>
              <a:ext uri="{FF2B5EF4-FFF2-40B4-BE49-F238E27FC236}">
                <a16:creationId xmlns:a16="http://schemas.microsoft.com/office/drawing/2014/main" id="{9733987D-6D2C-4026-93BD-0ED0C77B06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5826B4-D36B-4796-A2E6-5B2BC729CF6F}" type="slidenum">
              <a:rPr lang="en-AU" altLang="en-US" smtClean="0">
                <a:latin typeface="Times New Roman" panose="02020603050405020304" pitchFamily="18" charset="0"/>
              </a:rPr>
              <a:pPr/>
              <a:t>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150" name="Rectangle 2">
            <a:extLst>
              <a:ext uri="{FF2B5EF4-FFF2-40B4-BE49-F238E27FC236}">
                <a16:creationId xmlns:a16="http://schemas.microsoft.com/office/drawing/2014/main" id="{AB1B89D0-1972-414E-9DC1-1DA4C82540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1" name="Rectangle 3">
            <a:extLst>
              <a:ext uri="{FF2B5EF4-FFF2-40B4-BE49-F238E27FC236}">
                <a16:creationId xmlns:a16="http://schemas.microsoft.com/office/drawing/2014/main" id="{93ED4829-082B-4F1F-9CEF-C85B0414E7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8314194-95DA-4491-9E23-5BE55E9DCF1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AD05578-A08D-436A-8E04-ECB940A83C4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81B271-73BC-4D83-9B19-39B0278DFE88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220" name="Rectangle 6">
            <a:extLst>
              <a:ext uri="{FF2B5EF4-FFF2-40B4-BE49-F238E27FC236}">
                <a16:creationId xmlns:a16="http://schemas.microsoft.com/office/drawing/2014/main" id="{AF641F25-5E4F-4C8D-91A0-0597E196EC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221" name="Rectangle 7">
            <a:extLst>
              <a:ext uri="{FF2B5EF4-FFF2-40B4-BE49-F238E27FC236}">
                <a16:creationId xmlns:a16="http://schemas.microsoft.com/office/drawing/2014/main" id="{712D09FB-258E-47F2-8E95-7020A44EF7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7C112D-4B1A-45F5-AA02-63CFA6A5DAA0}" type="slidenum">
              <a:rPr lang="en-AU" altLang="en-US" smtClean="0">
                <a:latin typeface="Times New Roman" panose="02020603050405020304" pitchFamily="18" charset="0"/>
              </a:rPr>
              <a:pPr/>
              <a:t>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222" name="Rectangle 2">
            <a:extLst>
              <a:ext uri="{FF2B5EF4-FFF2-40B4-BE49-F238E27FC236}">
                <a16:creationId xmlns:a16="http://schemas.microsoft.com/office/drawing/2014/main" id="{93BABE47-3DD0-49FE-B493-4A00B4E697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3" name="Rectangle 3">
            <a:extLst>
              <a:ext uri="{FF2B5EF4-FFF2-40B4-BE49-F238E27FC236}">
                <a16:creationId xmlns:a16="http://schemas.microsoft.com/office/drawing/2014/main" id="{E5A76EB1-7D59-470F-814F-CA99FB3F1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EC8B7A6-3608-4137-933C-180808E2C9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5B6C482-3226-4DF4-8E0D-CD1456ABF29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379936-F9C7-4309-9B96-13B52AC136E9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8" name="Rectangle 6">
            <a:extLst>
              <a:ext uri="{FF2B5EF4-FFF2-40B4-BE49-F238E27FC236}">
                <a16:creationId xmlns:a16="http://schemas.microsoft.com/office/drawing/2014/main" id="{65461B62-A280-4433-A8F1-BCC1FA1A7F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269" name="Rectangle 7">
            <a:extLst>
              <a:ext uri="{FF2B5EF4-FFF2-40B4-BE49-F238E27FC236}">
                <a16:creationId xmlns:a16="http://schemas.microsoft.com/office/drawing/2014/main" id="{0C2D7E9D-16B2-49F5-9482-685C713B65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057B24-5AF3-4C5D-B16D-49B965F62151}" type="slidenum">
              <a:rPr lang="en-AU" altLang="en-US" smtClean="0">
                <a:latin typeface="Times New Roman" panose="02020603050405020304" pitchFamily="18" charset="0"/>
              </a:rPr>
              <a:pPr/>
              <a:t>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70" name="Rectangle 2">
            <a:extLst>
              <a:ext uri="{FF2B5EF4-FFF2-40B4-BE49-F238E27FC236}">
                <a16:creationId xmlns:a16="http://schemas.microsoft.com/office/drawing/2014/main" id="{A39A3698-84F9-48A8-87B8-A5466A5069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71" name="Rectangle 3">
            <a:extLst>
              <a:ext uri="{FF2B5EF4-FFF2-40B4-BE49-F238E27FC236}">
                <a16:creationId xmlns:a16="http://schemas.microsoft.com/office/drawing/2014/main" id="{67C84CE7-FE1C-4238-A1D3-8BEF47CBC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BE25AAF-FCE1-4A46-9212-50E0DA85286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75CB839-988D-41B7-8AFF-83A74FCFD91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AB370B-6F8E-4627-9A45-38B8A34B3CD8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316" name="Rectangle 6">
            <a:extLst>
              <a:ext uri="{FF2B5EF4-FFF2-40B4-BE49-F238E27FC236}">
                <a16:creationId xmlns:a16="http://schemas.microsoft.com/office/drawing/2014/main" id="{6E4A5ABA-D7A9-4172-9AAD-CD079F1394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317" name="Rectangle 7">
            <a:extLst>
              <a:ext uri="{FF2B5EF4-FFF2-40B4-BE49-F238E27FC236}">
                <a16:creationId xmlns:a16="http://schemas.microsoft.com/office/drawing/2014/main" id="{B75F6CCB-DEB2-4445-836C-15A7D31C3B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4C4A67-40B5-4D98-92C4-8932D0FEA887}" type="slidenum">
              <a:rPr lang="en-AU" altLang="en-US" smtClean="0">
                <a:latin typeface="Times New Roman" panose="02020603050405020304" pitchFamily="18" charset="0"/>
              </a:rPr>
              <a:pPr/>
              <a:t>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318" name="Rectangle 2">
            <a:extLst>
              <a:ext uri="{FF2B5EF4-FFF2-40B4-BE49-F238E27FC236}">
                <a16:creationId xmlns:a16="http://schemas.microsoft.com/office/drawing/2014/main" id="{2D985614-CA1F-4F37-A77D-2707A2DD0B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9" name="Rectangle 3">
            <a:extLst>
              <a:ext uri="{FF2B5EF4-FFF2-40B4-BE49-F238E27FC236}">
                <a16:creationId xmlns:a16="http://schemas.microsoft.com/office/drawing/2014/main" id="{FD844DDA-B877-4D7E-B080-89DCB154C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3D5B8AA-7B71-47F8-8E86-BA351E3F15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80C214F-188D-4759-8E88-13075DDA1E9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B6226B-9E75-4A5E-B446-13A3489B528A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364" name="Rectangle 6">
            <a:extLst>
              <a:ext uri="{FF2B5EF4-FFF2-40B4-BE49-F238E27FC236}">
                <a16:creationId xmlns:a16="http://schemas.microsoft.com/office/drawing/2014/main" id="{25618423-0F1B-4D5A-B574-901698A5899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5365" name="Rectangle 7">
            <a:extLst>
              <a:ext uri="{FF2B5EF4-FFF2-40B4-BE49-F238E27FC236}">
                <a16:creationId xmlns:a16="http://schemas.microsoft.com/office/drawing/2014/main" id="{983C28AF-778B-433E-9A65-EA30E974A2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AA65BF-10A1-42C6-8A96-C9F0CA7FE988}" type="slidenum">
              <a:rPr lang="en-AU" altLang="en-US" smtClean="0">
                <a:latin typeface="Times New Roman" panose="02020603050405020304" pitchFamily="18" charset="0"/>
              </a:rPr>
              <a:pPr/>
              <a:t>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366" name="Rectangle 2">
            <a:extLst>
              <a:ext uri="{FF2B5EF4-FFF2-40B4-BE49-F238E27FC236}">
                <a16:creationId xmlns:a16="http://schemas.microsoft.com/office/drawing/2014/main" id="{B5366B3D-6C6A-4825-ADFE-CEEBA115F7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7" name="Rectangle 3">
            <a:extLst>
              <a:ext uri="{FF2B5EF4-FFF2-40B4-BE49-F238E27FC236}">
                <a16:creationId xmlns:a16="http://schemas.microsoft.com/office/drawing/2014/main" id="{9C414CBD-520A-4939-9A71-2896B1FB0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25D64A5-F59C-4965-999F-DE933D28DEA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54089D0-348D-4A33-8ED1-21BC5B2418B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91FCF4-AAA2-4DE1-AA6D-5E66D44950A6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7412" name="Rectangle 6">
            <a:extLst>
              <a:ext uri="{FF2B5EF4-FFF2-40B4-BE49-F238E27FC236}">
                <a16:creationId xmlns:a16="http://schemas.microsoft.com/office/drawing/2014/main" id="{C9ED8661-6755-42F3-B5C9-699465AB2DF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7413" name="Rectangle 7">
            <a:extLst>
              <a:ext uri="{FF2B5EF4-FFF2-40B4-BE49-F238E27FC236}">
                <a16:creationId xmlns:a16="http://schemas.microsoft.com/office/drawing/2014/main" id="{5EE5E291-46A4-4782-8EE8-A42408873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043A68-D205-490F-B76E-846E5B768B5B}" type="slidenum">
              <a:rPr lang="en-AU" altLang="en-US" smtClean="0">
                <a:latin typeface="Times New Roman" panose="02020603050405020304" pitchFamily="18" charset="0"/>
              </a:rPr>
              <a:pPr/>
              <a:t>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7414" name="Rectangle 2">
            <a:extLst>
              <a:ext uri="{FF2B5EF4-FFF2-40B4-BE49-F238E27FC236}">
                <a16:creationId xmlns:a16="http://schemas.microsoft.com/office/drawing/2014/main" id="{09F79E8F-FB8D-4401-A5B6-DAE33F65C4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5" name="Rectangle 3">
            <a:extLst>
              <a:ext uri="{FF2B5EF4-FFF2-40B4-BE49-F238E27FC236}">
                <a16:creationId xmlns:a16="http://schemas.microsoft.com/office/drawing/2014/main" id="{D6D33E71-A8E2-493B-881A-9A75643D18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D2E921B-50C0-43E1-B6CC-D3BC659C33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7C22E3F-4306-4429-8B92-C1A4F88AFFF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DFDF75-25B1-4A47-8416-9588CE7A8134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id="{8AED1211-05B3-470E-B665-CE9ADBEDDE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EE20F7F8-8EB4-4928-9325-05A594B44C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C8C13A-D2E1-4068-8505-11055C946179}" type="slidenum">
              <a:rPr lang="en-AU" altLang="en-US" smtClean="0">
                <a:latin typeface="Times New Roman" panose="02020603050405020304" pitchFamily="18" charset="0"/>
              </a:rPr>
              <a:pPr/>
              <a:t>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E11A8681-D984-45B5-920D-B6B0D35B2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54EC2AB0-B347-4CEC-8B1D-ACC946D98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D2E921B-50C0-43E1-B6CC-D3BC659C33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7C22E3F-4306-4429-8B92-C1A4F88AFFF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DFDF75-25B1-4A47-8416-9588CE7A8134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id="{8AED1211-05B3-470E-B665-CE9ADBEDDE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EE20F7F8-8EB4-4928-9325-05A594B44C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C8C13A-D2E1-4068-8505-11055C946179}" type="slidenum">
              <a:rPr lang="en-AU" altLang="en-US" smtClean="0">
                <a:latin typeface="Times New Roman" panose="02020603050405020304" pitchFamily="18" charset="0"/>
              </a:rPr>
              <a:pPr/>
              <a:t>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E11A8681-D984-45B5-920D-B6B0D35B2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54EC2AB0-B347-4CEC-8B1D-ACC946D98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311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039242B-E697-40E9-8434-89C1EA7852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033A382-2316-417B-A2B3-C62F22E66A7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F606B3-B421-4D7F-BBA8-9CD3C066830B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508" name="Rectangle 6">
            <a:extLst>
              <a:ext uri="{FF2B5EF4-FFF2-40B4-BE49-F238E27FC236}">
                <a16:creationId xmlns:a16="http://schemas.microsoft.com/office/drawing/2014/main" id="{F13E19F0-29B8-4594-AC86-8D031321E1D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1509" name="Rectangle 7">
            <a:extLst>
              <a:ext uri="{FF2B5EF4-FFF2-40B4-BE49-F238E27FC236}">
                <a16:creationId xmlns:a16="http://schemas.microsoft.com/office/drawing/2014/main" id="{996FD592-8B73-48DD-A5C0-872D701F37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B40D1F-7132-4AF5-AE13-62381FA5905D}" type="slidenum">
              <a:rPr lang="en-AU" altLang="en-US" smtClean="0">
                <a:latin typeface="Times New Roman" panose="02020603050405020304" pitchFamily="18" charset="0"/>
              </a:rPr>
              <a:pPr/>
              <a:t>10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510" name="Rectangle 2">
            <a:extLst>
              <a:ext uri="{FF2B5EF4-FFF2-40B4-BE49-F238E27FC236}">
                <a16:creationId xmlns:a16="http://schemas.microsoft.com/office/drawing/2014/main" id="{6CE42C14-7BDB-4B5A-98C9-C24775269C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11" name="Rectangle 3">
            <a:extLst>
              <a:ext uri="{FF2B5EF4-FFF2-40B4-BE49-F238E27FC236}">
                <a16:creationId xmlns:a16="http://schemas.microsoft.com/office/drawing/2014/main" id="{191C19A8-82EF-4E56-B940-75C6437C0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D2E921B-50C0-43E1-B6CC-D3BC659C33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7C22E3F-4306-4429-8B92-C1A4F88AFFF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DFDF75-25B1-4A47-8416-9588CE7A8134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id="{8AED1211-05B3-470E-B665-CE9ADBEDDE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EE20F7F8-8EB4-4928-9325-05A594B44C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C8C13A-D2E1-4068-8505-11055C946179}" type="slidenum">
              <a:rPr lang="en-AU" altLang="en-US" smtClean="0">
                <a:latin typeface="Times New Roman" panose="02020603050405020304" pitchFamily="18" charset="0"/>
              </a:rPr>
              <a:pPr/>
              <a:t>11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E11A8681-D984-45B5-920D-B6B0D35B2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54EC2AB0-B347-4CEC-8B1D-ACC946D98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96855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BEF67F1-4334-4916-B398-B1CB174DA08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B4A0715-8FE3-4AB2-9EFF-479C91715CD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01477F-81D1-4B9E-A93A-55E7A5B27F60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556" name="Rectangle 6">
            <a:extLst>
              <a:ext uri="{FF2B5EF4-FFF2-40B4-BE49-F238E27FC236}">
                <a16:creationId xmlns:a16="http://schemas.microsoft.com/office/drawing/2014/main" id="{88158120-7C19-47DF-9DDA-CE7185DD47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557" name="Rectangle 7">
            <a:extLst>
              <a:ext uri="{FF2B5EF4-FFF2-40B4-BE49-F238E27FC236}">
                <a16:creationId xmlns:a16="http://schemas.microsoft.com/office/drawing/2014/main" id="{FA8A265C-9309-42CC-AF43-6E682C5844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DD40F1-53EA-43AB-8435-1D73BF0EE3DA}" type="slidenum">
              <a:rPr lang="en-AU" altLang="en-US" smtClean="0">
                <a:latin typeface="Times New Roman" panose="02020603050405020304" pitchFamily="18" charset="0"/>
              </a:rPr>
              <a:pPr/>
              <a:t>12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558" name="Rectangle 2">
            <a:extLst>
              <a:ext uri="{FF2B5EF4-FFF2-40B4-BE49-F238E27FC236}">
                <a16:creationId xmlns:a16="http://schemas.microsoft.com/office/drawing/2014/main" id="{694C7D8E-AFD1-4381-A2F5-007CDC1B02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9" name="Rectangle 3">
            <a:extLst>
              <a:ext uri="{FF2B5EF4-FFF2-40B4-BE49-F238E27FC236}">
                <a16:creationId xmlns:a16="http://schemas.microsoft.com/office/drawing/2014/main" id="{861B7E2B-A8DC-40B1-BC79-20C05598AF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D2E921B-50C0-43E1-B6CC-D3BC659C33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7C22E3F-4306-4429-8B92-C1A4F88AFFF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DFDF75-25B1-4A47-8416-9588CE7A8134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id="{8AED1211-05B3-470E-B665-CE9ADBEDDE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EE20F7F8-8EB4-4928-9325-05A594B44C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C8C13A-D2E1-4068-8505-11055C946179}" type="slidenum">
              <a:rPr lang="en-AU" altLang="en-US" smtClean="0">
                <a:latin typeface="Times New Roman" panose="02020603050405020304" pitchFamily="18" charset="0"/>
              </a:rPr>
              <a:pPr/>
              <a:t>13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E11A8681-D984-45B5-920D-B6B0D35B2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54EC2AB0-B347-4CEC-8B1D-ACC946D98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8043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D2E921B-50C0-43E1-B6CC-D3BC659C33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7C22E3F-4306-4429-8B92-C1A4F88AFFF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DFDF75-25B1-4A47-8416-9588CE7A8134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id="{8AED1211-05B3-470E-B665-CE9ADBEDDE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EE20F7F8-8EB4-4928-9325-05A594B44C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C8C13A-D2E1-4068-8505-11055C946179}" type="slidenum">
              <a:rPr lang="en-AU" altLang="en-US" smtClean="0">
                <a:latin typeface="Times New Roman" panose="02020603050405020304" pitchFamily="18" charset="0"/>
              </a:rPr>
              <a:pPr/>
              <a:t>16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E11A8681-D984-45B5-920D-B6B0D35B2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54EC2AB0-B347-4CEC-8B1D-ACC946D98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04635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12C8EAC-1481-496E-851A-967DE48D8D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07FDD8A-5DDF-4386-8543-9AA0FA561C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AD1203-5E0B-4449-8E2B-AE275395F25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604" name="Rectangle 6">
            <a:extLst>
              <a:ext uri="{FF2B5EF4-FFF2-40B4-BE49-F238E27FC236}">
                <a16:creationId xmlns:a16="http://schemas.microsoft.com/office/drawing/2014/main" id="{393BAA66-B859-4397-ACEE-59B225D8EF3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5605" name="Rectangle 7">
            <a:extLst>
              <a:ext uri="{FF2B5EF4-FFF2-40B4-BE49-F238E27FC236}">
                <a16:creationId xmlns:a16="http://schemas.microsoft.com/office/drawing/2014/main" id="{8F3164C0-3242-48CE-AC23-BABA8180FE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6FE762-9F6D-49B5-8EE4-5D36D06E5823}" type="slidenum">
              <a:rPr lang="en-AU" altLang="en-US" smtClean="0">
                <a:latin typeface="Times New Roman" panose="02020603050405020304" pitchFamily="18" charset="0"/>
              </a:rPr>
              <a:pPr/>
              <a:t>17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606" name="Rectangle 2">
            <a:extLst>
              <a:ext uri="{FF2B5EF4-FFF2-40B4-BE49-F238E27FC236}">
                <a16:creationId xmlns:a16="http://schemas.microsoft.com/office/drawing/2014/main" id="{D6EF58FF-B192-492E-94DA-ACBBEAC1B1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7" name="Rectangle 3">
            <a:extLst>
              <a:ext uri="{FF2B5EF4-FFF2-40B4-BE49-F238E27FC236}">
                <a16:creationId xmlns:a16="http://schemas.microsoft.com/office/drawing/2014/main" id="{935C5837-50C0-4872-BA53-1214DC683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9C15C22-E11A-4971-9897-56E772C898E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54A26AC-B297-41DD-A3C6-DBC4A2A27BA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3191DA-56BB-4505-86A4-DAB6A23FC110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52" name="Rectangle 6">
            <a:extLst>
              <a:ext uri="{FF2B5EF4-FFF2-40B4-BE49-F238E27FC236}">
                <a16:creationId xmlns:a16="http://schemas.microsoft.com/office/drawing/2014/main" id="{E580DAF4-84A5-4C8B-8194-29F63F75917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653" name="Rectangle 7">
            <a:extLst>
              <a:ext uri="{FF2B5EF4-FFF2-40B4-BE49-F238E27FC236}">
                <a16:creationId xmlns:a16="http://schemas.microsoft.com/office/drawing/2014/main" id="{FDD76B70-4663-453F-B2C1-7B34275B64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31EF16-5389-43EA-BC05-2B4EDA5EBB69}" type="slidenum">
              <a:rPr lang="en-AU" altLang="en-US" smtClean="0">
                <a:latin typeface="Times New Roman" panose="02020603050405020304" pitchFamily="18" charset="0"/>
              </a:rPr>
              <a:pPr/>
              <a:t>18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54" name="Rectangle 2">
            <a:extLst>
              <a:ext uri="{FF2B5EF4-FFF2-40B4-BE49-F238E27FC236}">
                <a16:creationId xmlns:a16="http://schemas.microsoft.com/office/drawing/2014/main" id="{F388EBAC-6062-4BB7-8DCC-0B042FE071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5" name="Rectangle 3">
            <a:extLst>
              <a:ext uri="{FF2B5EF4-FFF2-40B4-BE49-F238E27FC236}">
                <a16:creationId xmlns:a16="http://schemas.microsoft.com/office/drawing/2014/main" id="{4CFDAD7C-EA8F-4D4E-94D4-5C2ABD647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E2F8E35-D246-4018-9869-2B050A7FBFF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0DAF894-AD56-4DCD-BB2C-BBFAB748F85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C2D930-3101-4317-BBD2-ABDF93D849F4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748" name="Rectangle 6">
            <a:extLst>
              <a:ext uri="{FF2B5EF4-FFF2-40B4-BE49-F238E27FC236}">
                <a16:creationId xmlns:a16="http://schemas.microsoft.com/office/drawing/2014/main" id="{38997ACF-03DC-4689-B486-2B1C8A3FD2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1749" name="Rectangle 7">
            <a:extLst>
              <a:ext uri="{FF2B5EF4-FFF2-40B4-BE49-F238E27FC236}">
                <a16:creationId xmlns:a16="http://schemas.microsoft.com/office/drawing/2014/main" id="{EA15B744-B4D8-46F2-A8FB-0869B56CE2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4E1B74-D9C5-449F-B347-3AA61544041D}" type="slidenum">
              <a:rPr lang="en-AU" altLang="en-US" smtClean="0">
                <a:latin typeface="Times New Roman" panose="02020603050405020304" pitchFamily="18" charset="0"/>
              </a:rPr>
              <a:pPr/>
              <a:t>21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750" name="Rectangle 2">
            <a:extLst>
              <a:ext uri="{FF2B5EF4-FFF2-40B4-BE49-F238E27FC236}">
                <a16:creationId xmlns:a16="http://schemas.microsoft.com/office/drawing/2014/main" id="{72EF577C-BE2E-481E-A8FD-7E676F4435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51" name="Rectangle 3">
            <a:extLst>
              <a:ext uri="{FF2B5EF4-FFF2-40B4-BE49-F238E27FC236}">
                <a16:creationId xmlns:a16="http://schemas.microsoft.com/office/drawing/2014/main" id="{2CBFD9D2-F0D6-420D-B63C-237A1EA25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D90E48F-610E-4D7E-911E-AC632AA8D2D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71A14D5-1161-4A42-A6CB-8824F6178F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CEF4ED6-6507-4BDB-84ED-C7E6DF71E72C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3796" name="Rectangle 6">
            <a:extLst>
              <a:ext uri="{FF2B5EF4-FFF2-40B4-BE49-F238E27FC236}">
                <a16:creationId xmlns:a16="http://schemas.microsoft.com/office/drawing/2014/main" id="{D09CC295-2E55-42E6-A3DF-A541DFA813E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3797" name="Rectangle 7">
            <a:extLst>
              <a:ext uri="{FF2B5EF4-FFF2-40B4-BE49-F238E27FC236}">
                <a16:creationId xmlns:a16="http://schemas.microsoft.com/office/drawing/2014/main" id="{F88C9FC2-E73F-42EE-A4C6-B01BCC2265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C7DC9E0-CADB-4806-8458-C2E3E07EA15A}" type="slidenum">
              <a:rPr lang="en-AU" altLang="en-US" smtClean="0">
                <a:latin typeface="Times New Roman" panose="02020603050405020304" pitchFamily="18" charset="0"/>
              </a:rPr>
              <a:pPr/>
              <a:t>22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3798" name="Rectangle 2">
            <a:extLst>
              <a:ext uri="{FF2B5EF4-FFF2-40B4-BE49-F238E27FC236}">
                <a16:creationId xmlns:a16="http://schemas.microsoft.com/office/drawing/2014/main" id="{02E84CD4-E92E-4E3C-B432-54E131604F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9" name="Rectangle 3">
            <a:extLst>
              <a:ext uri="{FF2B5EF4-FFF2-40B4-BE49-F238E27FC236}">
                <a16:creationId xmlns:a16="http://schemas.microsoft.com/office/drawing/2014/main" id="{A3AF3753-F55A-49DE-BFFF-FB0463561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D3F39DD-DD3C-45C4-8216-F430C08B1A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8AAC14A-95C5-4EEF-A35A-63A529B6BB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F5EEB1-FCD6-4C0E-A899-586E040FD1F8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6868" name="Rectangle 6">
            <a:extLst>
              <a:ext uri="{FF2B5EF4-FFF2-40B4-BE49-F238E27FC236}">
                <a16:creationId xmlns:a16="http://schemas.microsoft.com/office/drawing/2014/main" id="{F245E5FD-6891-4F64-A1BD-ABA163FB472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6869" name="Rectangle 7">
            <a:extLst>
              <a:ext uri="{FF2B5EF4-FFF2-40B4-BE49-F238E27FC236}">
                <a16:creationId xmlns:a16="http://schemas.microsoft.com/office/drawing/2014/main" id="{6DDD1132-97EC-40F4-93F6-C26E8BB7BB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C83066-C681-43DD-9D87-92566A3F1F5C}" type="slidenum">
              <a:rPr lang="en-AU" altLang="en-US" smtClean="0">
                <a:latin typeface="Times New Roman" panose="02020603050405020304" pitchFamily="18" charset="0"/>
              </a:rPr>
              <a:pPr/>
              <a:t>24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6870" name="Rectangle 2">
            <a:extLst>
              <a:ext uri="{FF2B5EF4-FFF2-40B4-BE49-F238E27FC236}">
                <a16:creationId xmlns:a16="http://schemas.microsoft.com/office/drawing/2014/main" id="{820F7589-436B-441D-B387-3084F8F48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1" name="Rectangle 3">
            <a:extLst>
              <a:ext uri="{FF2B5EF4-FFF2-40B4-BE49-F238E27FC236}">
                <a16:creationId xmlns:a16="http://schemas.microsoft.com/office/drawing/2014/main" id="{8FD68C0D-1500-42D9-B56F-5A976D8BFD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732EA75-5D8E-48C8-9EF9-52DBC4C07E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887564B-3CE7-48ED-ABF8-A4BA948F126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656CDD-177C-453B-BA33-EC1E8FB4069D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8916" name="Rectangle 6">
            <a:extLst>
              <a:ext uri="{FF2B5EF4-FFF2-40B4-BE49-F238E27FC236}">
                <a16:creationId xmlns:a16="http://schemas.microsoft.com/office/drawing/2014/main" id="{E1C9D30A-09F7-4BAF-A647-B4951F3460B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8917" name="Rectangle 7">
            <a:extLst>
              <a:ext uri="{FF2B5EF4-FFF2-40B4-BE49-F238E27FC236}">
                <a16:creationId xmlns:a16="http://schemas.microsoft.com/office/drawing/2014/main" id="{C55F67CA-260D-4B0F-BA76-2BB282498F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E30C26-4C7A-4088-B790-9F89EA8A600B}" type="slidenum">
              <a:rPr lang="en-AU" altLang="en-US" smtClean="0">
                <a:latin typeface="Times New Roman" panose="02020603050405020304" pitchFamily="18" charset="0"/>
              </a:rPr>
              <a:pPr/>
              <a:t>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8918" name="Rectangle 2">
            <a:extLst>
              <a:ext uri="{FF2B5EF4-FFF2-40B4-BE49-F238E27FC236}">
                <a16:creationId xmlns:a16="http://schemas.microsoft.com/office/drawing/2014/main" id="{00F63644-F057-41AB-AEAC-124D0A07F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9" name="Rectangle 3">
            <a:extLst>
              <a:ext uri="{FF2B5EF4-FFF2-40B4-BE49-F238E27FC236}">
                <a16:creationId xmlns:a16="http://schemas.microsoft.com/office/drawing/2014/main" id="{4006A15C-7DDE-47C9-AC68-B38343F20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D7ACC299-5855-4D25-89DB-ED9955CCE4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3539D5F-FBDF-41C3-9661-F39939E65EF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3D06374-4EE9-4050-A545-D3EA1CEC4BDB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0964" name="Rectangle 6">
            <a:extLst>
              <a:ext uri="{FF2B5EF4-FFF2-40B4-BE49-F238E27FC236}">
                <a16:creationId xmlns:a16="http://schemas.microsoft.com/office/drawing/2014/main" id="{47440E2E-2C77-4A82-8DB5-39D2D19E7A7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40965" name="Rectangle 7">
            <a:extLst>
              <a:ext uri="{FF2B5EF4-FFF2-40B4-BE49-F238E27FC236}">
                <a16:creationId xmlns:a16="http://schemas.microsoft.com/office/drawing/2014/main" id="{9AD739E3-ADA8-4E57-BA98-2F005514C8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F622B5-F300-4F14-BA72-45E7D80FE651}" type="slidenum">
              <a:rPr lang="en-AU" altLang="en-US" smtClean="0">
                <a:latin typeface="Times New Roman" panose="02020603050405020304" pitchFamily="18" charset="0"/>
              </a:rPr>
              <a:pPr/>
              <a:t>26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0966" name="Rectangle 2">
            <a:extLst>
              <a:ext uri="{FF2B5EF4-FFF2-40B4-BE49-F238E27FC236}">
                <a16:creationId xmlns:a16="http://schemas.microsoft.com/office/drawing/2014/main" id="{53A309D9-0E33-46CB-B4B2-12C3ABDD46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7" name="Rectangle 3">
            <a:extLst>
              <a:ext uri="{FF2B5EF4-FFF2-40B4-BE49-F238E27FC236}">
                <a16:creationId xmlns:a16="http://schemas.microsoft.com/office/drawing/2014/main" id="{4C33C810-AD57-4CAE-9DBD-44DBF2AF18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C357CC0A-8FE4-46D2-B472-DC291E7975B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820E231-25C2-47B5-B82F-8646A61CA8B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7A745C-8D9E-4DB1-9219-D81BF4A31EC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3012" name="Rectangle 6">
            <a:extLst>
              <a:ext uri="{FF2B5EF4-FFF2-40B4-BE49-F238E27FC236}">
                <a16:creationId xmlns:a16="http://schemas.microsoft.com/office/drawing/2014/main" id="{71144E5B-4784-49A6-B6A9-C66867C2E34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43013" name="Rectangle 7">
            <a:extLst>
              <a:ext uri="{FF2B5EF4-FFF2-40B4-BE49-F238E27FC236}">
                <a16:creationId xmlns:a16="http://schemas.microsoft.com/office/drawing/2014/main" id="{82A82359-5AE9-4E32-A094-C247B484E3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988336-DAB6-4872-8F74-78B5700E380E}" type="slidenum">
              <a:rPr lang="en-AU" altLang="en-US" smtClean="0">
                <a:latin typeface="Times New Roman" panose="02020603050405020304" pitchFamily="18" charset="0"/>
              </a:rPr>
              <a:pPr/>
              <a:t>27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3014" name="Rectangle 2">
            <a:extLst>
              <a:ext uri="{FF2B5EF4-FFF2-40B4-BE49-F238E27FC236}">
                <a16:creationId xmlns:a16="http://schemas.microsoft.com/office/drawing/2014/main" id="{4BB7E334-BD85-498D-AE53-19C880D71B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5" name="Rectangle 3">
            <a:extLst>
              <a:ext uri="{FF2B5EF4-FFF2-40B4-BE49-F238E27FC236}">
                <a16:creationId xmlns:a16="http://schemas.microsoft.com/office/drawing/2014/main" id="{DCAECF53-DF43-481E-9674-897EA2C754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F853B0CE-F41D-4EAA-A652-2A78CBAD1CE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63ADEAD4-6F67-4AA3-9C20-71687EEBE7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1E2ED0-7CAC-4971-95F8-7DE62C34AF6F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5060" name="Rectangle 6">
            <a:extLst>
              <a:ext uri="{FF2B5EF4-FFF2-40B4-BE49-F238E27FC236}">
                <a16:creationId xmlns:a16="http://schemas.microsoft.com/office/drawing/2014/main" id="{10E4B065-0E5A-4562-BB3F-39D3C32BA42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45061" name="Rectangle 7">
            <a:extLst>
              <a:ext uri="{FF2B5EF4-FFF2-40B4-BE49-F238E27FC236}">
                <a16:creationId xmlns:a16="http://schemas.microsoft.com/office/drawing/2014/main" id="{10472F7C-A8FB-4942-A058-3E65DA347D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570291-16FE-48C4-860C-DAF6E03903ED}" type="slidenum">
              <a:rPr lang="en-AU" altLang="en-US" smtClean="0">
                <a:latin typeface="Times New Roman" panose="02020603050405020304" pitchFamily="18" charset="0"/>
              </a:rPr>
              <a:pPr/>
              <a:t>28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5062" name="Rectangle 2">
            <a:extLst>
              <a:ext uri="{FF2B5EF4-FFF2-40B4-BE49-F238E27FC236}">
                <a16:creationId xmlns:a16="http://schemas.microsoft.com/office/drawing/2014/main" id="{6D164112-A496-427A-ABE0-C04BF2CC7B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3" name="Rectangle 3">
            <a:extLst>
              <a:ext uri="{FF2B5EF4-FFF2-40B4-BE49-F238E27FC236}">
                <a16:creationId xmlns:a16="http://schemas.microsoft.com/office/drawing/2014/main" id="{8CF6D417-A28C-47FC-BBA6-C7F73B94C8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DC851D8D-ABF6-41EA-A80E-631D4611A3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2AD817C8-AAA8-4247-ACFE-669AB697036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5F4494-53F9-4026-B8B1-5F4636A16B1A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7108" name="Rectangle 6">
            <a:extLst>
              <a:ext uri="{FF2B5EF4-FFF2-40B4-BE49-F238E27FC236}">
                <a16:creationId xmlns:a16="http://schemas.microsoft.com/office/drawing/2014/main" id="{D0A915A8-B58E-465E-A64C-E08A68700F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47109" name="Rectangle 7">
            <a:extLst>
              <a:ext uri="{FF2B5EF4-FFF2-40B4-BE49-F238E27FC236}">
                <a16:creationId xmlns:a16="http://schemas.microsoft.com/office/drawing/2014/main" id="{00CE460D-DFE5-486C-A344-034FBB636E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3C8D72-1832-4792-A377-D72DACBD1426}" type="slidenum">
              <a:rPr lang="en-AU" altLang="en-US" smtClean="0">
                <a:latin typeface="Times New Roman" panose="02020603050405020304" pitchFamily="18" charset="0"/>
              </a:rPr>
              <a:pPr/>
              <a:t>29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7110" name="Rectangle 2">
            <a:extLst>
              <a:ext uri="{FF2B5EF4-FFF2-40B4-BE49-F238E27FC236}">
                <a16:creationId xmlns:a16="http://schemas.microsoft.com/office/drawing/2014/main" id="{4F60652A-5B42-4C93-A33D-6AF6585FDF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1" name="Rectangle 3">
            <a:extLst>
              <a:ext uri="{FF2B5EF4-FFF2-40B4-BE49-F238E27FC236}">
                <a16:creationId xmlns:a16="http://schemas.microsoft.com/office/drawing/2014/main" id="{2F15E15D-A5AB-495A-A8C1-7469A32AF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FB752E65-63D8-493F-BB7A-8D3A548017A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2A18E52D-3E14-403D-BFE5-A44DECB9343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6A4AD7-182B-421A-8F2C-F835B526372A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9156" name="Rectangle 6">
            <a:extLst>
              <a:ext uri="{FF2B5EF4-FFF2-40B4-BE49-F238E27FC236}">
                <a16:creationId xmlns:a16="http://schemas.microsoft.com/office/drawing/2014/main" id="{0C11D363-856F-41CA-94E9-0206D48FCF9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49157" name="Rectangle 7">
            <a:extLst>
              <a:ext uri="{FF2B5EF4-FFF2-40B4-BE49-F238E27FC236}">
                <a16:creationId xmlns:a16="http://schemas.microsoft.com/office/drawing/2014/main" id="{1E9DBCEA-11F4-41AB-8AFA-C2C0949252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73FF69-CB22-4167-B5EE-FCC6BCECB719}" type="slidenum">
              <a:rPr lang="en-AU" altLang="en-US" smtClean="0">
                <a:latin typeface="Times New Roman" panose="02020603050405020304" pitchFamily="18" charset="0"/>
              </a:rPr>
              <a:pPr/>
              <a:t>30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9158" name="Rectangle 2">
            <a:extLst>
              <a:ext uri="{FF2B5EF4-FFF2-40B4-BE49-F238E27FC236}">
                <a16:creationId xmlns:a16="http://schemas.microsoft.com/office/drawing/2014/main" id="{85740EFA-B3AA-4F2D-B879-CD3508E00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9" name="Rectangle 3">
            <a:extLst>
              <a:ext uri="{FF2B5EF4-FFF2-40B4-BE49-F238E27FC236}">
                <a16:creationId xmlns:a16="http://schemas.microsoft.com/office/drawing/2014/main" id="{066E877E-0E53-4685-9AE5-322A27C42E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9DD5ED5-4614-4E0F-AB16-54E54961CC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7B71962-A056-4F9F-84C4-42AB799157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9EE804-D04C-4978-A2FA-525C05892AEE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1204" name="Rectangle 6">
            <a:extLst>
              <a:ext uri="{FF2B5EF4-FFF2-40B4-BE49-F238E27FC236}">
                <a16:creationId xmlns:a16="http://schemas.microsoft.com/office/drawing/2014/main" id="{CA092864-D94B-40AE-B2EE-A5DE9F261E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51205" name="Rectangle 7">
            <a:extLst>
              <a:ext uri="{FF2B5EF4-FFF2-40B4-BE49-F238E27FC236}">
                <a16:creationId xmlns:a16="http://schemas.microsoft.com/office/drawing/2014/main" id="{DB1D6BCC-95D9-4055-A692-5136C1E5C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49E233-DFD1-4092-B2C7-9569C3EAB687}" type="slidenum">
              <a:rPr lang="en-AU" altLang="en-US" smtClean="0">
                <a:latin typeface="Times New Roman" panose="02020603050405020304" pitchFamily="18" charset="0"/>
              </a:rPr>
              <a:pPr/>
              <a:t>31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1DC41E5B-220F-4255-ACDA-29C2316553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94FCD302-526F-4E88-B026-C5186A610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3B13AE04-CD1A-4400-BC36-F79F2FE2F3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1F85066-52F2-4A47-8662-736B8B1D910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089C83-26BE-410A-A5B6-F66E4AC8697D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3252" name="Rectangle 6">
            <a:extLst>
              <a:ext uri="{FF2B5EF4-FFF2-40B4-BE49-F238E27FC236}">
                <a16:creationId xmlns:a16="http://schemas.microsoft.com/office/drawing/2014/main" id="{55E2470C-7041-4FEA-8E25-5F0B1126CA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53253" name="Rectangle 7">
            <a:extLst>
              <a:ext uri="{FF2B5EF4-FFF2-40B4-BE49-F238E27FC236}">
                <a16:creationId xmlns:a16="http://schemas.microsoft.com/office/drawing/2014/main" id="{D2FCA200-3AC5-4F26-98A5-8802D0D756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FEA9FE-F154-4BEA-BA00-0035723D5AE2}" type="slidenum">
              <a:rPr lang="en-AU" altLang="en-US" smtClean="0">
                <a:latin typeface="Times New Roman" panose="02020603050405020304" pitchFamily="18" charset="0"/>
              </a:rPr>
              <a:pPr/>
              <a:t>32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3254" name="Rectangle 2">
            <a:extLst>
              <a:ext uri="{FF2B5EF4-FFF2-40B4-BE49-F238E27FC236}">
                <a16:creationId xmlns:a16="http://schemas.microsoft.com/office/drawing/2014/main" id="{D4A6F919-45B8-4CFB-BBC4-2D00C28A5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5" name="Rectangle 3">
            <a:extLst>
              <a:ext uri="{FF2B5EF4-FFF2-40B4-BE49-F238E27FC236}">
                <a16:creationId xmlns:a16="http://schemas.microsoft.com/office/drawing/2014/main" id="{4F8D9210-04E0-4219-9F07-B6EE542079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8E007800-4DCD-4FD7-ADD2-097F60856B2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71BE7FD-FEBA-4D7B-B838-D14C35D3CD7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46B1B9-A384-42A3-B62B-CAD0CF206EF6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5300" name="Rectangle 6">
            <a:extLst>
              <a:ext uri="{FF2B5EF4-FFF2-40B4-BE49-F238E27FC236}">
                <a16:creationId xmlns:a16="http://schemas.microsoft.com/office/drawing/2014/main" id="{AB2F265D-E2EF-4F3C-BAE6-E6AB5C5B081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55301" name="Rectangle 7">
            <a:extLst>
              <a:ext uri="{FF2B5EF4-FFF2-40B4-BE49-F238E27FC236}">
                <a16:creationId xmlns:a16="http://schemas.microsoft.com/office/drawing/2014/main" id="{E74DCEC8-3BC7-4400-8777-9D2E67433F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0100E9-0397-4FF2-AB19-E895B3F9490E}" type="slidenum">
              <a:rPr lang="en-AU" altLang="en-US" smtClean="0">
                <a:latin typeface="Times New Roman" panose="02020603050405020304" pitchFamily="18" charset="0"/>
              </a:rPr>
              <a:pPr/>
              <a:t>33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5302" name="Rectangle 2">
            <a:extLst>
              <a:ext uri="{FF2B5EF4-FFF2-40B4-BE49-F238E27FC236}">
                <a16:creationId xmlns:a16="http://schemas.microsoft.com/office/drawing/2014/main" id="{93E5EDDD-7036-438A-9890-06ABB2260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3" name="Rectangle 3">
            <a:extLst>
              <a:ext uri="{FF2B5EF4-FFF2-40B4-BE49-F238E27FC236}">
                <a16:creationId xmlns:a16="http://schemas.microsoft.com/office/drawing/2014/main" id="{CC1A0BAF-4C36-43DB-843A-E4D49ED31E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55F1DEF-FB5F-4CC6-BA79-974FADA6C4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5FFD63C-1642-40B4-B443-998B83B05B5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409E36-6425-4C78-BD2F-29AD45602F5C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7348" name="Rectangle 6">
            <a:extLst>
              <a:ext uri="{FF2B5EF4-FFF2-40B4-BE49-F238E27FC236}">
                <a16:creationId xmlns:a16="http://schemas.microsoft.com/office/drawing/2014/main" id="{22EA7AC5-8723-423E-A366-5F5C4AE8A3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57349" name="Rectangle 7">
            <a:extLst>
              <a:ext uri="{FF2B5EF4-FFF2-40B4-BE49-F238E27FC236}">
                <a16:creationId xmlns:a16="http://schemas.microsoft.com/office/drawing/2014/main" id="{ABAEA09A-F9F6-4B71-BA11-79276B6A8B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8F44D7-3379-48FA-B4FE-7359200382FE}" type="slidenum">
              <a:rPr lang="en-AU" altLang="en-US" smtClean="0">
                <a:latin typeface="Times New Roman" panose="02020603050405020304" pitchFamily="18" charset="0"/>
              </a:rPr>
              <a:pPr/>
              <a:t>34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7350" name="Rectangle 2">
            <a:extLst>
              <a:ext uri="{FF2B5EF4-FFF2-40B4-BE49-F238E27FC236}">
                <a16:creationId xmlns:a16="http://schemas.microsoft.com/office/drawing/2014/main" id="{248566ED-F2BB-4967-ABB4-4EC1565F9A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51" name="Rectangle 3">
            <a:extLst>
              <a:ext uri="{FF2B5EF4-FFF2-40B4-BE49-F238E27FC236}">
                <a16:creationId xmlns:a16="http://schemas.microsoft.com/office/drawing/2014/main" id="{6719114B-5B44-4AD3-A993-AC1961AEAE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86D0235-D309-47EF-8594-517C739775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AD4D71C2-EFBB-4D4C-833C-65480CC2B54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EB7675-FC14-4E96-BC2D-155D5EA40C02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0" name="Rectangle 6">
            <a:extLst>
              <a:ext uri="{FF2B5EF4-FFF2-40B4-BE49-F238E27FC236}">
                <a16:creationId xmlns:a16="http://schemas.microsoft.com/office/drawing/2014/main" id="{A1A81CE2-CCB5-4D1D-9FB7-F04CCA7BC92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0421" name="Rectangle 7">
            <a:extLst>
              <a:ext uri="{FF2B5EF4-FFF2-40B4-BE49-F238E27FC236}">
                <a16:creationId xmlns:a16="http://schemas.microsoft.com/office/drawing/2014/main" id="{572C772A-D273-4985-BB32-F80B567B84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A6F149-3CC2-4561-93A6-84FD34EA0BB3}" type="slidenum">
              <a:rPr lang="en-AU" altLang="en-US" smtClean="0">
                <a:latin typeface="Times New Roman" panose="02020603050405020304" pitchFamily="18" charset="0"/>
              </a:rPr>
              <a:pPr/>
              <a:t>37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2" name="Rectangle 2">
            <a:extLst>
              <a:ext uri="{FF2B5EF4-FFF2-40B4-BE49-F238E27FC236}">
                <a16:creationId xmlns:a16="http://schemas.microsoft.com/office/drawing/2014/main" id="{24155B37-4F8E-455D-9C46-67C182AA2E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56ACE785-7068-4567-856A-409C0819B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568AE582-540B-4468-90C5-BEF6DB0A07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A7EF09B1-92E2-454E-8DD7-A88ED7AB875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2CE50D-66E2-4453-BE43-3FC3F5BBBA0E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2468" name="Rectangle 6">
            <a:extLst>
              <a:ext uri="{FF2B5EF4-FFF2-40B4-BE49-F238E27FC236}">
                <a16:creationId xmlns:a16="http://schemas.microsoft.com/office/drawing/2014/main" id="{DE9A21DC-232F-454D-A601-49F89CAD14B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2469" name="Rectangle 7">
            <a:extLst>
              <a:ext uri="{FF2B5EF4-FFF2-40B4-BE49-F238E27FC236}">
                <a16:creationId xmlns:a16="http://schemas.microsoft.com/office/drawing/2014/main" id="{1B56DD7A-83A7-4827-9FE9-B42C07B564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615E0C-52FE-4136-9C2A-5855551F6180}" type="slidenum">
              <a:rPr lang="en-AU" altLang="en-US" smtClean="0">
                <a:latin typeface="Times New Roman" panose="02020603050405020304" pitchFamily="18" charset="0"/>
              </a:rPr>
              <a:pPr/>
              <a:t>38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2470" name="Rectangle 2">
            <a:extLst>
              <a:ext uri="{FF2B5EF4-FFF2-40B4-BE49-F238E27FC236}">
                <a16:creationId xmlns:a16="http://schemas.microsoft.com/office/drawing/2014/main" id="{C51A9D22-043D-4B96-8DA7-17A394FD10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71" name="Rectangle 3">
            <a:extLst>
              <a:ext uri="{FF2B5EF4-FFF2-40B4-BE49-F238E27FC236}">
                <a16:creationId xmlns:a16="http://schemas.microsoft.com/office/drawing/2014/main" id="{3DA98D14-EAD7-49E8-B80B-316D1136C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FAD4AD8-B461-4C5E-AD21-3B5F6E5DBB7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D6280B0A-9815-4660-B89E-705BA430AB6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6D33AF-9E58-46B5-A8E7-235F7347CA24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4516" name="Rectangle 6">
            <a:extLst>
              <a:ext uri="{FF2B5EF4-FFF2-40B4-BE49-F238E27FC236}">
                <a16:creationId xmlns:a16="http://schemas.microsoft.com/office/drawing/2014/main" id="{BBE7226B-3EC2-4BB9-8B70-E2FB43118BE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4517" name="Rectangle 7">
            <a:extLst>
              <a:ext uri="{FF2B5EF4-FFF2-40B4-BE49-F238E27FC236}">
                <a16:creationId xmlns:a16="http://schemas.microsoft.com/office/drawing/2014/main" id="{1FC12B73-4323-485B-9EEC-E178544958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D73FCD-DC23-4442-9D36-91C8DFAC0341}" type="slidenum">
              <a:rPr lang="en-AU" altLang="en-US" smtClean="0">
                <a:latin typeface="Times New Roman" panose="02020603050405020304" pitchFamily="18" charset="0"/>
              </a:rPr>
              <a:pPr/>
              <a:t>39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4518" name="Rectangle 2">
            <a:extLst>
              <a:ext uri="{FF2B5EF4-FFF2-40B4-BE49-F238E27FC236}">
                <a16:creationId xmlns:a16="http://schemas.microsoft.com/office/drawing/2014/main" id="{B268B78C-CC44-4057-A56B-9BBD73D208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9" name="Rectangle 3">
            <a:extLst>
              <a:ext uri="{FF2B5EF4-FFF2-40B4-BE49-F238E27FC236}">
                <a16:creationId xmlns:a16="http://schemas.microsoft.com/office/drawing/2014/main" id="{11D694A5-6A7A-41C7-80BE-245413768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BDC3B273-4A5B-481D-878F-311B014B01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82AFBC14-6DB1-4D9B-A052-59FB5BC9644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A7014A-2AAB-46AE-B4EA-50F8D923A3AC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6564" name="Rectangle 6">
            <a:extLst>
              <a:ext uri="{FF2B5EF4-FFF2-40B4-BE49-F238E27FC236}">
                <a16:creationId xmlns:a16="http://schemas.microsoft.com/office/drawing/2014/main" id="{AA387F75-A6BF-4068-A0D3-F88AD0A6DB7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6565" name="Rectangle 7">
            <a:extLst>
              <a:ext uri="{FF2B5EF4-FFF2-40B4-BE49-F238E27FC236}">
                <a16:creationId xmlns:a16="http://schemas.microsoft.com/office/drawing/2014/main" id="{74C7058E-EB04-4339-BD19-72D9D29269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551348-8433-46CC-B875-57C64783DDE3}" type="slidenum">
              <a:rPr lang="en-AU" altLang="en-US" smtClean="0">
                <a:latin typeface="Times New Roman" panose="02020603050405020304" pitchFamily="18" charset="0"/>
              </a:rPr>
              <a:pPr/>
              <a:t>40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6566" name="Rectangle 2">
            <a:extLst>
              <a:ext uri="{FF2B5EF4-FFF2-40B4-BE49-F238E27FC236}">
                <a16:creationId xmlns:a16="http://schemas.microsoft.com/office/drawing/2014/main" id="{DAD88ACA-55B8-41FA-A45C-4F3FC73051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7" name="Rectangle 3">
            <a:extLst>
              <a:ext uri="{FF2B5EF4-FFF2-40B4-BE49-F238E27FC236}">
                <a16:creationId xmlns:a16="http://schemas.microsoft.com/office/drawing/2014/main" id="{95F55DE5-F022-4A2C-ACA6-B6BEAB8AB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DE7EA30F-CEE0-43BF-ADC6-3E5D2115574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ADF8CF57-B0CE-499A-8821-7B0CCCB6853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D229C7-0073-4516-9EBE-494AA6961EE3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8612" name="Rectangle 6">
            <a:extLst>
              <a:ext uri="{FF2B5EF4-FFF2-40B4-BE49-F238E27FC236}">
                <a16:creationId xmlns:a16="http://schemas.microsoft.com/office/drawing/2014/main" id="{86896387-8C75-4BC6-9C26-AE5C6D65330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8613" name="Rectangle 7">
            <a:extLst>
              <a:ext uri="{FF2B5EF4-FFF2-40B4-BE49-F238E27FC236}">
                <a16:creationId xmlns:a16="http://schemas.microsoft.com/office/drawing/2014/main" id="{83CED22F-7E2B-40AF-8EE7-B4FEC96C2D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8C5353-B65A-4C61-868A-24899A826680}" type="slidenum">
              <a:rPr lang="en-AU" altLang="en-US" smtClean="0">
                <a:latin typeface="Times New Roman" panose="02020603050405020304" pitchFamily="18" charset="0"/>
              </a:rPr>
              <a:pPr/>
              <a:t>42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8614" name="Rectangle 2">
            <a:extLst>
              <a:ext uri="{FF2B5EF4-FFF2-40B4-BE49-F238E27FC236}">
                <a16:creationId xmlns:a16="http://schemas.microsoft.com/office/drawing/2014/main" id="{93F6E949-C58B-4E1C-B7C1-6D26833A1D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5" name="Rectangle 3">
            <a:extLst>
              <a:ext uri="{FF2B5EF4-FFF2-40B4-BE49-F238E27FC236}">
                <a16:creationId xmlns:a16="http://schemas.microsoft.com/office/drawing/2014/main" id="{1A720689-14F4-4E92-BA78-7F2F3D0DD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7B32E9D1-9A7E-479B-83A2-D3ADBB815D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E584E90-8405-4AD0-B383-9979188E98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1D3F36-2A65-4986-81A7-4E34A5F55C8A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0660" name="Rectangle 6">
            <a:extLst>
              <a:ext uri="{FF2B5EF4-FFF2-40B4-BE49-F238E27FC236}">
                <a16:creationId xmlns:a16="http://schemas.microsoft.com/office/drawing/2014/main" id="{D13132BF-3608-4244-BA91-5C594DB8C9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70661" name="Rectangle 7">
            <a:extLst>
              <a:ext uri="{FF2B5EF4-FFF2-40B4-BE49-F238E27FC236}">
                <a16:creationId xmlns:a16="http://schemas.microsoft.com/office/drawing/2014/main" id="{460063A7-8D53-498D-ADA3-8C51989E3A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568791-D609-44A4-8E28-9A4C0FDC2015}" type="slidenum">
              <a:rPr lang="en-AU" altLang="en-US" smtClean="0">
                <a:latin typeface="Times New Roman" panose="02020603050405020304" pitchFamily="18" charset="0"/>
              </a:rPr>
              <a:pPr/>
              <a:t>43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0662" name="Rectangle 2">
            <a:extLst>
              <a:ext uri="{FF2B5EF4-FFF2-40B4-BE49-F238E27FC236}">
                <a16:creationId xmlns:a16="http://schemas.microsoft.com/office/drawing/2014/main" id="{BB4BA9CF-01A1-4E47-8F38-287A58E033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3" name="Rectangle 3">
            <a:extLst>
              <a:ext uri="{FF2B5EF4-FFF2-40B4-BE49-F238E27FC236}">
                <a16:creationId xmlns:a16="http://schemas.microsoft.com/office/drawing/2014/main" id="{7E5A6160-5265-43FE-82E2-DA6AD4AD6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BFF4E5F-B132-42BF-9396-3019DFCC9A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0A299FD5-3CD2-4F46-90AD-2FC10240F72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88894A-9FBD-46E6-81E3-029440283314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2708" name="Rectangle 6">
            <a:extLst>
              <a:ext uri="{FF2B5EF4-FFF2-40B4-BE49-F238E27FC236}">
                <a16:creationId xmlns:a16="http://schemas.microsoft.com/office/drawing/2014/main" id="{30E577C0-1418-4EED-8F5E-AB6DCCC3710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72709" name="Rectangle 7">
            <a:extLst>
              <a:ext uri="{FF2B5EF4-FFF2-40B4-BE49-F238E27FC236}">
                <a16:creationId xmlns:a16="http://schemas.microsoft.com/office/drawing/2014/main" id="{D6A8B1C1-ABE0-4F93-8709-74A64570E7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856DAD-417E-4F62-95DD-59BDB350F03B}" type="slidenum">
              <a:rPr lang="en-AU" altLang="en-US" smtClean="0">
                <a:latin typeface="Times New Roman" panose="02020603050405020304" pitchFamily="18" charset="0"/>
              </a:rPr>
              <a:pPr/>
              <a:t>44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2710" name="Rectangle 2">
            <a:extLst>
              <a:ext uri="{FF2B5EF4-FFF2-40B4-BE49-F238E27FC236}">
                <a16:creationId xmlns:a16="http://schemas.microsoft.com/office/drawing/2014/main" id="{D272BCCC-6B9E-4FB1-9421-E2A36466F0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>
            <a:extLst>
              <a:ext uri="{FF2B5EF4-FFF2-40B4-BE49-F238E27FC236}">
                <a16:creationId xmlns:a16="http://schemas.microsoft.com/office/drawing/2014/main" id="{49F40672-E8C1-4587-8431-B6F15962A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8CC9EEFF-324A-4395-BD85-83B72453BD8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0D9AF4BD-A581-4807-B060-30C54DCBADB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BE64DB-A9FA-4675-9D93-CC87FC813199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4756" name="Rectangle 6">
            <a:extLst>
              <a:ext uri="{FF2B5EF4-FFF2-40B4-BE49-F238E27FC236}">
                <a16:creationId xmlns:a16="http://schemas.microsoft.com/office/drawing/2014/main" id="{BC18C396-49A6-4ADB-8D12-CC60037D2A8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74757" name="Rectangle 7">
            <a:extLst>
              <a:ext uri="{FF2B5EF4-FFF2-40B4-BE49-F238E27FC236}">
                <a16:creationId xmlns:a16="http://schemas.microsoft.com/office/drawing/2014/main" id="{E550EFEF-B25B-4AA2-8259-B0DF329387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0ED07C-E785-4883-8446-4040E4D3D850}" type="slidenum">
              <a:rPr lang="en-AU" altLang="en-US" smtClean="0">
                <a:latin typeface="Times New Roman" panose="02020603050405020304" pitchFamily="18" charset="0"/>
              </a:rPr>
              <a:pPr/>
              <a:t>45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4758" name="Rectangle 2">
            <a:extLst>
              <a:ext uri="{FF2B5EF4-FFF2-40B4-BE49-F238E27FC236}">
                <a16:creationId xmlns:a16="http://schemas.microsoft.com/office/drawing/2014/main" id="{2765830C-B794-4E54-8007-7D8C0FBD38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9" name="Rectangle 3">
            <a:extLst>
              <a:ext uri="{FF2B5EF4-FFF2-40B4-BE49-F238E27FC236}">
                <a16:creationId xmlns:a16="http://schemas.microsoft.com/office/drawing/2014/main" id="{5A0065EA-2AE0-4991-BEBD-F1AD507C6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0B22B6C5-6928-47D1-A593-8323759852B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FD00F09-E97B-439C-9607-B3EACB02E92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FF8DB1A-8B54-4539-972A-09E33216608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6804" name="Rectangle 6">
            <a:extLst>
              <a:ext uri="{FF2B5EF4-FFF2-40B4-BE49-F238E27FC236}">
                <a16:creationId xmlns:a16="http://schemas.microsoft.com/office/drawing/2014/main" id="{F8142F9A-3CA3-42EA-85BA-A5E52003404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76805" name="Rectangle 7">
            <a:extLst>
              <a:ext uri="{FF2B5EF4-FFF2-40B4-BE49-F238E27FC236}">
                <a16:creationId xmlns:a16="http://schemas.microsoft.com/office/drawing/2014/main" id="{FCEF5DA7-DC42-4AFE-937E-126A24D239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AC8BA2-DBE3-4530-8255-0ED7A6A97EC4}" type="slidenum">
              <a:rPr lang="en-AU" altLang="en-US" smtClean="0">
                <a:latin typeface="Times New Roman" panose="02020603050405020304" pitchFamily="18" charset="0"/>
              </a:rPr>
              <a:pPr/>
              <a:t>46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6806" name="Rectangle 2">
            <a:extLst>
              <a:ext uri="{FF2B5EF4-FFF2-40B4-BE49-F238E27FC236}">
                <a16:creationId xmlns:a16="http://schemas.microsoft.com/office/drawing/2014/main" id="{9751C625-E383-49F0-B001-0636730FE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7" name="Rectangle 3">
            <a:extLst>
              <a:ext uri="{FF2B5EF4-FFF2-40B4-BE49-F238E27FC236}">
                <a16:creationId xmlns:a16="http://schemas.microsoft.com/office/drawing/2014/main" id="{77F85C30-009E-4202-AB9D-5692C6ECE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0E19908-F83A-4617-A85C-E369D857B4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58BB6CD6-5233-4F2F-A21B-F3907FD3144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21E5CB-FF18-4ADA-BAC5-4361071284EA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8852" name="Rectangle 6">
            <a:extLst>
              <a:ext uri="{FF2B5EF4-FFF2-40B4-BE49-F238E27FC236}">
                <a16:creationId xmlns:a16="http://schemas.microsoft.com/office/drawing/2014/main" id="{4818FCEA-7E14-4D30-B530-21A519CF753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78853" name="Rectangle 7">
            <a:extLst>
              <a:ext uri="{FF2B5EF4-FFF2-40B4-BE49-F238E27FC236}">
                <a16:creationId xmlns:a16="http://schemas.microsoft.com/office/drawing/2014/main" id="{BB41C7D0-98DD-4A0A-9409-8D0DCC3057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70C98F-B5FA-4286-973C-48CC6D9A4318}" type="slidenum">
              <a:rPr lang="en-AU" altLang="en-US" smtClean="0">
                <a:latin typeface="Times New Roman" panose="02020603050405020304" pitchFamily="18" charset="0"/>
              </a:rPr>
              <a:pPr/>
              <a:t>47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8854" name="Rectangle 2">
            <a:extLst>
              <a:ext uri="{FF2B5EF4-FFF2-40B4-BE49-F238E27FC236}">
                <a16:creationId xmlns:a16="http://schemas.microsoft.com/office/drawing/2014/main" id="{28062E07-3F35-48F6-B715-73D6F798A1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5" name="Rectangle 3">
            <a:extLst>
              <a:ext uri="{FF2B5EF4-FFF2-40B4-BE49-F238E27FC236}">
                <a16:creationId xmlns:a16="http://schemas.microsoft.com/office/drawing/2014/main" id="{714B21B0-6579-414D-8611-620387E1A3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3701F009-4246-42F8-B817-167AC394D3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5A01A701-05CD-44CF-90CD-A0966540911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4FBB1F-76C0-4308-8690-0B43A9E0432C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0900" name="Rectangle 6">
            <a:extLst>
              <a:ext uri="{FF2B5EF4-FFF2-40B4-BE49-F238E27FC236}">
                <a16:creationId xmlns:a16="http://schemas.microsoft.com/office/drawing/2014/main" id="{E5E1C501-DED9-4A21-962E-45AF6EF75B9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80901" name="Rectangle 7">
            <a:extLst>
              <a:ext uri="{FF2B5EF4-FFF2-40B4-BE49-F238E27FC236}">
                <a16:creationId xmlns:a16="http://schemas.microsoft.com/office/drawing/2014/main" id="{7D7A780D-8F6F-4BFF-A238-C7BE576953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25DA8C-95CF-4284-A0F8-DB17D75AA287}" type="slidenum">
              <a:rPr lang="en-AU" altLang="en-US" smtClean="0">
                <a:latin typeface="Times New Roman" panose="02020603050405020304" pitchFamily="18" charset="0"/>
              </a:rPr>
              <a:pPr/>
              <a:t>48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0902" name="Rectangle 2">
            <a:extLst>
              <a:ext uri="{FF2B5EF4-FFF2-40B4-BE49-F238E27FC236}">
                <a16:creationId xmlns:a16="http://schemas.microsoft.com/office/drawing/2014/main" id="{7B84B5EC-FEC4-4648-B75E-7C9C77FBDF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3" name="Rectangle 3">
            <a:extLst>
              <a:ext uri="{FF2B5EF4-FFF2-40B4-BE49-F238E27FC236}">
                <a16:creationId xmlns:a16="http://schemas.microsoft.com/office/drawing/2014/main" id="{3DABAE57-E8D5-48CF-AA8D-3726BD9B0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A3763533-6CE5-4E8F-91C6-DCD1035826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E4B416AA-E26D-46CD-BECB-A234DBC71E6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B9F1B9-E271-437A-B8D0-D4A515C4B919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2948" name="Rectangle 6">
            <a:extLst>
              <a:ext uri="{FF2B5EF4-FFF2-40B4-BE49-F238E27FC236}">
                <a16:creationId xmlns:a16="http://schemas.microsoft.com/office/drawing/2014/main" id="{01081236-F8E4-41BC-99EF-3CDCA1ED47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82949" name="Rectangle 7">
            <a:extLst>
              <a:ext uri="{FF2B5EF4-FFF2-40B4-BE49-F238E27FC236}">
                <a16:creationId xmlns:a16="http://schemas.microsoft.com/office/drawing/2014/main" id="{E12B68E2-D1C3-418E-9130-004BB19B52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0D3262-6042-4D1B-AA25-EDA10D673A37}" type="slidenum">
              <a:rPr lang="en-AU" altLang="en-US" smtClean="0">
                <a:latin typeface="Times New Roman" panose="02020603050405020304" pitchFamily="18" charset="0"/>
              </a:rPr>
              <a:pPr/>
              <a:t>49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2950" name="Rectangle 2">
            <a:extLst>
              <a:ext uri="{FF2B5EF4-FFF2-40B4-BE49-F238E27FC236}">
                <a16:creationId xmlns:a16="http://schemas.microsoft.com/office/drawing/2014/main" id="{545E5766-1FD0-4E96-9D94-9CDA5BDF78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1" name="Rectangle 3">
            <a:extLst>
              <a:ext uri="{FF2B5EF4-FFF2-40B4-BE49-F238E27FC236}">
                <a16:creationId xmlns:a16="http://schemas.microsoft.com/office/drawing/2014/main" id="{BE8E277D-E67A-4AD5-ADEF-1B2FFD7FCB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A5385A0-C449-440B-A2DA-BE108D30EC7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00F9BE08-93FA-4620-82E8-CE394EB6676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6BB698-6636-4B60-A5C0-E3F109166EFC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4996" name="Rectangle 6">
            <a:extLst>
              <a:ext uri="{FF2B5EF4-FFF2-40B4-BE49-F238E27FC236}">
                <a16:creationId xmlns:a16="http://schemas.microsoft.com/office/drawing/2014/main" id="{3E8CF404-4540-4EA4-9DC5-2E9A5114B05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84997" name="Rectangle 7">
            <a:extLst>
              <a:ext uri="{FF2B5EF4-FFF2-40B4-BE49-F238E27FC236}">
                <a16:creationId xmlns:a16="http://schemas.microsoft.com/office/drawing/2014/main" id="{4F76D8FB-D81E-468B-B2D8-1CE4FC5685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02521C-4A45-4CB0-A6B6-17EA622E0917}" type="slidenum">
              <a:rPr lang="en-AU" altLang="en-US" smtClean="0">
                <a:latin typeface="Times New Roman" panose="02020603050405020304" pitchFamily="18" charset="0"/>
              </a:rPr>
              <a:pPr/>
              <a:t>50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4998" name="Rectangle 2">
            <a:extLst>
              <a:ext uri="{FF2B5EF4-FFF2-40B4-BE49-F238E27FC236}">
                <a16:creationId xmlns:a16="http://schemas.microsoft.com/office/drawing/2014/main" id="{C895D536-127E-441E-B0CF-04CAC7A5F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9" name="Rectangle 3">
            <a:extLst>
              <a:ext uri="{FF2B5EF4-FFF2-40B4-BE49-F238E27FC236}">
                <a16:creationId xmlns:a16="http://schemas.microsoft.com/office/drawing/2014/main" id="{56EF6D7A-55BD-4FF6-A9DE-59366A7E29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86265C6D-E2BE-4CB8-AE92-1951504FC1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600BCEEB-DDF1-4FDA-AE53-0838EA188F9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F8CDBC-8571-4537-AFB2-94801B2844AE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8068" name="Rectangle 6">
            <a:extLst>
              <a:ext uri="{FF2B5EF4-FFF2-40B4-BE49-F238E27FC236}">
                <a16:creationId xmlns:a16="http://schemas.microsoft.com/office/drawing/2014/main" id="{34621C5A-5110-42AE-BB46-13D355270A9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88069" name="Rectangle 7">
            <a:extLst>
              <a:ext uri="{FF2B5EF4-FFF2-40B4-BE49-F238E27FC236}">
                <a16:creationId xmlns:a16="http://schemas.microsoft.com/office/drawing/2014/main" id="{6D014E23-8919-45D3-BF1B-DE52518C85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E71099-8241-4166-A403-2E33FC7346B0}" type="slidenum">
              <a:rPr lang="en-AU" altLang="en-US" smtClean="0">
                <a:latin typeface="Times New Roman" panose="02020603050405020304" pitchFamily="18" charset="0"/>
              </a:rPr>
              <a:pPr/>
              <a:t>51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8070" name="Rectangle 2">
            <a:extLst>
              <a:ext uri="{FF2B5EF4-FFF2-40B4-BE49-F238E27FC236}">
                <a16:creationId xmlns:a16="http://schemas.microsoft.com/office/drawing/2014/main" id="{592038A9-B777-4A15-9536-A9DCCB8158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71" name="Rectangle 3">
            <a:extLst>
              <a:ext uri="{FF2B5EF4-FFF2-40B4-BE49-F238E27FC236}">
                <a16:creationId xmlns:a16="http://schemas.microsoft.com/office/drawing/2014/main" id="{A362AFC4-4485-4672-A6F3-E2F7DF0F18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86265C6D-E2BE-4CB8-AE92-1951504FC1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600BCEEB-DDF1-4FDA-AE53-0838EA188F9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F8CDBC-8571-4537-AFB2-94801B2844AE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8068" name="Rectangle 6">
            <a:extLst>
              <a:ext uri="{FF2B5EF4-FFF2-40B4-BE49-F238E27FC236}">
                <a16:creationId xmlns:a16="http://schemas.microsoft.com/office/drawing/2014/main" id="{34621C5A-5110-42AE-BB46-13D355270A9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88069" name="Rectangle 7">
            <a:extLst>
              <a:ext uri="{FF2B5EF4-FFF2-40B4-BE49-F238E27FC236}">
                <a16:creationId xmlns:a16="http://schemas.microsoft.com/office/drawing/2014/main" id="{6D014E23-8919-45D3-BF1B-DE52518C85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E71099-8241-4166-A403-2E33FC7346B0}" type="slidenum">
              <a:rPr lang="en-AU" altLang="en-US" smtClean="0">
                <a:latin typeface="Times New Roman" panose="02020603050405020304" pitchFamily="18" charset="0"/>
              </a:rPr>
              <a:pPr/>
              <a:t>52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8070" name="Rectangle 2">
            <a:extLst>
              <a:ext uri="{FF2B5EF4-FFF2-40B4-BE49-F238E27FC236}">
                <a16:creationId xmlns:a16="http://schemas.microsoft.com/office/drawing/2014/main" id="{592038A9-B777-4A15-9536-A9DCCB8158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71" name="Rectangle 3">
            <a:extLst>
              <a:ext uri="{FF2B5EF4-FFF2-40B4-BE49-F238E27FC236}">
                <a16:creationId xmlns:a16="http://schemas.microsoft.com/office/drawing/2014/main" id="{A362AFC4-4485-4672-A6F3-E2F7DF0F18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34499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9187E461-EF0F-4B21-8EAE-091EC8ABD1B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2A3DBD32-2CC2-41E0-9A51-7CE69C1539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0ECC35-BD0C-481C-8262-CA56557014B4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0116" name="Rectangle 6">
            <a:extLst>
              <a:ext uri="{FF2B5EF4-FFF2-40B4-BE49-F238E27FC236}">
                <a16:creationId xmlns:a16="http://schemas.microsoft.com/office/drawing/2014/main" id="{6E51F855-A884-40DD-B13B-07915F4A039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0117" name="Rectangle 7">
            <a:extLst>
              <a:ext uri="{FF2B5EF4-FFF2-40B4-BE49-F238E27FC236}">
                <a16:creationId xmlns:a16="http://schemas.microsoft.com/office/drawing/2014/main" id="{69C0B20F-7950-4432-B189-4889AB269F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51283E-A735-4AAD-8A14-5C7890709DFE}" type="slidenum">
              <a:rPr lang="en-AU" altLang="en-US" smtClean="0">
                <a:latin typeface="Times New Roman" panose="02020603050405020304" pitchFamily="18" charset="0"/>
              </a:rPr>
              <a:pPr/>
              <a:t>53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0118" name="Rectangle 2">
            <a:extLst>
              <a:ext uri="{FF2B5EF4-FFF2-40B4-BE49-F238E27FC236}">
                <a16:creationId xmlns:a16="http://schemas.microsoft.com/office/drawing/2014/main" id="{3396F337-B9E3-4207-865D-729B18DCCE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9" name="Rectangle 3">
            <a:extLst>
              <a:ext uri="{FF2B5EF4-FFF2-40B4-BE49-F238E27FC236}">
                <a16:creationId xmlns:a16="http://schemas.microsoft.com/office/drawing/2014/main" id="{0E95E17E-B8BF-46A5-8ABB-A7500F89D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3B561990-889A-4D85-82BB-42D8DA423A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D6FFBB84-FE75-4505-977F-B2FDD51F7A8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BEABC-95B8-4968-B13F-D48FDB85CD8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2164" name="Rectangle 6">
            <a:extLst>
              <a:ext uri="{FF2B5EF4-FFF2-40B4-BE49-F238E27FC236}">
                <a16:creationId xmlns:a16="http://schemas.microsoft.com/office/drawing/2014/main" id="{8033ACB1-BBB1-4D38-936E-D166F5BC32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2165" name="Rectangle 7">
            <a:extLst>
              <a:ext uri="{FF2B5EF4-FFF2-40B4-BE49-F238E27FC236}">
                <a16:creationId xmlns:a16="http://schemas.microsoft.com/office/drawing/2014/main" id="{9A7B1ED0-394C-47B5-BE70-109074A1E4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398F59-7581-404A-9EAB-3725006BB413}" type="slidenum">
              <a:rPr lang="en-AU" altLang="en-US" smtClean="0">
                <a:latin typeface="Times New Roman" panose="02020603050405020304" pitchFamily="18" charset="0"/>
              </a:rPr>
              <a:pPr/>
              <a:t>54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2166" name="Rectangle 2">
            <a:extLst>
              <a:ext uri="{FF2B5EF4-FFF2-40B4-BE49-F238E27FC236}">
                <a16:creationId xmlns:a16="http://schemas.microsoft.com/office/drawing/2014/main" id="{EA4F6CE1-3D68-4CBC-8137-7F3A1A0072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7" name="Rectangle 3">
            <a:extLst>
              <a:ext uri="{FF2B5EF4-FFF2-40B4-BE49-F238E27FC236}">
                <a16:creationId xmlns:a16="http://schemas.microsoft.com/office/drawing/2014/main" id="{96F746E0-3F47-45F1-ABB3-85E006E13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D9802B82-477D-423C-A42E-F35D7D3B633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AFC33CAF-4489-4BB5-9F01-5D6BC407E7C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D7F557-9465-4C28-BA23-D41361A80007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4212" name="Rectangle 6">
            <a:extLst>
              <a:ext uri="{FF2B5EF4-FFF2-40B4-BE49-F238E27FC236}">
                <a16:creationId xmlns:a16="http://schemas.microsoft.com/office/drawing/2014/main" id="{400ACA38-556F-464A-8578-77F94D5AFB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4213" name="Rectangle 7">
            <a:extLst>
              <a:ext uri="{FF2B5EF4-FFF2-40B4-BE49-F238E27FC236}">
                <a16:creationId xmlns:a16="http://schemas.microsoft.com/office/drawing/2014/main" id="{F359FC7C-1B6D-42DC-9BCC-C563DD6130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059EA1-ABD1-443C-89CD-84C5B79D6AB3}" type="slidenum">
              <a:rPr lang="en-AU" altLang="en-US" smtClean="0">
                <a:latin typeface="Times New Roman" panose="02020603050405020304" pitchFamily="18" charset="0"/>
              </a:rPr>
              <a:pPr/>
              <a:t>55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4214" name="Rectangle 2">
            <a:extLst>
              <a:ext uri="{FF2B5EF4-FFF2-40B4-BE49-F238E27FC236}">
                <a16:creationId xmlns:a16="http://schemas.microsoft.com/office/drawing/2014/main" id="{660D85A2-5E54-43F0-B7E5-10FAF6FBE5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5" name="Rectangle 3">
            <a:extLst>
              <a:ext uri="{FF2B5EF4-FFF2-40B4-BE49-F238E27FC236}">
                <a16:creationId xmlns:a16="http://schemas.microsoft.com/office/drawing/2014/main" id="{3F739B3D-C022-4DE7-8DF2-F17A2C5DE2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38C9817F-5C5F-4293-B585-143096FFAD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55A15CE7-B59D-4FD0-9C16-01D58607B85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31F1FD-C39A-489A-A676-71FF2986DCB0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6260" name="Rectangle 6">
            <a:extLst>
              <a:ext uri="{FF2B5EF4-FFF2-40B4-BE49-F238E27FC236}">
                <a16:creationId xmlns:a16="http://schemas.microsoft.com/office/drawing/2014/main" id="{1D5D2D16-B17C-4380-A3AD-7570898A42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6261" name="Rectangle 7">
            <a:extLst>
              <a:ext uri="{FF2B5EF4-FFF2-40B4-BE49-F238E27FC236}">
                <a16:creationId xmlns:a16="http://schemas.microsoft.com/office/drawing/2014/main" id="{4558E1CD-1217-4148-8590-C7767B1690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9BFADC-FF24-4A0C-8F47-9B1BE642D1AB}" type="slidenum">
              <a:rPr lang="en-AU" altLang="en-US" smtClean="0">
                <a:latin typeface="Times New Roman" panose="02020603050405020304" pitchFamily="18" charset="0"/>
              </a:rPr>
              <a:pPr/>
              <a:t>56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6262" name="Rectangle 2">
            <a:extLst>
              <a:ext uri="{FF2B5EF4-FFF2-40B4-BE49-F238E27FC236}">
                <a16:creationId xmlns:a16="http://schemas.microsoft.com/office/drawing/2014/main" id="{0A068B1C-DC1F-4238-9C44-627803453E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3" name="Rectangle 3">
            <a:extLst>
              <a:ext uri="{FF2B5EF4-FFF2-40B4-BE49-F238E27FC236}">
                <a16:creationId xmlns:a16="http://schemas.microsoft.com/office/drawing/2014/main" id="{54A37DC0-134B-4F11-A9C2-66F000F65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86D0235-D309-47EF-8594-517C739775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AD4D71C2-EFBB-4D4C-833C-65480CC2B54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EB7675-FC14-4E96-BC2D-155D5EA40C02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0" name="Rectangle 6">
            <a:extLst>
              <a:ext uri="{FF2B5EF4-FFF2-40B4-BE49-F238E27FC236}">
                <a16:creationId xmlns:a16="http://schemas.microsoft.com/office/drawing/2014/main" id="{A1A81CE2-CCB5-4D1D-9FB7-F04CCA7BC92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0421" name="Rectangle 7">
            <a:extLst>
              <a:ext uri="{FF2B5EF4-FFF2-40B4-BE49-F238E27FC236}">
                <a16:creationId xmlns:a16="http://schemas.microsoft.com/office/drawing/2014/main" id="{572C772A-D273-4985-BB32-F80B567B84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A6F149-3CC2-4561-93A6-84FD34EA0BB3}" type="slidenum">
              <a:rPr lang="en-AU" altLang="en-US" smtClean="0">
                <a:latin typeface="Times New Roman" panose="02020603050405020304" pitchFamily="18" charset="0"/>
              </a:rPr>
              <a:pPr/>
              <a:t>57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2" name="Rectangle 2">
            <a:extLst>
              <a:ext uri="{FF2B5EF4-FFF2-40B4-BE49-F238E27FC236}">
                <a16:creationId xmlns:a16="http://schemas.microsoft.com/office/drawing/2014/main" id="{24155B37-4F8E-455D-9C46-67C182AA2E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56ACE785-7068-4567-856A-409C0819B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57316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8E9F3913-CAE7-4B54-B8E2-0E125323C0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9E85E556-4468-43E1-8106-D09B97889B4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84E8BE-5F9E-4115-8992-85C142C78CE5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8308" name="Rectangle 6">
            <a:extLst>
              <a:ext uri="{FF2B5EF4-FFF2-40B4-BE49-F238E27FC236}">
                <a16:creationId xmlns:a16="http://schemas.microsoft.com/office/drawing/2014/main" id="{ECC694C4-5746-4DBA-8BC8-9AC3B369AD2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8309" name="Rectangle 7">
            <a:extLst>
              <a:ext uri="{FF2B5EF4-FFF2-40B4-BE49-F238E27FC236}">
                <a16:creationId xmlns:a16="http://schemas.microsoft.com/office/drawing/2014/main" id="{68CCEE4F-E2B6-4893-901A-572376BE03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E8BC69-547B-41DC-8FFF-06D88DECD3FD}" type="slidenum">
              <a:rPr lang="en-AU" altLang="en-US" smtClean="0">
                <a:latin typeface="Times New Roman" panose="02020603050405020304" pitchFamily="18" charset="0"/>
              </a:rPr>
              <a:pPr/>
              <a:t>58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8310" name="Rectangle 2">
            <a:extLst>
              <a:ext uri="{FF2B5EF4-FFF2-40B4-BE49-F238E27FC236}">
                <a16:creationId xmlns:a16="http://schemas.microsoft.com/office/drawing/2014/main" id="{39A90089-0253-4D20-94AB-8C116D4485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11" name="Rectangle 3">
            <a:extLst>
              <a:ext uri="{FF2B5EF4-FFF2-40B4-BE49-F238E27FC236}">
                <a16:creationId xmlns:a16="http://schemas.microsoft.com/office/drawing/2014/main" id="{AC8029A5-DC96-4669-B797-CE814C489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8E9F3913-CAE7-4B54-B8E2-0E125323C0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9E85E556-4468-43E1-8106-D09B97889B4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84E8BE-5F9E-4115-8992-85C142C78CE5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8308" name="Rectangle 6">
            <a:extLst>
              <a:ext uri="{FF2B5EF4-FFF2-40B4-BE49-F238E27FC236}">
                <a16:creationId xmlns:a16="http://schemas.microsoft.com/office/drawing/2014/main" id="{ECC694C4-5746-4DBA-8BC8-9AC3B369AD2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8309" name="Rectangle 7">
            <a:extLst>
              <a:ext uri="{FF2B5EF4-FFF2-40B4-BE49-F238E27FC236}">
                <a16:creationId xmlns:a16="http://schemas.microsoft.com/office/drawing/2014/main" id="{68CCEE4F-E2B6-4893-901A-572376BE03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E8BC69-547B-41DC-8FFF-06D88DECD3FD}" type="slidenum">
              <a:rPr lang="en-AU" altLang="en-US" smtClean="0">
                <a:latin typeface="Times New Roman" panose="02020603050405020304" pitchFamily="18" charset="0"/>
              </a:rPr>
              <a:pPr/>
              <a:t>59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8310" name="Rectangle 2">
            <a:extLst>
              <a:ext uri="{FF2B5EF4-FFF2-40B4-BE49-F238E27FC236}">
                <a16:creationId xmlns:a16="http://schemas.microsoft.com/office/drawing/2014/main" id="{39A90089-0253-4D20-94AB-8C116D4485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11" name="Rectangle 3">
            <a:extLst>
              <a:ext uri="{FF2B5EF4-FFF2-40B4-BE49-F238E27FC236}">
                <a16:creationId xmlns:a16="http://schemas.microsoft.com/office/drawing/2014/main" id="{AC8029A5-DC96-4669-B797-CE814C489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503984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01B5DD41-598C-40C2-9938-78E1315695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C11E6DA9-1C96-4434-B5FF-460A28A36A5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93BDCC-814C-4C99-85FB-8A8BE8CC5E62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0356" name="Rectangle 6">
            <a:extLst>
              <a:ext uri="{FF2B5EF4-FFF2-40B4-BE49-F238E27FC236}">
                <a16:creationId xmlns:a16="http://schemas.microsoft.com/office/drawing/2014/main" id="{B614CCF7-A82C-482A-8A93-FD1C370212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00357" name="Rectangle 7">
            <a:extLst>
              <a:ext uri="{FF2B5EF4-FFF2-40B4-BE49-F238E27FC236}">
                <a16:creationId xmlns:a16="http://schemas.microsoft.com/office/drawing/2014/main" id="{A15ECDA4-24B9-4A5E-BC57-4F2ED4A992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55B884-DB10-47EA-9046-1457A46FDD5A}" type="slidenum">
              <a:rPr lang="en-AU" altLang="en-US" smtClean="0">
                <a:latin typeface="Times New Roman" panose="02020603050405020304" pitchFamily="18" charset="0"/>
              </a:rPr>
              <a:pPr/>
              <a:t>60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0358" name="Rectangle 2">
            <a:extLst>
              <a:ext uri="{FF2B5EF4-FFF2-40B4-BE49-F238E27FC236}">
                <a16:creationId xmlns:a16="http://schemas.microsoft.com/office/drawing/2014/main" id="{16D6E650-9BC2-43B4-9282-547EAAB6B5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9" name="Rectangle 3">
            <a:extLst>
              <a:ext uri="{FF2B5EF4-FFF2-40B4-BE49-F238E27FC236}">
                <a16:creationId xmlns:a16="http://schemas.microsoft.com/office/drawing/2014/main" id="{40C0AE49-B82D-4687-88FF-AAF5F3976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3A2F71E6-DCFB-481B-8305-25FD623610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9ED2A610-450F-4493-BA42-58E356F812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299326-4CC7-40EC-91D5-52EDD986206C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2404" name="Rectangle 6">
            <a:extLst>
              <a:ext uri="{FF2B5EF4-FFF2-40B4-BE49-F238E27FC236}">
                <a16:creationId xmlns:a16="http://schemas.microsoft.com/office/drawing/2014/main" id="{1A623171-2630-40F2-8FF9-7DA174679BD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02405" name="Rectangle 7">
            <a:extLst>
              <a:ext uri="{FF2B5EF4-FFF2-40B4-BE49-F238E27FC236}">
                <a16:creationId xmlns:a16="http://schemas.microsoft.com/office/drawing/2014/main" id="{2EE604F5-1576-441E-9192-9DA4D211E4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33DF68-A4CA-48C3-8C15-114CA1388743}" type="slidenum">
              <a:rPr lang="en-AU" altLang="en-US" smtClean="0">
                <a:latin typeface="Times New Roman" panose="02020603050405020304" pitchFamily="18" charset="0"/>
              </a:rPr>
              <a:pPr/>
              <a:t>61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2406" name="Rectangle 2">
            <a:extLst>
              <a:ext uri="{FF2B5EF4-FFF2-40B4-BE49-F238E27FC236}">
                <a16:creationId xmlns:a16="http://schemas.microsoft.com/office/drawing/2014/main" id="{98D43170-FD6D-4E6D-9F46-F0DD3B6FE4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7" name="Rectangle 3">
            <a:extLst>
              <a:ext uri="{FF2B5EF4-FFF2-40B4-BE49-F238E27FC236}">
                <a16:creationId xmlns:a16="http://schemas.microsoft.com/office/drawing/2014/main" id="{5741E1DA-7BDB-4DBD-A5FF-546634AB06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29E65A2C-1C95-4FDB-9E8F-DEBD826E4E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F7672949-18C9-4532-959B-A45BE764BE4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5FB518-4950-47EF-BC7A-5E742B83F5A2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4452" name="Rectangle 6">
            <a:extLst>
              <a:ext uri="{FF2B5EF4-FFF2-40B4-BE49-F238E27FC236}">
                <a16:creationId xmlns:a16="http://schemas.microsoft.com/office/drawing/2014/main" id="{128028F2-8B18-468F-83C3-A9B3AC0857B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04453" name="Rectangle 7">
            <a:extLst>
              <a:ext uri="{FF2B5EF4-FFF2-40B4-BE49-F238E27FC236}">
                <a16:creationId xmlns:a16="http://schemas.microsoft.com/office/drawing/2014/main" id="{A3E2AD84-7A20-456F-BDD0-5ADA817EA7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2AFF7F-192A-421F-9118-CA4B62769249}" type="slidenum">
              <a:rPr lang="en-AU" altLang="en-US" smtClean="0">
                <a:latin typeface="Times New Roman" panose="02020603050405020304" pitchFamily="18" charset="0"/>
              </a:rPr>
              <a:pPr/>
              <a:t>62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4454" name="Rectangle 2">
            <a:extLst>
              <a:ext uri="{FF2B5EF4-FFF2-40B4-BE49-F238E27FC236}">
                <a16:creationId xmlns:a16="http://schemas.microsoft.com/office/drawing/2014/main" id="{99A7332A-C6C7-4730-966C-9901FA1D92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5" name="Rectangle 3">
            <a:extLst>
              <a:ext uri="{FF2B5EF4-FFF2-40B4-BE49-F238E27FC236}">
                <a16:creationId xmlns:a16="http://schemas.microsoft.com/office/drawing/2014/main" id="{183C80D8-EE72-43C3-B6A8-6271FE241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6E2A2922-D96F-4A0C-8E57-B4601254EC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68594EF3-A69A-42C9-B3E9-B06FB78A184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CD1E04-A7E7-47DE-8663-5FE19C9313A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6500" name="Rectangle 6">
            <a:extLst>
              <a:ext uri="{FF2B5EF4-FFF2-40B4-BE49-F238E27FC236}">
                <a16:creationId xmlns:a16="http://schemas.microsoft.com/office/drawing/2014/main" id="{060A99BA-708D-4B74-90C1-7EEAF2B295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06501" name="Rectangle 7">
            <a:extLst>
              <a:ext uri="{FF2B5EF4-FFF2-40B4-BE49-F238E27FC236}">
                <a16:creationId xmlns:a16="http://schemas.microsoft.com/office/drawing/2014/main" id="{57A93DE0-3ECD-4B57-BE72-161270A48E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17A992-AF0E-4FC0-83DC-C49BF703CA24}" type="slidenum">
              <a:rPr lang="en-AU" altLang="en-US" smtClean="0">
                <a:latin typeface="Times New Roman" panose="02020603050405020304" pitchFamily="18" charset="0"/>
              </a:rPr>
              <a:pPr/>
              <a:t>63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6502" name="Rectangle 2">
            <a:extLst>
              <a:ext uri="{FF2B5EF4-FFF2-40B4-BE49-F238E27FC236}">
                <a16:creationId xmlns:a16="http://schemas.microsoft.com/office/drawing/2014/main" id="{06196D29-C251-425A-9923-26F7ACBE27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3" name="Rectangle 3">
            <a:extLst>
              <a:ext uri="{FF2B5EF4-FFF2-40B4-BE49-F238E27FC236}">
                <a16:creationId xmlns:a16="http://schemas.microsoft.com/office/drawing/2014/main" id="{DC41DEC8-9C76-433E-AE2B-B76AF9FFBE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F681E342-3287-4815-AB69-323936334B7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2A51B455-56E8-49B8-B3F0-0DC8152E7B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0573C7-AC0B-4F00-9D81-E6D41E6F6756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8548" name="Rectangle 6">
            <a:extLst>
              <a:ext uri="{FF2B5EF4-FFF2-40B4-BE49-F238E27FC236}">
                <a16:creationId xmlns:a16="http://schemas.microsoft.com/office/drawing/2014/main" id="{3AEAC277-5F7D-4A4A-9B21-9FCDDC7817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08549" name="Rectangle 7">
            <a:extLst>
              <a:ext uri="{FF2B5EF4-FFF2-40B4-BE49-F238E27FC236}">
                <a16:creationId xmlns:a16="http://schemas.microsoft.com/office/drawing/2014/main" id="{00BD8F96-911D-448F-83E4-C7FAB7BA2D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CDF10E-3F93-43A6-877F-C2C7C95C321C}" type="slidenum">
              <a:rPr lang="en-AU" altLang="en-US" smtClean="0">
                <a:latin typeface="Times New Roman" panose="02020603050405020304" pitchFamily="18" charset="0"/>
              </a:rPr>
              <a:pPr/>
              <a:t>64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8550" name="Rectangle 2">
            <a:extLst>
              <a:ext uri="{FF2B5EF4-FFF2-40B4-BE49-F238E27FC236}">
                <a16:creationId xmlns:a16="http://schemas.microsoft.com/office/drawing/2014/main" id="{FC6FF726-3137-4F31-9FA2-F16AB8E4CC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51" name="Rectangle 3">
            <a:extLst>
              <a:ext uri="{FF2B5EF4-FFF2-40B4-BE49-F238E27FC236}">
                <a16:creationId xmlns:a16="http://schemas.microsoft.com/office/drawing/2014/main" id="{3483EE73-E4C5-4175-BC1E-652E826519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950A2040-440C-4247-BDC9-6462056EDE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2901FADA-0ECC-4925-82FE-263C4FF0B83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B42EA1-3C9C-4540-B418-A93FB6B3CB2E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0596" name="Rectangle 6">
            <a:extLst>
              <a:ext uri="{FF2B5EF4-FFF2-40B4-BE49-F238E27FC236}">
                <a16:creationId xmlns:a16="http://schemas.microsoft.com/office/drawing/2014/main" id="{4FEC6F06-A108-4643-93FA-8BD4AEB1C3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0597" name="Rectangle 7">
            <a:extLst>
              <a:ext uri="{FF2B5EF4-FFF2-40B4-BE49-F238E27FC236}">
                <a16:creationId xmlns:a16="http://schemas.microsoft.com/office/drawing/2014/main" id="{5CD94BF1-A293-44F7-A5EA-1663A4D32D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B4FF40-19F7-4914-BCC0-AD39585DEB91}" type="slidenum">
              <a:rPr lang="en-AU" altLang="en-US" smtClean="0">
                <a:latin typeface="Times New Roman" panose="02020603050405020304" pitchFamily="18" charset="0"/>
              </a:rPr>
              <a:pPr/>
              <a:t>65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0598" name="Rectangle 2">
            <a:extLst>
              <a:ext uri="{FF2B5EF4-FFF2-40B4-BE49-F238E27FC236}">
                <a16:creationId xmlns:a16="http://schemas.microsoft.com/office/drawing/2014/main" id="{20B5BC38-D63C-4550-983F-58826B8548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9" name="Rectangle 3">
            <a:extLst>
              <a:ext uri="{FF2B5EF4-FFF2-40B4-BE49-F238E27FC236}">
                <a16:creationId xmlns:a16="http://schemas.microsoft.com/office/drawing/2014/main" id="{8F390D24-D2A5-4323-AB73-056D4E127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950A2040-440C-4247-BDC9-6462056EDE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2901FADA-0ECC-4925-82FE-263C4FF0B83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B42EA1-3C9C-4540-B418-A93FB6B3CB2E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0596" name="Rectangle 6">
            <a:extLst>
              <a:ext uri="{FF2B5EF4-FFF2-40B4-BE49-F238E27FC236}">
                <a16:creationId xmlns:a16="http://schemas.microsoft.com/office/drawing/2014/main" id="{4FEC6F06-A108-4643-93FA-8BD4AEB1C3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0597" name="Rectangle 7">
            <a:extLst>
              <a:ext uri="{FF2B5EF4-FFF2-40B4-BE49-F238E27FC236}">
                <a16:creationId xmlns:a16="http://schemas.microsoft.com/office/drawing/2014/main" id="{5CD94BF1-A293-44F7-A5EA-1663A4D32D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B4FF40-19F7-4914-BCC0-AD39585DEB91}" type="slidenum">
              <a:rPr lang="en-AU" altLang="en-US" smtClean="0">
                <a:latin typeface="Times New Roman" panose="02020603050405020304" pitchFamily="18" charset="0"/>
              </a:rPr>
              <a:pPr/>
              <a:t>66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0598" name="Rectangle 2">
            <a:extLst>
              <a:ext uri="{FF2B5EF4-FFF2-40B4-BE49-F238E27FC236}">
                <a16:creationId xmlns:a16="http://schemas.microsoft.com/office/drawing/2014/main" id="{20B5BC38-D63C-4550-983F-58826B8548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9" name="Rectangle 3">
            <a:extLst>
              <a:ext uri="{FF2B5EF4-FFF2-40B4-BE49-F238E27FC236}">
                <a16:creationId xmlns:a16="http://schemas.microsoft.com/office/drawing/2014/main" id="{8F390D24-D2A5-4323-AB73-056D4E127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90720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6D186A45-67E7-4E18-A783-9A50C7D516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55A07EF-4126-44EA-818F-40DE49C2C4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E378F2-A59E-42D9-8487-C6AEA3F99F87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4" name="Rectangle 6">
            <a:extLst>
              <a:ext uri="{FF2B5EF4-FFF2-40B4-BE49-F238E27FC236}">
                <a16:creationId xmlns:a16="http://schemas.microsoft.com/office/drawing/2014/main" id="{0FC19DA7-4A1B-4012-9C33-7DF33BBA5F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2645" name="Rectangle 7">
            <a:extLst>
              <a:ext uri="{FF2B5EF4-FFF2-40B4-BE49-F238E27FC236}">
                <a16:creationId xmlns:a16="http://schemas.microsoft.com/office/drawing/2014/main" id="{716E5100-7318-4BC8-A5CA-44FFC1782B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7D547D-BF24-48D3-B70E-30B7BE146A34}" type="slidenum">
              <a:rPr lang="en-AU" altLang="en-US" smtClean="0">
                <a:latin typeface="Times New Roman" panose="02020603050405020304" pitchFamily="18" charset="0"/>
              </a:rPr>
              <a:pPr/>
              <a:t>67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6" name="Rectangle 2">
            <a:extLst>
              <a:ext uri="{FF2B5EF4-FFF2-40B4-BE49-F238E27FC236}">
                <a16:creationId xmlns:a16="http://schemas.microsoft.com/office/drawing/2014/main" id="{64EB3935-B7D3-4214-B580-B93ED8A62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7" name="Rectangle 3">
            <a:extLst>
              <a:ext uri="{FF2B5EF4-FFF2-40B4-BE49-F238E27FC236}">
                <a16:creationId xmlns:a16="http://schemas.microsoft.com/office/drawing/2014/main" id="{DD78F54F-D415-457D-8186-8DB5A8B78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816080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6D186A45-67E7-4E18-A783-9A50C7D516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55A07EF-4126-44EA-818F-40DE49C2C4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E378F2-A59E-42D9-8487-C6AEA3F99F87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4" name="Rectangle 6">
            <a:extLst>
              <a:ext uri="{FF2B5EF4-FFF2-40B4-BE49-F238E27FC236}">
                <a16:creationId xmlns:a16="http://schemas.microsoft.com/office/drawing/2014/main" id="{0FC19DA7-4A1B-4012-9C33-7DF33BBA5F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2645" name="Rectangle 7">
            <a:extLst>
              <a:ext uri="{FF2B5EF4-FFF2-40B4-BE49-F238E27FC236}">
                <a16:creationId xmlns:a16="http://schemas.microsoft.com/office/drawing/2014/main" id="{716E5100-7318-4BC8-A5CA-44FFC1782B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7D547D-BF24-48D3-B70E-30B7BE146A34}" type="slidenum">
              <a:rPr lang="en-AU" altLang="en-US" smtClean="0">
                <a:latin typeface="Times New Roman" panose="02020603050405020304" pitchFamily="18" charset="0"/>
              </a:rPr>
              <a:pPr/>
              <a:t>68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6" name="Rectangle 2">
            <a:extLst>
              <a:ext uri="{FF2B5EF4-FFF2-40B4-BE49-F238E27FC236}">
                <a16:creationId xmlns:a16="http://schemas.microsoft.com/office/drawing/2014/main" id="{64EB3935-B7D3-4214-B580-B93ED8A62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7" name="Rectangle 3">
            <a:extLst>
              <a:ext uri="{FF2B5EF4-FFF2-40B4-BE49-F238E27FC236}">
                <a16:creationId xmlns:a16="http://schemas.microsoft.com/office/drawing/2014/main" id="{DD78F54F-D415-457D-8186-8DB5A8B78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6D186A45-67E7-4E18-A783-9A50C7D516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55A07EF-4126-44EA-818F-40DE49C2C4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E378F2-A59E-42D9-8487-C6AEA3F99F87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4" name="Rectangle 6">
            <a:extLst>
              <a:ext uri="{FF2B5EF4-FFF2-40B4-BE49-F238E27FC236}">
                <a16:creationId xmlns:a16="http://schemas.microsoft.com/office/drawing/2014/main" id="{0FC19DA7-4A1B-4012-9C33-7DF33BBA5F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2645" name="Rectangle 7">
            <a:extLst>
              <a:ext uri="{FF2B5EF4-FFF2-40B4-BE49-F238E27FC236}">
                <a16:creationId xmlns:a16="http://schemas.microsoft.com/office/drawing/2014/main" id="{716E5100-7318-4BC8-A5CA-44FFC1782B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7D547D-BF24-48D3-B70E-30B7BE146A34}" type="slidenum">
              <a:rPr lang="en-AU" altLang="en-US" smtClean="0">
                <a:latin typeface="Times New Roman" panose="02020603050405020304" pitchFamily="18" charset="0"/>
              </a:rPr>
              <a:pPr/>
              <a:t>69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6" name="Rectangle 2">
            <a:extLst>
              <a:ext uri="{FF2B5EF4-FFF2-40B4-BE49-F238E27FC236}">
                <a16:creationId xmlns:a16="http://schemas.microsoft.com/office/drawing/2014/main" id="{64EB3935-B7D3-4214-B580-B93ED8A62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7" name="Rectangle 3">
            <a:extLst>
              <a:ext uri="{FF2B5EF4-FFF2-40B4-BE49-F238E27FC236}">
                <a16:creationId xmlns:a16="http://schemas.microsoft.com/office/drawing/2014/main" id="{DD78F54F-D415-457D-8186-8DB5A8B78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620466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6D186A45-67E7-4E18-A783-9A50C7D516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55A07EF-4126-44EA-818F-40DE49C2C4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E378F2-A59E-42D9-8487-C6AEA3F99F87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4" name="Rectangle 6">
            <a:extLst>
              <a:ext uri="{FF2B5EF4-FFF2-40B4-BE49-F238E27FC236}">
                <a16:creationId xmlns:a16="http://schemas.microsoft.com/office/drawing/2014/main" id="{0FC19DA7-4A1B-4012-9C33-7DF33BBA5F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2645" name="Rectangle 7">
            <a:extLst>
              <a:ext uri="{FF2B5EF4-FFF2-40B4-BE49-F238E27FC236}">
                <a16:creationId xmlns:a16="http://schemas.microsoft.com/office/drawing/2014/main" id="{716E5100-7318-4BC8-A5CA-44FFC1782B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7D547D-BF24-48D3-B70E-30B7BE146A34}" type="slidenum">
              <a:rPr lang="en-AU" altLang="en-US" smtClean="0">
                <a:latin typeface="Times New Roman" panose="02020603050405020304" pitchFamily="18" charset="0"/>
              </a:rPr>
              <a:pPr/>
              <a:t>70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6" name="Rectangle 2">
            <a:extLst>
              <a:ext uri="{FF2B5EF4-FFF2-40B4-BE49-F238E27FC236}">
                <a16:creationId xmlns:a16="http://schemas.microsoft.com/office/drawing/2014/main" id="{64EB3935-B7D3-4214-B580-B93ED8A62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7" name="Rectangle 3">
            <a:extLst>
              <a:ext uri="{FF2B5EF4-FFF2-40B4-BE49-F238E27FC236}">
                <a16:creationId xmlns:a16="http://schemas.microsoft.com/office/drawing/2014/main" id="{DD78F54F-D415-457D-8186-8DB5A8B78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441202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692F040-1854-48E5-BEC0-E8FEECA356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DF4505F3-5643-41C9-A9A6-2629BF39AB2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493C71-1B21-4E78-8AFF-CC20C7F731F9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4692" name="Rectangle 6">
            <a:extLst>
              <a:ext uri="{FF2B5EF4-FFF2-40B4-BE49-F238E27FC236}">
                <a16:creationId xmlns:a16="http://schemas.microsoft.com/office/drawing/2014/main" id="{B516F227-BF2C-4E24-9E8E-64398A54210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4693" name="Rectangle 7">
            <a:extLst>
              <a:ext uri="{FF2B5EF4-FFF2-40B4-BE49-F238E27FC236}">
                <a16:creationId xmlns:a16="http://schemas.microsoft.com/office/drawing/2014/main" id="{E2C12AFF-BDBD-46A6-8D11-EC02B5DDE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F24A9F-54B3-4C07-B711-A6BB0B635193}" type="slidenum">
              <a:rPr lang="en-AU" altLang="en-US" smtClean="0">
                <a:latin typeface="Times New Roman" panose="02020603050405020304" pitchFamily="18" charset="0"/>
              </a:rPr>
              <a:pPr/>
              <a:t>71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4694" name="Rectangle 2">
            <a:extLst>
              <a:ext uri="{FF2B5EF4-FFF2-40B4-BE49-F238E27FC236}">
                <a16:creationId xmlns:a16="http://schemas.microsoft.com/office/drawing/2014/main" id="{8000118F-86E6-4608-8066-7450E509AD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5" name="Rectangle 3">
            <a:extLst>
              <a:ext uri="{FF2B5EF4-FFF2-40B4-BE49-F238E27FC236}">
                <a16:creationId xmlns:a16="http://schemas.microsoft.com/office/drawing/2014/main" id="{2210E239-ABBC-4E76-9080-A2EE43310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86D0235-D309-47EF-8594-517C739775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AD4D71C2-EFBB-4D4C-833C-65480CC2B54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EB7675-FC14-4E96-BC2D-155D5EA40C02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0" name="Rectangle 6">
            <a:extLst>
              <a:ext uri="{FF2B5EF4-FFF2-40B4-BE49-F238E27FC236}">
                <a16:creationId xmlns:a16="http://schemas.microsoft.com/office/drawing/2014/main" id="{A1A81CE2-CCB5-4D1D-9FB7-F04CCA7BC92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0421" name="Rectangle 7">
            <a:extLst>
              <a:ext uri="{FF2B5EF4-FFF2-40B4-BE49-F238E27FC236}">
                <a16:creationId xmlns:a16="http://schemas.microsoft.com/office/drawing/2014/main" id="{572C772A-D273-4985-BB32-F80B567B84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A6F149-3CC2-4561-93A6-84FD34EA0BB3}" type="slidenum">
              <a:rPr lang="en-AU" altLang="en-US" smtClean="0">
                <a:latin typeface="Times New Roman" panose="02020603050405020304" pitchFamily="18" charset="0"/>
              </a:rPr>
              <a:pPr/>
              <a:t>72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2" name="Rectangle 2">
            <a:extLst>
              <a:ext uri="{FF2B5EF4-FFF2-40B4-BE49-F238E27FC236}">
                <a16:creationId xmlns:a16="http://schemas.microsoft.com/office/drawing/2014/main" id="{24155B37-4F8E-455D-9C46-67C182AA2E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56ACE785-7068-4567-856A-409C0819B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77867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048BCA4F-A971-433C-ADC7-CA5AA028D5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62C0D2D9-9051-4309-BA78-F2C9B2D821B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837D65-8BDF-44BC-B691-75950F26DA2C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6740" name="Rectangle 6">
            <a:extLst>
              <a:ext uri="{FF2B5EF4-FFF2-40B4-BE49-F238E27FC236}">
                <a16:creationId xmlns:a16="http://schemas.microsoft.com/office/drawing/2014/main" id="{AD43A2DD-CB8E-4838-BBF4-6D36B847969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6741" name="Rectangle 7">
            <a:extLst>
              <a:ext uri="{FF2B5EF4-FFF2-40B4-BE49-F238E27FC236}">
                <a16:creationId xmlns:a16="http://schemas.microsoft.com/office/drawing/2014/main" id="{EECD34DF-AD2D-41BA-A595-5566B5BBC2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3A7E34-4D9D-4DDE-BFDC-ABBBFC83EE97}" type="slidenum">
              <a:rPr lang="en-AU" altLang="en-US" smtClean="0">
                <a:latin typeface="Times New Roman" panose="02020603050405020304" pitchFamily="18" charset="0"/>
              </a:rPr>
              <a:pPr/>
              <a:t>73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6742" name="Rectangle 2">
            <a:extLst>
              <a:ext uri="{FF2B5EF4-FFF2-40B4-BE49-F238E27FC236}">
                <a16:creationId xmlns:a16="http://schemas.microsoft.com/office/drawing/2014/main" id="{BB13C431-2F47-47DA-A8B9-30A60F1675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3" name="Rectangle 3">
            <a:extLst>
              <a:ext uri="{FF2B5EF4-FFF2-40B4-BE49-F238E27FC236}">
                <a16:creationId xmlns:a16="http://schemas.microsoft.com/office/drawing/2014/main" id="{0B56B3ED-DCA5-4CFF-BB2F-4025054FBE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692F040-1854-48E5-BEC0-E8FEECA356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DF4505F3-5643-41C9-A9A6-2629BF39AB2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493C71-1B21-4E78-8AFF-CC20C7F731F9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4692" name="Rectangle 6">
            <a:extLst>
              <a:ext uri="{FF2B5EF4-FFF2-40B4-BE49-F238E27FC236}">
                <a16:creationId xmlns:a16="http://schemas.microsoft.com/office/drawing/2014/main" id="{B516F227-BF2C-4E24-9E8E-64398A54210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4693" name="Rectangle 7">
            <a:extLst>
              <a:ext uri="{FF2B5EF4-FFF2-40B4-BE49-F238E27FC236}">
                <a16:creationId xmlns:a16="http://schemas.microsoft.com/office/drawing/2014/main" id="{E2C12AFF-BDBD-46A6-8D11-EC02B5DDE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F24A9F-54B3-4C07-B711-A6BB0B635193}" type="slidenum">
              <a:rPr lang="en-AU" altLang="en-US" smtClean="0">
                <a:latin typeface="Times New Roman" panose="02020603050405020304" pitchFamily="18" charset="0"/>
              </a:rPr>
              <a:pPr/>
              <a:t>74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4694" name="Rectangle 2">
            <a:extLst>
              <a:ext uri="{FF2B5EF4-FFF2-40B4-BE49-F238E27FC236}">
                <a16:creationId xmlns:a16="http://schemas.microsoft.com/office/drawing/2014/main" id="{8000118F-86E6-4608-8066-7450E509AD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5" name="Rectangle 3">
            <a:extLst>
              <a:ext uri="{FF2B5EF4-FFF2-40B4-BE49-F238E27FC236}">
                <a16:creationId xmlns:a16="http://schemas.microsoft.com/office/drawing/2014/main" id="{2210E239-ABBC-4E76-9080-A2EE43310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44477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74AD42A8-0EF4-436F-8B43-4CAD7BE463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0BCEA653-C41D-46E1-ADF2-6F7381BD9B5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388946-46C1-4D64-8C26-C666D95D6E4C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0836" name="Rectangle 6">
            <a:extLst>
              <a:ext uri="{FF2B5EF4-FFF2-40B4-BE49-F238E27FC236}">
                <a16:creationId xmlns:a16="http://schemas.microsoft.com/office/drawing/2014/main" id="{69FBEC6F-8B36-4F8C-A630-6AE2341DFE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20837" name="Rectangle 7">
            <a:extLst>
              <a:ext uri="{FF2B5EF4-FFF2-40B4-BE49-F238E27FC236}">
                <a16:creationId xmlns:a16="http://schemas.microsoft.com/office/drawing/2014/main" id="{45D70543-1511-417C-9788-3A722800D7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38B893-9811-45B9-8BF6-4CA077292421}" type="slidenum">
              <a:rPr lang="en-AU" altLang="en-US" smtClean="0">
                <a:latin typeface="Times New Roman" panose="02020603050405020304" pitchFamily="18" charset="0"/>
              </a:rPr>
              <a:pPr/>
              <a:t>75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0838" name="Rectangle 2">
            <a:extLst>
              <a:ext uri="{FF2B5EF4-FFF2-40B4-BE49-F238E27FC236}">
                <a16:creationId xmlns:a16="http://schemas.microsoft.com/office/drawing/2014/main" id="{47DB3ED0-8748-45C1-A2FE-1E1B1CDCC9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9" name="Rectangle 3">
            <a:extLst>
              <a:ext uri="{FF2B5EF4-FFF2-40B4-BE49-F238E27FC236}">
                <a16:creationId xmlns:a16="http://schemas.microsoft.com/office/drawing/2014/main" id="{DD76E837-734D-4B94-BAC6-1C333FE173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F491A726-207A-4E5F-8008-E4485F1C2E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E7DCD0BF-B283-4910-81E3-F00F634A101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0BA584-B0E7-448C-9C2E-AD67E12F9D0B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2884" name="Rectangle 6">
            <a:extLst>
              <a:ext uri="{FF2B5EF4-FFF2-40B4-BE49-F238E27FC236}">
                <a16:creationId xmlns:a16="http://schemas.microsoft.com/office/drawing/2014/main" id="{8B85A2E9-EB06-4236-8A9B-2814334051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22885" name="Rectangle 7">
            <a:extLst>
              <a:ext uri="{FF2B5EF4-FFF2-40B4-BE49-F238E27FC236}">
                <a16:creationId xmlns:a16="http://schemas.microsoft.com/office/drawing/2014/main" id="{3F3D72F2-12AF-47FF-8C36-7996E41FC6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BEB632-8A04-497A-8C92-EC1892E3B150}" type="slidenum">
              <a:rPr lang="en-AU" altLang="en-US" smtClean="0">
                <a:latin typeface="Times New Roman" panose="02020603050405020304" pitchFamily="18" charset="0"/>
              </a:rPr>
              <a:pPr/>
              <a:t>76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2886" name="Rectangle 2">
            <a:extLst>
              <a:ext uri="{FF2B5EF4-FFF2-40B4-BE49-F238E27FC236}">
                <a16:creationId xmlns:a16="http://schemas.microsoft.com/office/drawing/2014/main" id="{0C43C320-7629-4402-9B5A-9D773730C1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7" name="Rectangle 3">
            <a:extLst>
              <a:ext uri="{FF2B5EF4-FFF2-40B4-BE49-F238E27FC236}">
                <a16:creationId xmlns:a16="http://schemas.microsoft.com/office/drawing/2014/main" id="{0E008AC5-789F-49F4-A15A-DF5A80CA9D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5017983E-B81D-4D74-BFBD-BE4398B825A9}" type="datetime3">
              <a:rPr lang="en-AU" altLang="en-US" smtClean="0"/>
              <a:pPr>
                <a:defRPr/>
              </a:pPr>
              <a:t>1 December, 2025</a:t>
            </a:fld>
            <a:endParaRPr lang="en-AU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C9544-7E09-48C8-BC8D-68BFBF6C15A3}" type="slidenum">
              <a:rPr lang="en-AU" altLang="en-US" smtClean="0"/>
              <a:pPr>
                <a:defRPr/>
              </a:pPr>
              <a:t>78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2887203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FAD4AD8-B461-4C5E-AD21-3B5F6E5DBB7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D6280B0A-9815-4660-B89E-705BA430AB6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6D33AF-9E58-46B5-A8E7-235F7347CA24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4516" name="Rectangle 6">
            <a:extLst>
              <a:ext uri="{FF2B5EF4-FFF2-40B4-BE49-F238E27FC236}">
                <a16:creationId xmlns:a16="http://schemas.microsoft.com/office/drawing/2014/main" id="{BBE7226B-3EC2-4BB9-8B70-E2FB43118BE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4517" name="Rectangle 7">
            <a:extLst>
              <a:ext uri="{FF2B5EF4-FFF2-40B4-BE49-F238E27FC236}">
                <a16:creationId xmlns:a16="http://schemas.microsoft.com/office/drawing/2014/main" id="{1FC12B73-4323-485B-9EEC-E178544958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D73FCD-DC23-4442-9D36-91C8DFAC0341}" type="slidenum">
              <a:rPr lang="en-AU" altLang="en-US" smtClean="0">
                <a:latin typeface="Times New Roman" panose="02020603050405020304" pitchFamily="18" charset="0"/>
              </a:rPr>
              <a:pPr/>
              <a:t>79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4518" name="Rectangle 2">
            <a:extLst>
              <a:ext uri="{FF2B5EF4-FFF2-40B4-BE49-F238E27FC236}">
                <a16:creationId xmlns:a16="http://schemas.microsoft.com/office/drawing/2014/main" id="{B268B78C-CC44-4057-A56B-9BBD73D208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9" name="Rectangle 3">
            <a:extLst>
              <a:ext uri="{FF2B5EF4-FFF2-40B4-BE49-F238E27FC236}">
                <a16:creationId xmlns:a16="http://schemas.microsoft.com/office/drawing/2014/main" id="{11D694A5-6A7A-41C7-80BE-245413768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052886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D0D7DD1F-8BB7-4A07-B252-06DECD0FC8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9FE36021-58FD-449F-9B34-FD8855AE668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BD72AC-E835-40B6-A50E-EB73208A3258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9028" name="Rectangle 6">
            <a:extLst>
              <a:ext uri="{FF2B5EF4-FFF2-40B4-BE49-F238E27FC236}">
                <a16:creationId xmlns:a16="http://schemas.microsoft.com/office/drawing/2014/main" id="{DE97E93E-5213-45B4-AF2F-2797857A8F1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29029" name="Rectangle 7">
            <a:extLst>
              <a:ext uri="{FF2B5EF4-FFF2-40B4-BE49-F238E27FC236}">
                <a16:creationId xmlns:a16="http://schemas.microsoft.com/office/drawing/2014/main" id="{A74A216E-951C-417A-A479-874C332F2B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486A1D-6386-4BCD-AF20-ECDF134FC38D}" type="slidenum">
              <a:rPr lang="en-AU" altLang="en-US" smtClean="0">
                <a:latin typeface="Times New Roman" panose="02020603050405020304" pitchFamily="18" charset="0"/>
              </a:rPr>
              <a:pPr/>
              <a:t>80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9030" name="Rectangle 2">
            <a:extLst>
              <a:ext uri="{FF2B5EF4-FFF2-40B4-BE49-F238E27FC236}">
                <a16:creationId xmlns:a16="http://schemas.microsoft.com/office/drawing/2014/main" id="{52534B36-A307-472E-8190-4E7AF8C22E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31" name="Rectangle 3">
            <a:extLst>
              <a:ext uri="{FF2B5EF4-FFF2-40B4-BE49-F238E27FC236}">
                <a16:creationId xmlns:a16="http://schemas.microsoft.com/office/drawing/2014/main" id="{73AEC387-A32F-47B7-AC6A-90B051BFC2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8C9535C2-28D1-4E66-81DF-6764FB42D4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37459992-FD0B-4DEA-89BE-434963A1F20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4E5BDE-DC09-4EF9-9944-CC2FFF5368FB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1076" name="Rectangle 6">
            <a:extLst>
              <a:ext uri="{FF2B5EF4-FFF2-40B4-BE49-F238E27FC236}">
                <a16:creationId xmlns:a16="http://schemas.microsoft.com/office/drawing/2014/main" id="{6583FF1B-F0E8-4D97-A90E-1B68B91DC1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1077" name="Rectangle 7">
            <a:extLst>
              <a:ext uri="{FF2B5EF4-FFF2-40B4-BE49-F238E27FC236}">
                <a16:creationId xmlns:a16="http://schemas.microsoft.com/office/drawing/2014/main" id="{2DFA3712-82D2-4D78-989B-DCAE32BA81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84C070-CDA3-4E51-B95C-318C4F7A47FA}" type="slidenum">
              <a:rPr lang="en-AU" altLang="en-US" smtClean="0">
                <a:latin typeface="Times New Roman" panose="02020603050405020304" pitchFamily="18" charset="0"/>
              </a:rPr>
              <a:pPr/>
              <a:t>81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1078" name="Rectangle 2">
            <a:extLst>
              <a:ext uri="{FF2B5EF4-FFF2-40B4-BE49-F238E27FC236}">
                <a16:creationId xmlns:a16="http://schemas.microsoft.com/office/drawing/2014/main" id="{95E126F9-C8E9-496A-A932-125A3E1F95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9" name="Rectangle 3">
            <a:extLst>
              <a:ext uri="{FF2B5EF4-FFF2-40B4-BE49-F238E27FC236}">
                <a16:creationId xmlns:a16="http://schemas.microsoft.com/office/drawing/2014/main" id="{3598DBA1-24D2-47AC-9AD3-54CDF3589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F524B59D-F4AE-4316-A0AD-3FF869120B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32A788C8-DE11-44E6-A860-F4F675C98D0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A8C96D-EDA5-4B38-908D-7C89AFCA69D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3124" name="Rectangle 6">
            <a:extLst>
              <a:ext uri="{FF2B5EF4-FFF2-40B4-BE49-F238E27FC236}">
                <a16:creationId xmlns:a16="http://schemas.microsoft.com/office/drawing/2014/main" id="{5A2AB695-10EC-4E6A-9E7A-BF88B84A0B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3125" name="Rectangle 7">
            <a:extLst>
              <a:ext uri="{FF2B5EF4-FFF2-40B4-BE49-F238E27FC236}">
                <a16:creationId xmlns:a16="http://schemas.microsoft.com/office/drawing/2014/main" id="{92630BA1-7204-464E-A99F-B0163EE851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690417-A154-4DEC-9E3A-68D0AE419AD2}" type="slidenum">
              <a:rPr lang="en-AU" altLang="en-US" smtClean="0">
                <a:latin typeface="Times New Roman" panose="02020603050405020304" pitchFamily="18" charset="0"/>
              </a:rPr>
              <a:pPr/>
              <a:t>82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3126" name="Rectangle 2">
            <a:extLst>
              <a:ext uri="{FF2B5EF4-FFF2-40B4-BE49-F238E27FC236}">
                <a16:creationId xmlns:a16="http://schemas.microsoft.com/office/drawing/2014/main" id="{F5097D5D-217B-462C-932F-0129DDDC4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7" name="Rectangle 3">
            <a:extLst>
              <a:ext uri="{FF2B5EF4-FFF2-40B4-BE49-F238E27FC236}">
                <a16:creationId xmlns:a16="http://schemas.microsoft.com/office/drawing/2014/main" id="{8BC931ED-49BA-4C91-A51D-67F21D6F6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BD0AA9A4-622B-45D5-B91A-B1BD0E4C4DD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8BF57F61-CEA8-4CFC-B749-852A32B086A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7A4434-6096-4E9F-BB77-62A73D4D7C6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5172" name="Rectangle 6">
            <a:extLst>
              <a:ext uri="{FF2B5EF4-FFF2-40B4-BE49-F238E27FC236}">
                <a16:creationId xmlns:a16="http://schemas.microsoft.com/office/drawing/2014/main" id="{44E72368-FFCE-400F-B5DD-23BCD47BA1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5173" name="Rectangle 7">
            <a:extLst>
              <a:ext uri="{FF2B5EF4-FFF2-40B4-BE49-F238E27FC236}">
                <a16:creationId xmlns:a16="http://schemas.microsoft.com/office/drawing/2014/main" id="{258DB948-5BE7-48DE-9BB9-F179658426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5421E5-BF7F-4215-BD37-8AFA66C54B70}" type="slidenum">
              <a:rPr lang="en-AU" altLang="en-US" smtClean="0">
                <a:latin typeface="Times New Roman" panose="02020603050405020304" pitchFamily="18" charset="0"/>
              </a:rPr>
              <a:pPr/>
              <a:t>83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5174" name="Rectangle 2">
            <a:extLst>
              <a:ext uri="{FF2B5EF4-FFF2-40B4-BE49-F238E27FC236}">
                <a16:creationId xmlns:a16="http://schemas.microsoft.com/office/drawing/2014/main" id="{7E924A57-6EE2-4B85-AD2C-5C8D435BDD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5" name="Rectangle 3">
            <a:extLst>
              <a:ext uri="{FF2B5EF4-FFF2-40B4-BE49-F238E27FC236}">
                <a16:creationId xmlns:a16="http://schemas.microsoft.com/office/drawing/2014/main" id="{ACE87AEC-D55E-4D5F-A055-9C243B715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F6D7BC13-774D-4948-A064-D21B238CF19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05743782-D3FE-4472-8DFC-1EB86F421A0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BE2A1A-04DE-4363-A465-D88A4F0880B0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7220" name="Rectangle 6">
            <a:extLst>
              <a:ext uri="{FF2B5EF4-FFF2-40B4-BE49-F238E27FC236}">
                <a16:creationId xmlns:a16="http://schemas.microsoft.com/office/drawing/2014/main" id="{35A1EE83-250D-42C6-9D56-D7C0B65989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7221" name="Rectangle 7">
            <a:extLst>
              <a:ext uri="{FF2B5EF4-FFF2-40B4-BE49-F238E27FC236}">
                <a16:creationId xmlns:a16="http://schemas.microsoft.com/office/drawing/2014/main" id="{B7D0C07B-332D-4C5B-8F9D-5F691CD275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197AB4-26C7-4746-AF14-B42511627A36}" type="slidenum">
              <a:rPr lang="en-AU" altLang="en-US" smtClean="0">
                <a:latin typeface="Times New Roman" panose="02020603050405020304" pitchFamily="18" charset="0"/>
              </a:rPr>
              <a:pPr/>
              <a:t>84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7222" name="Rectangle 2">
            <a:extLst>
              <a:ext uri="{FF2B5EF4-FFF2-40B4-BE49-F238E27FC236}">
                <a16:creationId xmlns:a16="http://schemas.microsoft.com/office/drawing/2014/main" id="{326019C4-3889-414C-A4AF-8C56F7124A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3" name="Rectangle 3">
            <a:extLst>
              <a:ext uri="{FF2B5EF4-FFF2-40B4-BE49-F238E27FC236}">
                <a16:creationId xmlns:a16="http://schemas.microsoft.com/office/drawing/2014/main" id="{061316D0-8547-439B-966C-5FD38906A5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BF792EC7-5553-4C49-B3F4-698C453C293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2D65400C-8EEA-4475-973D-95132306689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BB9D5E-ADD8-4DD6-8B79-61DFAF8E38C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9268" name="Rectangle 6">
            <a:extLst>
              <a:ext uri="{FF2B5EF4-FFF2-40B4-BE49-F238E27FC236}">
                <a16:creationId xmlns:a16="http://schemas.microsoft.com/office/drawing/2014/main" id="{A9685F5C-DEC2-429D-A58D-871914C34C4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9269" name="Rectangle 7">
            <a:extLst>
              <a:ext uri="{FF2B5EF4-FFF2-40B4-BE49-F238E27FC236}">
                <a16:creationId xmlns:a16="http://schemas.microsoft.com/office/drawing/2014/main" id="{70A1E7D2-4314-42DF-9D4A-7D3E0C8AF0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4EED70-344A-4DA6-BEB6-0010FB28DEBD}" type="slidenum">
              <a:rPr lang="en-AU" altLang="en-US" smtClean="0">
                <a:latin typeface="Times New Roman" panose="02020603050405020304" pitchFamily="18" charset="0"/>
              </a:rPr>
              <a:pPr/>
              <a:t>85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9270" name="Rectangle 2">
            <a:extLst>
              <a:ext uri="{FF2B5EF4-FFF2-40B4-BE49-F238E27FC236}">
                <a16:creationId xmlns:a16="http://schemas.microsoft.com/office/drawing/2014/main" id="{20BCC8F7-79D5-495B-8821-E550A0F6AD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71" name="Rectangle 3">
            <a:extLst>
              <a:ext uri="{FF2B5EF4-FFF2-40B4-BE49-F238E27FC236}">
                <a16:creationId xmlns:a16="http://schemas.microsoft.com/office/drawing/2014/main" id="{212EA666-D037-4523-9683-1EFEDF90C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BF792EC7-5553-4C49-B3F4-698C453C293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2D65400C-8EEA-4475-973D-95132306689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BB9D5E-ADD8-4DD6-8B79-61DFAF8E38C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9268" name="Rectangle 6">
            <a:extLst>
              <a:ext uri="{FF2B5EF4-FFF2-40B4-BE49-F238E27FC236}">
                <a16:creationId xmlns:a16="http://schemas.microsoft.com/office/drawing/2014/main" id="{A9685F5C-DEC2-429D-A58D-871914C34C4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9269" name="Rectangle 7">
            <a:extLst>
              <a:ext uri="{FF2B5EF4-FFF2-40B4-BE49-F238E27FC236}">
                <a16:creationId xmlns:a16="http://schemas.microsoft.com/office/drawing/2014/main" id="{70A1E7D2-4314-42DF-9D4A-7D3E0C8AF0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4EED70-344A-4DA6-BEB6-0010FB28DEBD}" type="slidenum">
              <a:rPr lang="en-AU" altLang="en-US" smtClean="0">
                <a:latin typeface="Times New Roman" panose="02020603050405020304" pitchFamily="18" charset="0"/>
              </a:rPr>
              <a:pPr/>
              <a:t>86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9270" name="Rectangle 2">
            <a:extLst>
              <a:ext uri="{FF2B5EF4-FFF2-40B4-BE49-F238E27FC236}">
                <a16:creationId xmlns:a16="http://schemas.microsoft.com/office/drawing/2014/main" id="{20BCC8F7-79D5-495B-8821-E550A0F6AD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71" name="Rectangle 3">
            <a:extLst>
              <a:ext uri="{FF2B5EF4-FFF2-40B4-BE49-F238E27FC236}">
                <a16:creationId xmlns:a16="http://schemas.microsoft.com/office/drawing/2014/main" id="{212EA666-D037-4523-9683-1EFEDF90C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75831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70D55B7D-F8BF-4C96-A197-7CF788CBEF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E4E440CE-9198-4DE9-A122-C13977F61A0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1D61F1-DD05-47BA-BD67-30191DD576CF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1316" name="Rectangle 6">
            <a:extLst>
              <a:ext uri="{FF2B5EF4-FFF2-40B4-BE49-F238E27FC236}">
                <a16:creationId xmlns:a16="http://schemas.microsoft.com/office/drawing/2014/main" id="{F5255849-A0B5-401C-B6B4-9FF98822BCB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41317" name="Rectangle 7">
            <a:extLst>
              <a:ext uri="{FF2B5EF4-FFF2-40B4-BE49-F238E27FC236}">
                <a16:creationId xmlns:a16="http://schemas.microsoft.com/office/drawing/2014/main" id="{45BFA598-3D60-4D1C-AF2B-798BD5AD00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26879A-F48F-4417-BC88-306832204C26}" type="slidenum">
              <a:rPr lang="en-AU" altLang="en-US" smtClean="0">
                <a:latin typeface="Times New Roman" panose="02020603050405020304" pitchFamily="18" charset="0"/>
              </a:rPr>
              <a:pPr/>
              <a:t>87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1318" name="Rectangle 2">
            <a:extLst>
              <a:ext uri="{FF2B5EF4-FFF2-40B4-BE49-F238E27FC236}">
                <a16:creationId xmlns:a16="http://schemas.microsoft.com/office/drawing/2014/main" id="{E93CC152-8AA7-4F32-912F-E1D51935A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9" name="Rectangle 3">
            <a:extLst>
              <a:ext uri="{FF2B5EF4-FFF2-40B4-BE49-F238E27FC236}">
                <a16:creationId xmlns:a16="http://schemas.microsoft.com/office/drawing/2014/main" id="{9A0B6B31-535F-422C-A55E-668183E04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0EA1FCE2-09C2-4A24-9539-D7AC5B2820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1A8F1DA2-1B59-4E74-BD8F-F4E6119B3B3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A38529-9089-4BF7-AED0-980513A138A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3364" name="Rectangle 6">
            <a:extLst>
              <a:ext uri="{FF2B5EF4-FFF2-40B4-BE49-F238E27FC236}">
                <a16:creationId xmlns:a16="http://schemas.microsoft.com/office/drawing/2014/main" id="{1FE06190-4617-451A-B772-3BC07BD59B7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43365" name="Rectangle 7">
            <a:extLst>
              <a:ext uri="{FF2B5EF4-FFF2-40B4-BE49-F238E27FC236}">
                <a16:creationId xmlns:a16="http://schemas.microsoft.com/office/drawing/2014/main" id="{D0FA6C37-8700-49D9-B68E-898F98FF6E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EF1454-DDBC-44B8-8578-E907207F65EE}" type="slidenum">
              <a:rPr lang="en-AU" altLang="en-US" smtClean="0">
                <a:latin typeface="Times New Roman" panose="02020603050405020304" pitchFamily="18" charset="0"/>
              </a:rPr>
              <a:pPr/>
              <a:t>88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3366" name="Rectangle 2">
            <a:extLst>
              <a:ext uri="{FF2B5EF4-FFF2-40B4-BE49-F238E27FC236}">
                <a16:creationId xmlns:a16="http://schemas.microsoft.com/office/drawing/2014/main" id="{446DCF2F-0F23-496D-BC99-BB55508524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7" name="Rectangle 3">
            <a:extLst>
              <a:ext uri="{FF2B5EF4-FFF2-40B4-BE49-F238E27FC236}">
                <a16:creationId xmlns:a16="http://schemas.microsoft.com/office/drawing/2014/main" id="{1F16312A-6980-4BF8-8936-7DE80D2DC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C01E4553-EA6A-4773-8603-88F0D6494D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145DF34C-10FD-452F-861F-E9839671AA1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C3B1F8-4FA2-422B-AFE6-F0E094AA4E15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5412" name="Rectangle 6">
            <a:extLst>
              <a:ext uri="{FF2B5EF4-FFF2-40B4-BE49-F238E27FC236}">
                <a16:creationId xmlns:a16="http://schemas.microsoft.com/office/drawing/2014/main" id="{3E21A7DD-8BE9-46FE-BACC-15FE4176C0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45413" name="Rectangle 7">
            <a:extLst>
              <a:ext uri="{FF2B5EF4-FFF2-40B4-BE49-F238E27FC236}">
                <a16:creationId xmlns:a16="http://schemas.microsoft.com/office/drawing/2014/main" id="{C85389EA-B388-48D1-B7AF-4DE022897F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67C38D-1CEF-44B4-A02B-D91816E86010}" type="slidenum">
              <a:rPr lang="en-AU" altLang="en-US" smtClean="0">
                <a:latin typeface="Times New Roman" panose="02020603050405020304" pitchFamily="18" charset="0"/>
              </a:rPr>
              <a:pPr/>
              <a:t>89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5414" name="Rectangle 2">
            <a:extLst>
              <a:ext uri="{FF2B5EF4-FFF2-40B4-BE49-F238E27FC236}">
                <a16:creationId xmlns:a16="http://schemas.microsoft.com/office/drawing/2014/main" id="{1AE9A767-A61C-4168-920C-187C92FC83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5" name="Rectangle 3">
            <a:extLst>
              <a:ext uri="{FF2B5EF4-FFF2-40B4-BE49-F238E27FC236}">
                <a16:creationId xmlns:a16="http://schemas.microsoft.com/office/drawing/2014/main" id="{69D94915-F746-41FB-8368-1A819222D1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6872CD0C-F800-4CF8-AC83-4E77DB2AFE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233E452E-DE8C-4ADB-8DAB-929901B33D0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4CBD55-D76F-42CB-A788-46184D9D9853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7460" name="Rectangle 6">
            <a:extLst>
              <a:ext uri="{FF2B5EF4-FFF2-40B4-BE49-F238E27FC236}">
                <a16:creationId xmlns:a16="http://schemas.microsoft.com/office/drawing/2014/main" id="{19E1B8C5-8A7B-4B53-8A3E-D3934E92792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47461" name="Rectangle 7">
            <a:extLst>
              <a:ext uri="{FF2B5EF4-FFF2-40B4-BE49-F238E27FC236}">
                <a16:creationId xmlns:a16="http://schemas.microsoft.com/office/drawing/2014/main" id="{9C019FFD-BC13-4F92-91FD-06BA75B16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C426B5-8145-4A1B-8499-976D9E4F95F4}" type="slidenum">
              <a:rPr lang="en-AU" altLang="en-US" smtClean="0">
                <a:latin typeface="Times New Roman" panose="02020603050405020304" pitchFamily="18" charset="0"/>
              </a:rPr>
              <a:pPr/>
              <a:t>90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7462" name="Rectangle 2">
            <a:extLst>
              <a:ext uri="{FF2B5EF4-FFF2-40B4-BE49-F238E27FC236}">
                <a16:creationId xmlns:a16="http://schemas.microsoft.com/office/drawing/2014/main" id="{5A3CD23D-2DA2-474A-AFC9-D05139718E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3" name="Rectangle 3">
            <a:extLst>
              <a:ext uri="{FF2B5EF4-FFF2-40B4-BE49-F238E27FC236}">
                <a16:creationId xmlns:a16="http://schemas.microsoft.com/office/drawing/2014/main" id="{F7DF45FE-7159-4417-82B4-1E0C6A8B50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DA852C56-7327-419F-8BFD-30C8FBF126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BC7B10DF-7A61-4A1D-ABB0-681DC0B35BD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AE6DE9-49F0-40A3-BC26-B4D8FDC7D157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9508" name="Rectangle 6">
            <a:extLst>
              <a:ext uri="{FF2B5EF4-FFF2-40B4-BE49-F238E27FC236}">
                <a16:creationId xmlns:a16="http://schemas.microsoft.com/office/drawing/2014/main" id="{5F51B41A-E289-4A45-AD24-E813FBF5654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49509" name="Rectangle 7">
            <a:extLst>
              <a:ext uri="{FF2B5EF4-FFF2-40B4-BE49-F238E27FC236}">
                <a16:creationId xmlns:a16="http://schemas.microsoft.com/office/drawing/2014/main" id="{56488A5E-2936-468E-951A-17CCFD6EC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92EA54-DA86-4555-84C8-A7D1378E491A}" type="slidenum">
              <a:rPr lang="en-AU" altLang="en-US" smtClean="0">
                <a:latin typeface="Times New Roman" panose="02020603050405020304" pitchFamily="18" charset="0"/>
              </a:rPr>
              <a:pPr/>
              <a:t>91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9510" name="Rectangle 2">
            <a:extLst>
              <a:ext uri="{FF2B5EF4-FFF2-40B4-BE49-F238E27FC236}">
                <a16:creationId xmlns:a16="http://schemas.microsoft.com/office/drawing/2014/main" id="{63BA7A6B-795D-473D-B144-166221485A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11" name="Rectangle 3">
            <a:extLst>
              <a:ext uri="{FF2B5EF4-FFF2-40B4-BE49-F238E27FC236}">
                <a16:creationId xmlns:a16="http://schemas.microsoft.com/office/drawing/2014/main" id="{33335BD4-47E0-4CEF-A2DF-559FBCB25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48283897-56E2-402D-B289-6BF55758705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961615FC-D495-470E-BAF1-45415F4DFCC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531EBD-BC83-4182-A6DF-9F2500D528FA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1556" name="Rectangle 6">
            <a:extLst>
              <a:ext uri="{FF2B5EF4-FFF2-40B4-BE49-F238E27FC236}">
                <a16:creationId xmlns:a16="http://schemas.microsoft.com/office/drawing/2014/main" id="{5D7600CA-8E10-4495-93F4-094FC69DE7B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51557" name="Rectangle 7">
            <a:extLst>
              <a:ext uri="{FF2B5EF4-FFF2-40B4-BE49-F238E27FC236}">
                <a16:creationId xmlns:a16="http://schemas.microsoft.com/office/drawing/2014/main" id="{4A6DD866-5C30-4F85-B5B7-3D2DB6A264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AF647F-A601-48B3-9007-0B8B283BF53A}" type="slidenum">
              <a:rPr lang="en-AU" altLang="en-US" smtClean="0">
                <a:latin typeface="Times New Roman" panose="02020603050405020304" pitchFamily="18" charset="0"/>
              </a:rPr>
              <a:pPr/>
              <a:t>92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1558" name="Rectangle 2">
            <a:extLst>
              <a:ext uri="{FF2B5EF4-FFF2-40B4-BE49-F238E27FC236}">
                <a16:creationId xmlns:a16="http://schemas.microsoft.com/office/drawing/2014/main" id="{99734075-1069-4DD1-A5A3-CCE273CD4C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9" name="Rectangle 3">
            <a:extLst>
              <a:ext uri="{FF2B5EF4-FFF2-40B4-BE49-F238E27FC236}">
                <a16:creationId xmlns:a16="http://schemas.microsoft.com/office/drawing/2014/main" id="{4513C458-926C-42F0-ABD3-46951D2D55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86AFDF33-646B-41B3-AA11-659AD6BB166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88BD1EFC-BCCF-4C51-8712-741E3105ED6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A67A79-825F-4560-834C-75AFC2F59669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4628" name="Rectangle 6">
            <a:extLst>
              <a:ext uri="{FF2B5EF4-FFF2-40B4-BE49-F238E27FC236}">
                <a16:creationId xmlns:a16="http://schemas.microsoft.com/office/drawing/2014/main" id="{438DF6D0-F448-4CE9-96F4-5AE297B6C3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54629" name="Rectangle 7">
            <a:extLst>
              <a:ext uri="{FF2B5EF4-FFF2-40B4-BE49-F238E27FC236}">
                <a16:creationId xmlns:a16="http://schemas.microsoft.com/office/drawing/2014/main" id="{EE1E747F-75F9-470C-A303-63E9C30317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119284-6381-40E4-9B4C-768C17B58E7E}" type="slidenum">
              <a:rPr lang="en-AU" altLang="en-US" smtClean="0">
                <a:latin typeface="Times New Roman" panose="02020603050405020304" pitchFamily="18" charset="0"/>
              </a:rPr>
              <a:pPr/>
              <a:t>93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4630" name="Rectangle 2">
            <a:extLst>
              <a:ext uri="{FF2B5EF4-FFF2-40B4-BE49-F238E27FC236}">
                <a16:creationId xmlns:a16="http://schemas.microsoft.com/office/drawing/2014/main" id="{2F5BF4E2-3E4C-4B0E-9538-5666FE4819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31" name="Rectangle 3">
            <a:extLst>
              <a:ext uri="{FF2B5EF4-FFF2-40B4-BE49-F238E27FC236}">
                <a16:creationId xmlns:a16="http://schemas.microsoft.com/office/drawing/2014/main" id="{ABDDC107-8BFD-48EA-B67B-364C60B0FC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5FFB44B2-8274-4BF5-897A-A02CD1C156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BFD81AA3-B74A-4E4A-97A1-9D04BF09998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419C7C-2093-4005-9226-A73075574779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6676" name="Rectangle 6">
            <a:extLst>
              <a:ext uri="{FF2B5EF4-FFF2-40B4-BE49-F238E27FC236}">
                <a16:creationId xmlns:a16="http://schemas.microsoft.com/office/drawing/2014/main" id="{E50EF9D8-8376-462B-8540-BAE5FF74874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56677" name="Rectangle 7">
            <a:extLst>
              <a:ext uri="{FF2B5EF4-FFF2-40B4-BE49-F238E27FC236}">
                <a16:creationId xmlns:a16="http://schemas.microsoft.com/office/drawing/2014/main" id="{5D4C1C83-A08F-456E-B58F-6C553AB7A8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4CA41F-9F74-430A-A05C-77BE80B62020}" type="slidenum">
              <a:rPr lang="en-AU" altLang="en-US" smtClean="0">
                <a:latin typeface="Times New Roman" panose="02020603050405020304" pitchFamily="18" charset="0"/>
              </a:rPr>
              <a:pPr/>
              <a:t>95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6678" name="Rectangle 2">
            <a:extLst>
              <a:ext uri="{FF2B5EF4-FFF2-40B4-BE49-F238E27FC236}">
                <a16:creationId xmlns:a16="http://schemas.microsoft.com/office/drawing/2014/main" id="{CB788522-DBE7-4DC3-A366-82F0FB9E5E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9" name="Rectangle 3">
            <a:extLst>
              <a:ext uri="{FF2B5EF4-FFF2-40B4-BE49-F238E27FC236}">
                <a16:creationId xmlns:a16="http://schemas.microsoft.com/office/drawing/2014/main" id="{EEAA87CE-FA8F-492A-B855-E7E8AA33AA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9F2BC032-21A5-4457-97F5-F62E378611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0EABA1E6-596C-49EF-92A8-AF6DE1592C3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20C673-EC94-4756-88C0-3BEE50698998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8724" name="Rectangle 6">
            <a:extLst>
              <a:ext uri="{FF2B5EF4-FFF2-40B4-BE49-F238E27FC236}">
                <a16:creationId xmlns:a16="http://schemas.microsoft.com/office/drawing/2014/main" id="{A156A1C9-FD0C-46C7-A4F8-7AC5A4D500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58725" name="Rectangle 7">
            <a:extLst>
              <a:ext uri="{FF2B5EF4-FFF2-40B4-BE49-F238E27FC236}">
                <a16:creationId xmlns:a16="http://schemas.microsoft.com/office/drawing/2014/main" id="{66EB854C-0D7A-457A-A781-AAAABD061A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235824-7FAD-432D-97C8-FA96D6F1C649}" type="slidenum">
              <a:rPr lang="en-AU" altLang="en-US" smtClean="0">
                <a:latin typeface="Times New Roman" panose="02020603050405020304" pitchFamily="18" charset="0"/>
              </a:rPr>
              <a:pPr/>
              <a:t>96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8726" name="Rectangle 2">
            <a:extLst>
              <a:ext uri="{FF2B5EF4-FFF2-40B4-BE49-F238E27FC236}">
                <a16:creationId xmlns:a16="http://schemas.microsoft.com/office/drawing/2014/main" id="{EB549AE8-7522-4D3F-A15E-4BB4F967E8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7" name="Rectangle 3">
            <a:extLst>
              <a:ext uri="{FF2B5EF4-FFF2-40B4-BE49-F238E27FC236}">
                <a16:creationId xmlns:a16="http://schemas.microsoft.com/office/drawing/2014/main" id="{0B0A6C12-CDE5-4428-A5B8-9841612ED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158ABE8A-2C7C-42F4-9CF3-B21348371E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53FDF45C-BD12-4EA0-8B6C-792C7884213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8B27EA-3E41-41F3-A121-C6C4372CD5A3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0772" name="Rectangle 6">
            <a:extLst>
              <a:ext uri="{FF2B5EF4-FFF2-40B4-BE49-F238E27FC236}">
                <a16:creationId xmlns:a16="http://schemas.microsoft.com/office/drawing/2014/main" id="{E5303E51-98A8-4ED5-B1BF-ACBC483FDC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60773" name="Rectangle 7">
            <a:extLst>
              <a:ext uri="{FF2B5EF4-FFF2-40B4-BE49-F238E27FC236}">
                <a16:creationId xmlns:a16="http://schemas.microsoft.com/office/drawing/2014/main" id="{43A43FC6-F54A-4E74-A736-52062A7D58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D0D95B-2E1C-4048-B563-ABA8D7AE97B9}" type="slidenum">
              <a:rPr lang="en-AU" altLang="en-US" smtClean="0">
                <a:latin typeface="Times New Roman" panose="02020603050405020304" pitchFamily="18" charset="0"/>
              </a:rPr>
              <a:pPr/>
              <a:t>98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0774" name="Rectangle 2">
            <a:extLst>
              <a:ext uri="{FF2B5EF4-FFF2-40B4-BE49-F238E27FC236}">
                <a16:creationId xmlns:a16="http://schemas.microsoft.com/office/drawing/2014/main" id="{0C67B73E-0DA9-4404-98E8-5F89A542C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5" name="Rectangle 3">
            <a:extLst>
              <a:ext uri="{FF2B5EF4-FFF2-40B4-BE49-F238E27FC236}">
                <a16:creationId xmlns:a16="http://schemas.microsoft.com/office/drawing/2014/main" id="{13965BCA-E166-456E-AC67-7C66B96AED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CAFB711B-1DAF-4BAD-8B56-79CA01D4A29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E3F690D8-28A3-4C2F-B6BC-A7D3867F36C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46379E-F1A0-440A-B08D-DB8F0C6F3F60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2820" name="Rectangle 6">
            <a:extLst>
              <a:ext uri="{FF2B5EF4-FFF2-40B4-BE49-F238E27FC236}">
                <a16:creationId xmlns:a16="http://schemas.microsoft.com/office/drawing/2014/main" id="{0DE21C57-B9B3-481B-857F-A58DD9EEDB3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62821" name="Rectangle 7">
            <a:extLst>
              <a:ext uri="{FF2B5EF4-FFF2-40B4-BE49-F238E27FC236}">
                <a16:creationId xmlns:a16="http://schemas.microsoft.com/office/drawing/2014/main" id="{52774267-AF6E-4B20-BF3A-B755AD4757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919250-1442-4887-A60C-9606AA03E1A3}" type="slidenum">
              <a:rPr lang="en-AU" altLang="en-US" smtClean="0">
                <a:latin typeface="Times New Roman" panose="02020603050405020304" pitchFamily="18" charset="0"/>
              </a:rPr>
              <a:pPr/>
              <a:t>99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2822" name="Rectangle 2">
            <a:extLst>
              <a:ext uri="{FF2B5EF4-FFF2-40B4-BE49-F238E27FC236}">
                <a16:creationId xmlns:a16="http://schemas.microsoft.com/office/drawing/2014/main" id="{6AA59743-6E78-4284-8A13-04E7148B46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3" name="Rectangle 3">
            <a:extLst>
              <a:ext uri="{FF2B5EF4-FFF2-40B4-BE49-F238E27FC236}">
                <a16:creationId xmlns:a16="http://schemas.microsoft.com/office/drawing/2014/main" id="{73F9D668-62F0-4D0A-B515-D5109372FE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33B598A5-DDBC-4717-9F12-FCCFA5E024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AB11C6A3-4119-4F4C-B1C6-86DF4435223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48B89A-B346-4F49-A92E-DA5E2FC37B27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4868" name="Rectangle 6">
            <a:extLst>
              <a:ext uri="{FF2B5EF4-FFF2-40B4-BE49-F238E27FC236}">
                <a16:creationId xmlns:a16="http://schemas.microsoft.com/office/drawing/2014/main" id="{15769B9C-EBC8-4A4B-B721-E1DFDEE39CE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64869" name="Rectangle 7">
            <a:extLst>
              <a:ext uri="{FF2B5EF4-FFF2-40B4-BE49-F238E27FC236}">
                <a16:creationId xmlns:a16="http://schemas.microsoft.com/office/drawing/2014/main" id="{652C3447-DE28-499C-B2AE-2E84D06DEC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C6194F-0DCD-426D-947B-51492B340223}" type="slidenum">
              <a:rPr lang="en-AU" altLang="en-US" smtClean="0">
                <a:latin typeface="Times New Roman" panose="02020603050405020304" pitchFamily="18" charset="0"/>
              </a:rPr>
              <a:pPr/>
              <a:t>100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4870" name="Rectangle 2">
            <a:extLst>
              <a:ext uri="{FF2B5EF4-FFF2-40B4-BE49-F238E27FC236}">
                <a16:creationId xmlns:a16="http://schemas.microsoft.com/office/drawing/2014/main" id="{B636443C-955B-478F-85A0-B120C81E8E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71" name="Rectangle 3">
            <a:extLst>
              <a:ext uri="{FF2B5EF4-FFF2-40B4-BE49-F238E27FC236}">
                <a16:creationId xmlns:a16="http://schemas.microsoft.com/office/drawing/2014/main" id="{BD76B527-82E5-42F1-9A23-DB07B6457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3CDB62AF-9C12-4700-948F-39CBB85D14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22BF7598-4A83-4EC9-9AE3-01502C0A749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1EAA39-80CC-45C5-A508-DB1E4287F8D3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72036" name="Rectangle 6">
            <a:extLst>
              <a:ext uri="{FF2B5EF4-FFF2-40B4-BE49-F238E27FC236}">
                <a16:creationId xmlns:a16="http://schemas.microsoft.com/office/drawing/2014/main" id="{39E22460-35A3-498A-A72C-D41A97E112E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172037" name="Rectangle 7">
            <a:extLst>
              <a:ext uri="{FF2B5EF4-FFF2-40B4-BE49-F238E27FC236}">
                <a16:creationId xmlns:a16="http://schemas.microsoft.com/office/drawing/2014/main" id="{5CF94705-9B9C-40BB-A679-0F7E86D10D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DB31D2-D2BD-411A-8165-41BC6EA127BE}" type="slidenum">
              <a:rPr lang="en-AU" altLang="en-US" smtClean="0">
                <a:latin typeface="Times New Roman" panose="02020603050405020304" pitchFamily="18" charset="0"/>
              </a:rPr>
              <a:pPr/>
              <a:t>105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72038" name="Rectangle 2">
            <a:extLst>
              <a:ext uri="{FF2B5EF4-FFF2-40B4-BE49-F238E27FC236}">
                <a16:creationId xmlns:a16="http://schemas.microsoft.com/office/drawing/2014/main" id="{C4E5F56A-C2EE-4E33-BB6D-584D269AE4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9" name="Rectangle 3">
            <a:extLst>
              <a:ext uri="{FF2B5EF4-FFF2-40B4-BE49-F238E27FC236}">
                <a16:creationId xmlns:a16="http://schemas.microsoft.com/office/drawing/2014/main" id="{93A3A0C3-7BD7-434F-B0DE-A129D3A1C4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8DB54392-9FA1-44CE-AAF8-38A5627579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CBCC6187-AA57-4CDD-8121-C571C1F8432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01BBFE-439A-4249-A3E2-5A6F4D48B724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74084" name="Rectangle 6">
            <a:extLst>
              <a:ext uri="{FF2B5EF4-FFF2-40B4-BE49-F238E27FC236}">
                <a16:creationId xmlns:a16="http://schemas.microsoft.com/office/drawing/2014/main" id="{F86AD1EC-C431-4137-B632-8B936CF0C46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174085" name="Rectangle 7">
            <a:extLst>
              <a:ext uri="{FF2B5EF4-FFF2-40B4-BE49-F238E27FC236}">
                <a16:creationId xmlns:a16="http://schemas.microsoft.com/office/drawing/2014/main" id="{08BBDF8F-E819-4E13-84C6-9ACAA80B71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5636AD-7812-44ED-828E-632F5CDCD798}" type="slidenum">
              <a:rPr lang="en-AU" altLang="en-US" smtClean="0">
                <a:latin typeface="Times New Roman" panose="02020603050405020304" pitchFamily="18" charset="0"/>
              </a:rPr>
              <a:pPr/>
              <a:t>106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74086" name="Rectangle 2">
            <a:extLst>
              <a:ext uri="{FF2B5EF4-FFF2-40B4-BE49-F238E27FC236}">
                <a16:creationId xmlns:a16="http://schemas.microsoft.com/office/drawing/2014/main" id="{FF010F50-8AD0-45C6-92AB-4243A2A50F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7" name="Rectangle 3">
            <a:extLst>
              <a:ext uri="{FF2B5EF4-FFF2-40B4-BE49-F238E27FC236}">
                <a16:creationId xmlns:a16="http://schemas.microsoft.com/office/drawing/2014/main" id="{B0B10AA7-586F-449C-9A5F-F2EFEC30F9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8C9535C2-28D1-4E66-81DF-6764FB42D4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37459992-FD0B-4DEA-89BE-434963A1F20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4E5BDE-DC09-4EF9-9944-CC2FFF5368FB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1076" name="Rectangle 6">
            <a:extLst>
              <a:ext uri="{FF2B5EF4-FFF2-40B4-BE49-F238E27FC236}">
                <a16:creationId xmlns:a16="http://schemas.microsoft.com/office/drawing/2014/main" id="{6583FF1B-F0E8-4D97-A90E-1B68B91DC1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1077" name="Rectangle 7">
            <a:extLst>
              <a:ext uri="{FF2B5EF4-FFF2-40B4-BE49-F238E27FC236}">
                <a16:creationId xmlns:a16="http://schemas.microsoft.com/office/drawing/2014/main" id="{2DFA3712-82D2-4D78-989B-DCAE32BA81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84C070-CDA3-4E51-B95C-318C4F7A47FA}" type="slidenum">
              <a:rPr lang="en-AU" altLang="en-US" smtClean="0">
                <a:latin typeface="Times New Roman" panose="02020603050405020304" pitchFamily="18" charset="0"/>
              </a:rPr>
              <a:pPr/>
              <a:t>108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1078" name="Rectangle 2">
            <a:extLst>
              <a:ext uri="{FF2B5EF4-FFF2-40B4-BE49-F238E27FC236}">
                <a16:creationId xmlns:a16="http://schemas.microsoft.com/office/drawing/2014/main" id="{95E126F9-C8E9-496A-A932-125A3E1F95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9" name="Rectangle 3">
            <a:extLst>
              <a:ext uri="{FF2B5EF4-FFF2-40B4-BE49-F238E27FC236}">
                <a16:creationId xmlns:a16="http://schemas.microsoft.com/office/drawing/2014/main" id="{3598DBA1-24D2-47AC-9AD3-54CDF3589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458751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9DD5ED5-4614-4E0F-AB16-54E54961CC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7B71962-A056-4F9F-84C4-42AB799157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9EE804-D04C-4978-A2FA-525C05892AEE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1204" name="Rectangle 6">
            <a:extLst>
              <a:ext uri="{FF2B5EF4-FFF2-40B4-BE49-F238E27FC236}">
                <a16:creationId xmlns:a16="http://schemas.microsoft.com/office/drawing/2014/main" id="{CA092864-D94B-40AE-B2EE-A5DE9F261E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51205" name="Rectangle 7">
            <a:extLst>
              <a:ext uri="{FF2B5EF4-FFF2-40B4-BE49-F238E27FC236}">
                <a16:creationId xmlns:a16="http://schemas.microsoft.com/office/drawing/2014/main" id="{DB1D6BCC-95D9-4055-A692-5136C1E5C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49E233-DFD1-4092-B2C7-9569C3EAB687}" type="slidenum">
              <a:rPr lang="en-AU" altLang="en-US" smtClean="0">
                <a:latin typeface="Times New Roman" panose="02020603050405020304" pitchFamily="18" charset="0"/>
              </a:rPr>
              <a:pPr/>
              <a:t>110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1DC41E5B-220F-4255-ACDA-29C2316553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94FCD302-526F-4E88-B026-C5186A610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551166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5017983E-B81D-4D74-BFBD-BE4398B825A9}" type="datetime3">
              <a:rPr lang="en-AU" altLang="en-US" smtClean="0"/>
              <a:pPr>
                <a:defRPr/>
              </a:pPr>
              <a:t>1 December, 2025</a:t>
            </a:fld>
            <a:endParaRPr lang="en-AU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C9544-7E09-48C8-BC8D-68BFBF6C15A3}" type="slidenum">
              <a:rPr lang="en-AU" altLang="en-US" smtClean="0"/>
              <a:pPr>
                <a:defRPr/>
              </a:pPr>
              <a:t>111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39934000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Slide Image Placeholder 1">
            <a:extLst>
              <a:ext uri="{FF2B5EF4-FFF2-40B4-BE49-F238E27FC236}">
                <a16:creationId xmlns:a16="http://schemas.microsoft.com/office/drawing/2014/main" id="{CE1522B8-B5AC-48B7-811B-4E7455DA93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Notes Placeholder 2">
            <a:extLst>
              <a:ext uri="{FF2B5EF4-FFF2-40B4-BE49-F238E27FC236}">
                <a16:creationId xmlns:a16="http://schemas.microsoft.com/office/drawing/2014/main" id="{18AAF750-D615-4FEA-AC0C-6857D881E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84324" name="Header Placeholder 3">
            <a:extLst>
              <a:ext uri="{FF2B5EF4-FFF2-40B4-BE49-F238E27FC236}">
                <a16:creationId xmlns:a16="http://schemas.microsoft.com/office/drawing/2014/main" id="{34FA88C1-76F1-408D-B1CC-5171E17ED6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4325" name="Date Placeholder 4">
            <a:extLst>
              <a:ext uri="{FF2B5EF4-FFF2-40B4-BE49-F238E27FC236}">
                <a16:creationId xmlns:a16="http://schemas.microsoft.com/office/drawing/2014/main" id="{F95919C8-72CB-4A41-A28B-FE0110B842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83AD92-2A15-4523-9B66-50DE92630752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84326" name="Footer Placeholder 5">
            <a:extLst>
              <a:ext uri="{FF2B5EF4-FFF2-40B4-BE49-F238E27FC236}">
                <a16:creationId xmlns:a16="http://schemas.microsoft.com/office/drawing/2014/main" id="{4166374E-CC55-402C-A97B-2CCC59204A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84327" name="Slide Number Placeholder 6">
            <a:extLst>
              <a:ext uri="{FF2B5EF4-FFF2-40B4-BE49-F238E27FC236}">
                <a16:creationId xmlns:a16="http://schemas.microsoft.com/office/drawing/2014/main" id="{C67B5D5A-9DC3-44C6-A731-93CD851B3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16C49D-8A88-4D60-AEC4-648C1DCC3FBB}" type="slidenum">
              <a:rPr lang="en-AU" altLang="en-US" smtClean="0">
                <a:latin typeface="Times New Roman" panose="02020603050405020304" pitchFamily="18" charset="0"/>
              </a:rPr>
              <a:pPr/>
              <a:t>120</a:t>
            </a:fld>
            <a:endParaRPr lang="en-AU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D0E2A2AD-A206-41C3-BAFB-2BB5D3CC70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B5F6B454-1ADC-4A9C-AC00-E1790FFBE63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9CAD31-2025-44E2-B49D-43BDB987B494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87396" name="Rectangle 6">
            <a:extLst>
              <a:ext uri="{FF2B5EF4-FFF2-40B4-BE49-F238E27FC236}">
                <a16:creationId xmlns:a16="http://schemas.microsoft.com/office/drawing/2014/main" id="{4F23D1BF-D4D3-414D-B345-29ECF4469BE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87397" name="Rectangle 7">
            <a:extLst>
              <a:ext uri="{FF2B5EF4-FFF2-40B4-BE49-F238E27FC236}">
                <a16:creationId xmlns:a16="http://schemas.microsoft.com/office/drawing/2014/main" id="{07B81D39-1DF3-4828-A04E-D088D2AAF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469FA9-8E50-444C-AA8B-305968275B37}" type="slidenum">
              <a:rPr lang="en-AU" altLang="en-US" smtClean="0">
                <a:latin typeface="Times New Roman" panose="02020603050405020304" pitchFamily="18" charset="0"/>
              </a:rPr>
              <a:pPr/>
              <a:t>123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87398" name="Rectangle 2">
            <a:extLst>
              <a:ext uri="{FF2B5EF4-FFF2-40B4-BE49-F238E27FC236}">
                <a16:creationId xmlns:a16="http://schemas.microsoft.com/office/drawing/2014/main" id="{445CCAA8-ABCE-410B-A8F4-E51A67CD6D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9" name="Rectangle 3">
            <a:extLst>
              <a:ext uri="{FF2B5EF4-FFF2-40B4-BE49-F238E27FC236}">
                <a16:creationId xmlns:a16="http://schemas.microsoft.com/office/drawing/2014/main" id="{9464F607-5687-4BC1-A2C9-DFAC4F6C06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2B53C848-F6CD-4214-B208-C25FA71CFD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9D4E0330-FC31-4C4F-8070-0A6DC90155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D29669-53E2-44F8-A158-E979B3411277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89444" name="Rectangle 6">
            <a:extLst>
              <a:ext uri="{FF2B5EF4-FFF2-40B4-BE49-F238E27FC236}">
                <a16:creationId xmlns:a16="http://schemas.microsoft.com/office/drawing/2014/main" id="{4206DDBD-F93E-4686-BC5B-F4CF217438A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89445" name="Rectangle 7">
            <a:extLst>
              <a:ext uri="{FF2B5EF4-FFF2-40B4-BE49-F238E27FC236}">
                <a16:creationId xmlns:a16="http://schemas.microsoft.com/office/drawing/2014/main" id="{6C419EB1-2E3F-40E7-B4A7-3170B1EC82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11FD35-185A-41FE-831B-6FC7D8CD7BFA}" type="slidenum">
              <a:rPr lang="en-AU" altLang="en-US" smtClean="0">
                <a:latin typeface="Times New Roman" panose="02020603050405020304" pitchFamily="18" charset="0"/>
              </a:rPr>
              <a:pPr/>
              <a:t>124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89446" name="Rectangle 2">
            <a:extLst>
              <a:ext uri="{FF2B5EF4-FFF2-40B4-BE49-F238E27FC236}">
                <a16:creationId xmlns:a16="http://schemas.microsoft.com/office/drawing/2014/main" id="{102742FB-06C2-4B02-BEBB-C43E0490AA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7" name="Rectangle 3">
            <a:extLst>
              <a:ext uri="{FF2B5EF4-FFF2-40B4-BE49-F238E27FC236}">
                <a16:creationId xmlns:a16="http://schemas.microsoft.com/office/drawing/2014/main" id="{6FA70843-0255-4E4B-8E04-6D32FD31F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AA2338CE-F30C-477A-8C84-2D1AE479364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00F08455-AD1B-4824-9E87-F7F10B0E2B7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C08281-CA4B-4D20-BE80-53716DE6B522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1492" name="Rectangle 6">
            <a:extLst>
              <a:ext uri="{FF2B5EF4-FFF2-40B4-BE49-F238E27FC236}">
                <a16:creationId xmlns:a16="http://schemas.microsoft.com/office/drawing/2014/main" id="{202D6C6C-0934-4B6A-A2A6-425858CF92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1493" name="Rectangle 7">
            <a:extLst>
              <a:ext uri="{FF2B5EF4-FFF2-40B4-BE49-F238E27FC236}">
                <a16:creationId xmlns:a16="http://schemas.microsoft.com/office/drawing/2014/main" id="{C3B0896F-13E5-4607-BAF7-26C2EE47FC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7B86A3-D85D-433E-BB48-BA9F6C5590EB}" type="slidenum">
              <a:rPr lang="en-AU" altLang="en-US" smtClean="0">
                <a:latin typeface="Times New Roman" panose="02020603050405020304" pitchFamily="18" charset="0"/>
              </a:rPr>
              <a:pPr/>
              <a:t>125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1494" name="Rectangle 2">
            <a:extLst>
              <a:ext uri="{FF2B5EF4-FFF2-40B4-BE49-F238E27FC236}">
                <a16:creationId xmlns:a16="http://schemas.microsoft.com/office/drawing/2014/main" id="{BEC08FDF-30DA-45E5-8D2E-5C490108E2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5" name="Rectangle 3">
            <a:extLst>
              <a:ext uri="{FF2B5EF4-FFF2-40B4-BE49-F238E27FC236}">
                <a16:creationId xmlns:a16="http://schemas.microsoft.com/office/drawing/2014/main" id="{CA3368B5-2DC3-4DF2-B62A-602305E42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CB6D1511-26B5-441C-8CB6-BE9F14D2C5D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3539" name="Rectangle 3">
            <a:extLst>
              <a:ext uri="{FF2B5EF4-FFF2-40B4-BE49-F238E27FC236}">
                <a16:creationId xmlns:a16="http://schemas.microsoft.com/office/drawing/2014/main" id="{BDF39928-D6E8-4AB9-9EE7-1E9CADD83A2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8562EA-6F36-4BBF-9F99-8EF554BD1DDC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3540" name="Rectangle 6">
            <a:extLst>
              <a:ext uri="{FF2B5EF4-FFF2-40B4-BE49-F238E27FC236}">
                <a16:creationId xmlns:a16="http://schemas.microsoft.com/office/drawing/2014/main" id="{19D9D1A9-B057-4830-AFFD-1512E71E941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3541" name="Rectangle 7">
            <a:extLst>
              <a:ext uri="{FF2B5EF4-FFF2-40B4-BE49-F238E27FC236}">
                <a16:creationId xmlns:a16="http://schemas.microsoft.com/office/drawing/2014/main" id="{54DDA495-2484-454E-8BEB-B0243B009C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76E5CE-4812-4A69-8931-E15CE75DF5F2}" type="slidenum">
              <a:rPr lang="en-AU" altLang="en-US" smtClean="0">
                <a:latin typeface="Times New Roman" panose="02020603050405020304" pitchFamily="18" charset="0"/>
              </a:rPr>
              <a:pPr/>
              <a:t>126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3542" name="Rectangle 2">
            <a:extLst>
              <a:ext uri="{FF2B5EF4-FFF2-40B4-BE49-F238E27FC236}">
                <a16:creationId xmlns:a16="http://schemas.microsoft.com/office/drawing/2014/main" id="{CCB3FA91-454C-4041-8CB7-A58A5135DE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3" name="Rectangle 3">
            <a:extLst>
              <a:ext uri="{FF2B5EF4-FFF2-40B4-BE49-F238E27FC236}">
                <a16:creationId xmlns:a16="http://schemas.microsoft.com/office/drawing/2014/main" id="{D61FC891-B5CE-43B5-91FC-9CCA7568C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3EEEBE21-E9FB-471B-B665-7F0855037E8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37E5C1BA-891D-4D34-B7C0-6FCF0B0712D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982059-B379-40EE-A29A-0AEEB9C2B4B6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5588" name="Rectangle 6">
            <a:extLst>
              <a:ext uri="{FF2B5EF4-FFF2-40B4-BE49-F238E27FC236}">
                <a16:creationId xmlns:a16="http://schemas.microsoft.com/office/drawing/2014/main" id="{96032512-4831-4F4D-A4D5-46548AF4275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5589" name="Rectangle 7">
            <a:extLst>
              <a:ext uri="{FF2B5EF4-FFF2-40B4-BE49-F238E27FC236}">
                <a16:creationId xmlns:a16="http://schemas.microsoft.com/office/drawing/2014/main" id="{77D9C1F8-717C-4233-8C60-0066A42B24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EDF344-9902-4592-931E-92BC416323BB}" type="slidenum">
              <a:rPr lang="en-AU" altLang="en-US" smtClean="0">
                <a:latin typeface="Times New Roman" panose="02020603050405020304" pitchFamily="18" charset="0"/>
              </a:rPr>
              <a:pPr/>
              <a:t>128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5590" name="Rectangle 2">
            <a:extLst>
              <a:ext uri="{FF2B5EF4-FFF2-40B4-BE49-F238E27FC236}">
                <a16:creationId xmlns:a16="http://schemas.microsoft.com/office/drawing/2014/main" id="{1335D1B3-0DDB-4FC9-A810-4CC78512A1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91" name="Rectangle 3">
            <a:extLst>
              <a:ext uri="{FF2B5EF4-FFF2-40B4-BE49-F238E27FC236}">
                <a16:creationId xmlns:a16="http://schemas.microsoft.com/office/drawing/2014/main" id="{EE501BAA-0279-4075-8D6A-8A83F6F33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>
            <a:extLst>
              <a:ext uri="{FF2B5EF4-FFF2-40B4-BE49-F238E27FC236}">
                <a16:creationId xmlns:a16="http://schemas.microsoft.com/office/drawing/2014/main" id="{5C1674D2-3D7F-462C-AA2B-9A2682E642D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8FE85344-424A-4F2B-8394-E959ABE28AF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0096FC-75E1-431C-B633-00CEEA06A69C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7636" name="Rectangle 6">
            <a:extLst>
              <a:ext uri="{FF2B5EF4-FFF2-40B4-BE49-F238E27FC236}">
                <a16:creationId xmlns:a16="http://schemas.microsoft.com/office/drawing/2014/main" id="{8AD4F334-BD76-47D2-A834-039A530F730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7637" name="Rectangle 7">
            <a:extLst>
              <a:ext uri="{FF2B5EF4-FFF2-40B4-BE49-F238E27FC236}">
                <a16:creationId xmlns:a16="http://schemas.microsoft.com/office/drawing/2014/main" id="{FAAA68AB-E392-447D-9BF5-B163B081AB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001A59-9985-49D3-9469-EC4C9F700416}" type="slidenum">
              <a:rPr lang="en-AU" altLang="en-US" smtClean="0">
                <a:latin typeface="Times New Roman" panose="02020603050405020304" pitchFamily="18" charset="0"/>
              </a:rPr>
              <a:pPr/>
              <a:t>129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7638" name="Rectangle 2">
            <a:extLst>
              <a:ext uri="{FF2B5EF4-FFF2-40B4-BE49-F238E27FC236}">
                <a16:creationId xmlns:a16="http://schemas.microsoft.com/office/drawing/2014/main" id="{7D96DB67-7748-44C8-A12F-BBBC9132E8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9" name="Rectangle 3">
            <a:extLst>
              <a:ext uri="{FF2B5EF4-FFF2-40B4-BE49-F238E27FC236}">
                <a16:creationId xmlns:a16="http://schemas.microsoft.com/office/drawing/2014/main" id="{339A9374-53BE-40A1-B92A-02FE0B8121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79F3C0EB-93DD-4B09-A407-E81432CA90B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41A171BA-AEB0-42A0-BB61-FD988848885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901B19-95A1-47FF-AAE5-54276D672A00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9684" name="Rectangle 6">
            <a:extLst>
              <a:ext uri="{FF2B5EF4-FFF2-40B4-BE49-F238E27FC236}">
                <a16:creationId xmlns:a16="http://schemas.microsoft.com/office/drawing/2014/main" id="{E9438B37-A171-4268-9F8E-59F009554DE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9685" name="Rectangle 7">
            <a:extLst>
              <a:ext uri="{FF2B5EF4-FFF2-40B4-BE49-F238E27FC236}">
                <a16:creationId xmlns:a16="http://schemas.microsoft.com/office/drawing/2014/main" id="{108A8E74-3C7A-423D-A3D5-87E877D3CC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622726-46E1-415F-B801-C9AF96D009D6}" type="slidenum">
              <a:rPr lang="en-AU" altLang="en-US" smtClean="0">
                <a:latin typeface="Times New Roman" panose="02020603050405020304" pitchFamily="18" charset="0"/>
              </a:rPr>
              <a:pPr/>
              <a:t>130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9686" name="Rectangle 2">
            <a:extLst>
              <a:ext uri="{FF2B5EF4-FFF2-40B4-BE49-F238E27FC236}">
                <a16:creationId xmlns:a16="http://schemas.microsoft.com/office/drawing/2014/main" id="{7BF52AC1-854F-4282-A2E6-00DD9F940C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7" name="Rectangle 3">
            <a:extLst>
              <a:ext uri="{FF2B5EF4-FFF2-40B4-BE49-F238E27FC236}">
                <a16:creationId xmlns:a16="http://schemas.microsoft.com/office/drawing/2014/main" id="{9FC26D11-9E23-4955-B5E8-FC0F6CB76D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>
            <a:extLst>
              <a:ext uri="{FF2B5EF4-FFF2-40B4-BE49-F238E27FC236}">
                <a16:creationId xmlns:a16="http://schemas.microsoft.com/office/drawing/2014/main" id="{F0210CA9-AB19-4861-BC0E-B6789172F9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D065DE11-C364-49F7-9B67-0657B48ADC2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EDDF34-0182-4164-9425-D1769DB7B3E3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1732" name="Rectangle 6">
            <a:extLst>
              <a:ext uri="{FF2B5EF4-FFF2-40B4-BE49-F238E27FC236}">
                <a16:creationId xmlns:a16="http://schemas.microsoft.com/office/drawing/2014/main" id="{994A19E1-3C05-4E89-A3BE-718C71F0B52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01733" name="Rectangle 7">
            <a:extLst>
              <a:ext uri="{FF2B5EF4-FFF2-40B4-BE49-F238E27FC236}">
                <a16:creationId xmlns:a16="http://schemas.microsoft.com/office/drawing/2014/main" id="{9B2D29FF-B6E9-42C0-B99B-F8FB6C7123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D7E455-4C92-4504-BA1F-6EC411525C40}" type="slidenum">
              <a:rPr lang="en-AU" altLang="en-US" smtClean="0">
                <a:latin typeface="Times New Roman" panose="02020603050405020304" pitchFamily="18" charset="0"/>
              </a:rPr>
              <a:pPr/>
              <a:t>131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1734" name="Rectangle 2">
            <a:extLst>
              <a:ext uri="{FF2B5EF4-FFF2-40B4-BE49-F238E27FC236}">
                <a16:creationId xmlns:a16="http://schemas.microsoft.com/office/drawing/2014/main" id="{6EC8AB92-7F15-40EE-B3F4-CB32E8BE3F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5" name="Rectangle 3">
            <a:extLst>
              <a:ext uri="{FF2B5EF4-FFF2-40B4-BE49-F238E27FC236}">
                <a16:creationId xmlns:a16="http://schemas.microsoft.com/office/drawing/2014/main" id="{EE030E8A-A43A-410A-B75E-F0DE869BB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C817B14E-8AE8-47FA-AB74-19E5FA300C8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7FE12379-5BBF-4587-96D7-DC3FDAB8C0D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CDEAFB-50A3-4C7F-8BE8-BDC13A2948DE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3780" name="Rectangle 6">
            <a:extLst>
              <a:ext uri="{FF2B5EF4-FFF2-40B4-BE49-F238E27FC236}">
                <a16:creationId xmlns:a16="http://schemas.microsoft.com/office/drawing/2014/main" id="{13308C2A-2D7A-4558-8D80-184A96E249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03781" name="Rectangle 7">
            <a:extLst>
              <a:ext uri="{FF2B5EF4-FFF2-40B4-BE49-F238E27FC236}">
                <a16:creationId xmlns:a16="http://schemas.microsoft.com/office/drawing/2014/main" id="{C1BEAA9D-7237-4EAF-9CC2-7DC902690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B6BA75-1ACE-4823-8E90-9AFA24F77642}" type="slidenum">
              <a:rPr lang="en-AU" altLang="en-US" smtClean="0">
                <a:latin typeface="Times New Roman" panose="02020603050405020304" pitchFamily="18" charset="0"/>
              </a:rPr>
              <a:pPr/>
              <a:t>132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3782" name="Rectangle 2">
            <a:extLst>
              <a:ext uri="{FF2B5EF4-FFF2-40B4-BE49-F238E27FC236}">
                <a16:creationId xmlns:a16="http://schemas.microsoft.com/office/drawing/2014/main" id="{256E198D-3DD6-4F57-80C5-4E722F713D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83" name="Rectangle 3">
            <a:extLst>
              <a:ext uri="{FF2B5EF4-FFF2-40B4-BE49-F238E27FC236}">
                <a16:creationId xmlns:a16="http://schemas.microsoft.com/office/drawing/2014/main" id="{6719E7DC-4B43-4622-BC23-A27618322A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>
            <a:extLst>
              <a:ext uri="{FF2B5EF4-FFF2-40B4-BE49-F238E27FC236}">
                <a16:creationId xmlns:a16="http://schemas.microsoft.com/office/drawing/2014/main" id="{43B7FBE5-7584-475A-BF35-35933F2147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61D1A298-0A2C-4439-96DE-2FA7BB8A82A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F96E1E-AFDB-433D-9EFC-9F5988A4687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5828" name="Rectangle 6">
            <a:extLst>
              <a:ext uri="{FF2B5EF4-FFF2-40B4-BE49-F238E27FC236}">
                <a16:creationId xmlns:a16="http://schemas.microsoft.com/office/drawing/2014/main" id="{3C582DA0-1C15-4E01-B504-4DA3B68E52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05829" name="Rectangle 7">
            <a:extLst>
              <a:ext uri="{FF2B5EF4-FFF2-40B4-BE49-F238E27FC236}">
                <a16:creationId xmlns:a16="http://schemas.microsoft.com/office/drawing/2014/main" id="{CF4E2871-D2AD-4FB0-9202-73BA3021F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36AF38-1C99-46DC-9724-F9A1B250E88F}" type="slidenum">
              <a:rPr lang="en-AU" altLang="en-US" smtClean="0">
                <a:latin typeface="Times New Roman" panose="02020603050405020304" pitchFamily="18" charset="0"/>
              </a:rPr>
              <a:pPr/>
              <a:t>133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5830" name="Rectangle 2">
            <a:extLst>
              <a:ext uri="{FF2B5EF4-FFF2-40B4-BE49-F238E27FC236}">
                <a16:creationId xmlns:a16="http://schemas.microsoft.com/office/drawing/2014/main" id="{1D5CFAA8-EBBB-465A-AAF4-CCD803BD1F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31" name="Rectangle 3">
            <a:extLst>
              <a:ext uri="{FF2B5EF4-FFF2-40B4-BE49-F238E27FC236}">
                <a16:creationId xmlns:a16="http://schemas.microsoft.com/office/drawing/2014/main" id="{663B0128-554D-42B4-8AE3-1C67A64097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BFB4C1F1-4C00-4F27-A945-DDFB1EE189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321D9B6B-AFD3-45E7-B297-5DC9D73BBA7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4F5636-ACFC-4B51-96ED-6194BAB862B2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7876" name="Rectangle 6">
            <a:extLst>
              <a:ext uri="{FF2B5EF4-FFF2-40B4-BE49-F238E27FC236}">
                <a16:creationId xmlns:a16="http://schemas.microsoft.com/office/drawing/2014/main" id="{2DF49CCB-2B84-48CF-A541-5A0E3B99D32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07877" name="Rectangle 7">
            <a:extLst>
              <a:ext uri="{FF2B5EF4-FFF2-40B4-BE49-F238E27FC236}">
                <a16:creationId xmlns:a16="http://schemas.microsoft.com/office/drawing/2014/main" id="{011B08D0-9544-4DF0-B857-4A27FE3465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708ABB-50E3-4063-A985-238CF29CCA97}" type="slidenum">
              <a:rPr lang="en-AU" altLang="en-US" smtClean="0">
                <a:latin typeface="Times New Roman" panose="02020603050405020304" pitchFamily="18" charset="0"/>
              </a:rPr>
              <a:pPr/>
              <a:t>134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7878" name="Rectangle 2">
            <a:extLst>
              <a:ext uri="{FF2B5EF4-FFF2-40B4-BE49-F238E27FC236}">
                <a16:creationId xmlns:a16="http://schemas.microsoft.com/office/drawing/2014/main" id="{A46FC210-566A-4801-A375-9534375815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9" name="Rectangle 3">
            <a:extLst>
              <a:ext uri="{FF2B5EF4-FFF2-40B4-BE49-F238E27FC236}">
                <a16:creationId xmlns:a16="http://schemas.microsoft.com/office/drawing/2014/main" id="{7D483B30-0568-4562-AF0F-12A2E65CB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B42BD121-7A99-48F5-BCDA-1FA2F4FE4D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EEBCBB2A-004E-410F-9648-22D3A462E3A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9236A2-B087-489D-8F95-73C33EC009E5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9924" name="Rectangle 6">
            <a:extLst>
              <a:ext uri="{FF2B5EF4-FFF2-40B4-BE49-F238E27FC236}">
                <a16:creationId xmlns:a16="http://schemas.microsoft.com/office/drawing/2014/main" id="{B559C3D6-AB45-40D5-AB27-C5055156AC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09925" name="Rectangle 7">
            <a:extLst>
              <a:ext uri="{FF2B5EF4-FFF2-40B4-BE49-F238E27FC236}">
                <a16:creationId xmlns:a16="http://schemas.microsoft.com/office/drawing/2014/main" id="{94AB7977-F5DB-4CB7-BA87-60027985C7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4D0859-86C4-4547-A318-2C7367E2CB0F}" type="slidenum">
              <a:rPr lang="en-AU" altLang="en-US" smtClean="0">
                <a:latin typeface="Times New Roman" panose="02020603050405020304" pitchFamily="18" charset="0"/>
              </a:rPr>
              <a:pPr/>
              <a:t>135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9926" name="Rectangle 2">
            <a:extLst>
              <a:ext uri="{FF2B5EF4-FFF2-40B4-BE49-F238E27FC236}">
                <a16:creationId xmlns:a16="http://schemas.microsoft.com/office/drawing/2014/main" id="{F09A969C-25C1-4601-9F2D-60D48AE26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7" name="Rectangle 3">
            <a:extLst>
              <a:ext uri="{FF2B5EF4-FFF2-40B4-BE49-F238E27FC236}">
                <a16:creationId xmlns:a16="http://schemas.microsoft.com/office/drawing/2014/main" id="{9778FB4F-0A94-4E34-986B-6F901E0ADE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2060D004-088A-4131-B036-70D177FE9C8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A1C0E8C8-C913-4D85-957D-3A886A09F0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C616EA-B2B7-4BBC-8B6D-FE5F67EC780E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1972" name="Rectangle 6">
            <a:extLst>
              <a:ext uri="{FF2B5EF4-FFF2-40B4-BE49-F238E27FC236}">
                <a16:creationId xmlns:a16="http://schemas.microsoft.com/office/drawing/2014/main" id="{B4201D82-575F-4F2A-BA47-AC0C69892B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11973" name="Rectangle 7">
            <a:extLst>
              <a:ext uri="{FF2B5EF4-FFF2-40B4-BE49-F238E27FC236}">
                <a16:creationId xmlns:a16="http://schemas.microsoft.com/office/drawing/2014/main" id="{5AB33D89-83FE-4DF1-89D2-3174FB1FEA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EC3B5B-34D2-48A1-963B-6590C3C3A816}" type="slidenum">
              <a:rPr lang="en-AU" altLang="en-US" smtClean="0">
                <a:latin typeface="Times New Roman" panose="02020603050405020304" pitchFamily="18" charset="0"/>
              </a:rPr>
              <a:pPr/>
              <a:t>136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1974" name="Rectangle 2">
            <a:extLst>
              <a:ext uri="{FF2B5EF4-FFF2-40B4-BE49-F238E27FC236}">
                <a16:creationId xmlns:a16="http://schemas.microsoft.com/office/drawing/2014/main" id="{5EA25CD2-5A88-4E69-A6DE-AA56E3C6A1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5" name="Rectangle 3">
            <a:extLst>
              <a:ext uri="{FF2B5EF4-FFF2-40B4-BE49-F238E27FC236}">
                <a16:creationId xmlns:a16="http://schemas.microsoft.com/office/drawing/2014/main" id="{48B08AB0-C3D9-470D-9F87-587C08434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C423592A-4131-47C0-9BF3-611152B600B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2B78ED28-1C93-4619-9F13-2C7B574BDD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54F77C-38B1-4C3A-AAC2-EFD3DE4A4D4D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4020" name="Rectangle 6">
            <a:extLst>
              <a:ext uri="{FF2B5EF4-FFF2-40B4-BE49-F238E27FC236}">
                <a16:creationId xmlns:a16="http://schemas.microsoft.com/office/drawing/2014/main" id="{61770C3A-2E16-4643-AAD9-B5C549CE084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14021" name="Rectangle 7">
            <a:extLst>
              <a:ext uri="{FF2B5EF4-FFF2-40B4-BE49-F238E27FC236}">
                <a16:creationId xmlns:a16="http://schemas.microsoft.com/office/drawing/2014/main" id="{649C3854-B98B-42AD-8C58-89164461DC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5AA0D6-5FD8-4FC0-BF58-F13E316F1BBA}" type="slidenum">
              <a:rPr lang="en-AU" altLang="en-US" smtClean="0">
                <a:latin typeface="Times New Roman" panose="02020603050405020304" pitchFamily="18" charset="0"/>
              </a:rPr>
              <a:pPr/>
              <a:t>137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4022" name="Rectangle 2">
            <a:extLst>
              <a:ext uri="{FF2B5EF4-FFF2-40B4-BE49-F238E27FC236}">
                <a16:creationId xmlns:a16="http://schemas.microsoft.com/office/drawing/2014/main" id="{19F8743C-1EC5-48F3-AF83-2E552DD9EF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3" name="Rectangle 3">
            <a:extLst>
              <a:ext uri="{FF2B5EF4-FFF2-40B4-BE49-F238E27FC236}">
                <a16:creationId xmlns:a16="http://schemas.microsoft.com/office/drawing/2014/main" id="{3EDD6DE9-2AA1-4161-B6DD-00188614BB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2923CABC-D584-4B6E-9F16-F07746B76A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05941830-2A12-4666-890B-6C4E090054B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8968EF-B22A-458C-A94D-36A1FFB16ADE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6068" name="Rectangle 6">
            <a:extLst>
              <a:ext uri="{FF2B5EF4-FFF2-40B4-BE49-F238E27FC236}">
                <a16:creationId xmlns:a16="http://schemas.microsoft.com/office/drawing/2014/main" id="{110AACF8-4A03-4545-89CD-EA80B74B166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16069" name="Rectangle 7">
            <a:extLst>
              <a:ext uri="{FF2B5EF4-FFF2-40B4-BE49-F238E27FC236}">
                <a16:creationId xmlns:a16="http://schemas.microsoft.com/office/drawing/2014/main" id="{1A5767E4-72BB-4620-BE26-A2A5930B0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A3CE84-79AE-4ABA-977E-889D85C55171}" type="slidenum">
              <a:rPr lang="en-AU" altLang="en-US" smtClean="0">
                <a:latin typeface="Times New Roman" panose="02020603050405020304" pitchFamily="18" charset="0"/>
              </a:rPr>
              <a:pPr/>
              <a:t>138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6070" name="Rectangle 2">
            <a:extLst>
              <a:ext uri="{FF2B5EF4-FFF2-40B4-BE49-F238E27FC236}">
                <a16:creationId xmlns:a16="http://schemas.microsoft.com/office/drawing/2014/main" id="{6E2CCE1F-E2B2-4470-BF17-8F05D242F6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71" name="Rectangle 3">
            <a:extLst>
              <a:ext uri="{FF2B5EF4-FFF2-40B4-BE49-F238E27FC236}">
                <a16:creationId xmlns:a16="http://schemas.microsoft.com/office/drawing/2014/main" id="{10CBB9E4-986A-4202-8F83-4C2723170A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132011FF-568E-4E98-90DF-AF3D88B5495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23C9999E-48D8-4DAE-86EC-1392D5CD00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2639BA-1268-42B8-8FBB-8D4EEDBC3204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8116" name="Rectangle 6">
            <a:extLst>
              <a:ext uri="{FF2B5EF4-FFF2-40B4-BE49-F238E27FC236}">
                <a16:creationId xmlns:a16="http://schemas.microsoft.com/office/drawing/2014/main" id="{505F2BEE-784A-429F-9DC8-2962C26FB7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18117" name="Rectangle 7">
            <a:extLst>
              <a:ext uri="{FF2B5EF4-FFF2-40B4-BE49-F238E27FC236}">
                <a16:creationId xmlns:a16="http://schemas.microsoft.com/office/drawing/2014/main" id="{59B2552C-8C7E-4008-A62B-B83498166A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66D93F-7C7C-4381-A879-E244FE4E5866}" type="slidenum">
              <a:rPr lang="en-AU" altLang="en-US" smtClean="0">
                <a:latin typeface="Times New Roman" panose="02020603050405020304" pitchFamily="18" charset="0"/>
              </a:rPr>
              <a:pPr/>
              <a:t>139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8118" name="Rectangle 2">
            <a:extLst>
              <a:ext uri="{FF2B5EF4-FFF2-40B4-BE49-F238E27FC236}">
                <a16:creationId xmlns:a16="http://schemas.microsoft.com/office/drawing/2014/main" id="{76CFCA63-5723-424E-B496-1B741212CE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9" name="Rectangle 3">
            <a:extLst>
              <a:ext uri="{FF2B5EF4-FFF2-40B4-BE49-F238E27FC236}">
                <a16:creationId xmlns:a16="http://schemas.microsoft.com/office/drawing/2014/main" id="{C596D283-C7C6-4BB2-BF36-5C95E4AAF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A46CC053-F4CA-4702-99DA-1C695EF789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72CB1AE6-1BDE-4272-B949-2F03A222792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07F5CF-88FF-4776-BCD3-76D300CDF543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0164" name="Rectangle 6">
            <a:extLst>
              <a:ext uri="{FF2B5EF4-FFF2-40B4-BE49-F238E27FC236}">
                <a16:creationId xmlns:a16="http://schemas.microsoft.com/office/drawing/2014/main" id="{F5E7F6C1-3C97-4C9D-AAF3-7F06FA0A1B0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20165" name="Rectangle 7">
            <a:extLst>
              <a:ext uri="{FF2B5EF4-FFF2-40B4-BE49-F238E27FC236}">
                <a16:creationId xmlns:a16="http://schemas.microsoft.com/office/drawing/2014/main" id="{EF17BC35-9506-461A-9D8A-0474D43182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682C9C-5B1D-4644-8B5E-B02F19F0EBDE}" type="slidenum">
              <a:rPr lang="en-AU" altLang="en-US" smtClean="0">
                <a:latin typeface="Times New Roman" panose="02020603050405020304" pitchFamily="18" charset="0"/>
              </a:rPr>
              <a:pPr/>
              <a:t>140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0166" name="Rectangle 2">
            <a:extLst>
              <a:ext uri="{FF2B5EF4-FFF2-40B4-BE49-F238E27FC236}">
                <a16:creationId xmlns:a16="http://schemas.microsoft.com/office/drawing/2014/main" id="{B16E50AE-8422-4E8F-A87E-6B9F66E14E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7" name="Rectangle 3">
            <a:extLst>
              <a:ext uri="{FF2B5EF4-FFF2-40B4-BE49-F238E27FC236}">
                <a16:creationId xmlns:a16="http://schemas.microsoft.com/office/drawing/2014/main" id="{5EA3417F-97C4-4FE9-9246-3A5F8B832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>
            <a:extLst>
              <a:ext uri="{FF2B5EF4-FFF2-40B4-BE49-F238E27FC236}">
                <a16:creationId xmlns:a16="http://schemas.microsoft.com/office/drawing/2014/main" id="{E8564706-ECCD-4D09-88DA-7E28D52DB1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227D5AC9-ECC4-4133-821B-AFFC613F925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3A8A81-3535-4CED-92A3-023107753B73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2212" name="Rectangle 6">
            <a:extLst>
              <a:ext uri="{FF2B5EF4-FFF2-40B4-BE49-F238E27FC236}">
                <a16:creationId xmlns:a16="http://schemas.microsoft.com/office/drawing/2014/main" id="{933F8222-7093-4FBD-9A1F-8685DC2EA43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22213" name="Rectangle 7">
            <a:extLst>
              <a:ext uri="{FF2B5EF4-FFF2-40B4-BE49-F238E27FC236}">
                <a16:creationId xmlns:a16="http://schemas.microsoft.com/office/drawing/2014/main" id="{927BABA8-BC25-48C1-9B53-38C2C480F6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164B46-4CFF-44C8-BC2E-E155986A73A7}" type="slidenum">
              <a:rPr lang="en-AU" altLang="en-US" smtClean="0">
                <a:latin typeface="Times New Roman" panose="02020603050405020304" pitchFamily="18" charset="0"/>
              </a:rPr>
              <a:pPr/>
              <a:t>141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2214" name="Rectangle 2">
            <a:extLst>
              <a:ext uri="{FF2B5EF4-FFF2-40B4-BE49-F238E27FC236}">
                <a16:creationId xmlns:a16="http://schemas.microsoft.com/office/drawing/2014/main" id="{CA1D5A1E-B1B9-44E3-8986-F2107858A1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5" name="Rectangle 3">
            <a:extLst>
              <a:ext uri="{FF2B5EF4-FFF2-40B4-BE49-F238E27FC236}">
                <a16:creationId xmlns:a16="http://schemas.microsoft.com/office/drawing/2014/main" id="{DC2C315B-1D6B-4ED3-B1C5-0F4ADBC1E7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4170DF6A-8A6F-4C10-80BB-1FA5D1594F4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2BBE681D-11EC-453D-B172-034B62734E1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582267-72B5-4D87-AE79-935130824C3E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4260" name="Rectangle 6">
            <a:extLst>
              <a:ext uri="{FF2B5EF4-FFF2-40B4-BE49-F238E27FC236}">
                <a16:creationId xmlns:a16="http://schemas.microsoft.com/office/drawing/2014/main" id="{982A2724-10AA-4658-A5E2-D62BD35D7E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24261" name="Rectangle 7">
            <a:extLst>
              <a:ext uri="{FF2B5EF4-FFF2-40B4-BE49-F238E27FC236}">
                <a16:creationId xmlns:a16="http://schemas.microsoft.com/office/drawing/2014/main" id="{72090709-9ED1-40CE-B20B-F9F76F92F8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C1310C-5136-4A94-8851-146FB4B1D44A}" type="slidenum">
              <a:rPr lang="en-AU" altLang="en-US" smtClean="0">
                <a:latin typeface="Times New Roman" panose="02020603050405020304" pitchFamily="18" charset="0"/>
              </a:rPr>
              <a:pPr/>
              <a:t>142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4262" name="Rectangle 2">
            <a:extLst>
              <a:ext uri="{FF2B5EF4-FFF2-40B4-BE49-F238E27FC236}">
                <a16:creationId xmlns:a16="http://schemas.microsoft.com/office/drawing/2014/main" id="{9B9A1AE7-0CAF-4F18-9AA8-F09761F878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63" name="Rectangle 3">
            <a:extLst>
              <a:ext uri="{FF2B5EF4-FFF2-40B4-BE49-F238E27FC236}">
                <a16:creationId xmlns:a16="http://schemas.microsoft.com/office/drawing/2014/main" id="{3BD66DE5-5F20-4A2F-AFB4-AD0FF79EF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8FABC9AC-17C5-4B6B-A701-A6246DCAA2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A8B5403B-C7ED-4846-9219-D49203D52D2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B5092B-F2B0-4B4D-B63C-EC982621126A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6308" name="Rectangle 6">
            <a:extLst>
              <a:ext uri="{FF2B5EF4-FFF2-40B4-BE49-F238E27FC236}">
                <a16:creationId xmlns:a16="http://schemas.microsoft.com/office/drawing/2014/main" id="{C9F67C56-2C09-4F7E-8D6F-4CFF506438D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26309" name="Rectangle 7">
            <a:extLst>
              <a:ext uri="{FF2B5EF4-FFF2-40B4-BE49-F238E27FC236}">
                <a16:creationId xmlns:a16="http://schemas.microsoft.com/office/drawing/2014/main" id="{5B7B52C3-7C8E-4F46-86E7-339619993A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EDD855-FF16-4E83-ABF8-A25798BFBC91}" type="slidenum">
              <a:rPr lang="en-AU" altLang="en-US" smtClean="0">
                <a:latin typeface="Times New Roman" panose="02020603050405020304" pitchFamily="18" charset="0"/>
              </a:rPr>
              <a:pPr/>
              <a:t>143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6310" name="Rectangle 2">
            <a:extLst>
              <a:ext uri="{FF2B5EF4-FFF2-40B4-BE49-F238E27FC236}">
                <a16:creationId xmlns:a16="http://schemas.microsoft.com/office/drawing/2014/main" id="{704937C7-EBF1-45A1-BA1D-428760DA6E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11" name="Rectangle 3">
            <a:extLst>
              <a:ext uri="{FF2B5EF4-FFF2-40B4-BE49-F238E27FC236}">
                <a16:creationId xmlns:a16="http://schemas.microsoft.com/office/drawing/2014/main" id="{448E1F64-FAB7-480A-A80A-08772E6A1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>
            <a:extLst>
              <a:ext uri="{FF2B5EF4-FFF2-40B4-BE49-F238E27FC236}">
                <a16:creationId xmlns:a16="http://schemas.microsoft.com/office/drawing/2014/main" id="{C2FC573C-C0D8-4C2F-BBCB-97F4BDC9D9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8355" name="Rectangle 3">
            <a:extLst>
              <a:ext uri="{FF2B5EF4-FFF2-40B4-BE49-F238E27FC236}">
                <a16:creationId xmlns:a16="http://schemas.microsoft.com/office/drawing/2014/main" id="{8A06CE0F-97FF-40F4-9AED-76798B16876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241346-7D04-454F-8F91-CDEAAF714D8B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8356" name="Rectangle 6">
            <a:extLst>
              <a:ext uri="{FF2B5EF4-FFF2-40B4-BE49-F238E27FC236}">
                <a16:creationId xmlns:a16="http://schemas.microsoft.com/office/drawing/2014/main" id="{0A130D0C-857E-49AA-AC0C-68EF2DA314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28357" name="Rectangle 7">
            <a:extLst>
              <a:ext uri="{FF2B5EF4-FFF2-40B4-BE49-F238E27FC236}">
                <a16:creationId xmlns:a16="http://schemas.microsoft.com/office/drawing/2014/main" id="{7F50B323-CCE1-48D6-9257-EE3402809F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904645-3B2B-4179-8BE8-3F45D78B0CED}" type="slidenum">
              <a:rPr lang="en-AU" altLang="en-US" smtClean="0">
                <a:latin typeface="Times New Roman" panose="02020603050405020304" pitchFamily="18" charset="0"/>
              </a:rPr>
              <a:pPr/>
              <a:t>144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8358" name="Rectangle 2">
            <a:extLst>
              <a:ext uri="{FF2B5EF4-FFF2-40B4-BE49-F238E27FC236}">
                <a16:creationId xmlns:a16="http://schemas.microsoft.com/office/drawing/2014/main" id="{65C438F5-3399-42D6-B423-960B606C4E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9" name="Rectangle 3">
            <a:extLst>
              <a:ext uri="{FF2B5EF4-FFF2-40B4-BE49-F238E27FC236}">
                <a16:creationId xmlns:a16="http://schemas.microsoft.com/office/drawing/2014/main" id="{56961A89-7F60-48BD-9E6C-8E1937251B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779C257D-B1A6-4316-B256-3FB395A8DEB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5459FF45-8D83-4B6D-AE79-05F4D1E2C1A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11B4DE-47C3-43CA-A1BD-650E337EDDD9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0404" name="Rectangle 6">
            <a:extLst>
              <a:ext uri="{FF2B5EF4-FFF2-40B4-BE49-F238E27FC236}">
                <a16:creationId xmlns:a16="http://schemas.microsoft.com/office/drawing/2014/main" id="{B27D9B7B-1B20-48B9-B99A-C15035CAAE7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0405" name="Rectangle 7">
            <a:extLst>
              <a:ext uri="{FF2B5EF4-FFF2-40B4-BE49-F238E27FC236}">
                <a16:creationId xmlns:a16="http://schemas.microsoft.com/office/drawing/2014/main" id="{DF5722FC-08EC-4812-94DF-1390498D75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7E7923-6391-4349-95FF-14C0D0526ECB}" type="slidenum">
              <a:rPr lang="en-AU" altLang="en-US" smtClean="0">
                <a:latin typeface="Times New Roman" panose="02020603050405020304" pitchFamily="18" charset="0"/>
              </a:rPr>
              <a:pPr/>
              <a:t>145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0406" name="Rectangle 2">
            <a:extLst>
              <a:ext uri="{FF2B5EF4-FFF2-40B4-BE49-F238E27FC236}">
                <a16:creationId xmlns:a16="http://schemas.microsoft.com/office/drawing/2014/main" id="{0BF55E04-3055-411C-BCB7-D3FAF7294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7" name="Rectangle 3">
            <a:extLst>
              <a:ext uri="{FF2B5EF4-FFF2-40B4-BE49-F238E27FC236}">
                <a16:creationId xmlns:a16="http://schemas.microsoft.com/office/drawing/2014/main" id="{9A58EFA8-D842-43F9-A9EB-15BC3DA179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>
            <a:extLst>
              <a:ext uri="{FF2B5EF4-FFF2-40B4-BE49-F238E27FC236}">
                <a16:creationId xmlns:a16="http://schemas.microsoft.com/office/drawing/2014/main" id="{0A6DDDD5-A91D-443E-B1D4-EF577E51C43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2451" name="Rectangle 3">
            <a:extLst>
              <a:ext uri="{FF2B5EF4-FFF2-40B4-BE49-F238E27FC236}">
                <a16:creationId xmlns:a16="http://schemas.microsoft.com/office/drawing/2014/main" id="{0BEA4E74-1733-4558-BC37-B3DAF4C9E0C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45ACEE-1731-4CC1-8BD6-00BCA0914AA7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2452" name="Rectangle 6">
            <a:extLst>
              <a:ext uri="{FF2B5EF4-FFF2-40B4-BE49-F238E27FC236}">
                <a16:creationId xmlns:a16="http://schemas.microsoft.com/office/drawing/2014/main" id="{308BEB05-4489-4FF0-8668-0CA8AA096EA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2453" name="Rectangle 7">
            <a:extLst>
              <a:ext uri="{FF2B5EF4-FFF2-40B4-BE49-F238E27FC236}">
                <a16:creationId xmlns:a16="http://schemas.microsoft.com/office/drawing/2014/main" id="{A69156AD-07E8-49C9-AC50-4C36EFEF1C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7EEB89-26C9-4EEB-A9AA-BD94618B5ED2}" type="slidenum">
              <a:rPr lang="en-AU" altLang="en-US" smtClean="0">
                <a:latin typeface="Times New Roman" panose="02020603050405020304" pitchFamily="18" charset="0"/>
              </a:rPr>
              <a:pPr/>
              <a:t>146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2454" name="Rectangle 2">
            <a:extLst>
              <a:ext uri="{FF2B5EF4-FFF2-40B4-BE49-F238E27FC236}">
                <a16:creationId xmlns:a16="http://schemas.microsoft.com/office/drawing/2014/main" id="{BCCD7639-9193-4CCE-AC48-2C4DDD7D18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5" name="Rectangle 3">
            <a:extLst>
              <a:ext uri="{FF2B5EF4-FFF2-40B4-BE49-F238E27FC236}">
                <a16:creationId xmlns:a16="http://schemas.microsoft.com/office/drawing/2014/main" id="{51450B5A-E0C8-4E1F-9E44-3EEFB8F8C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>
            <a:extLst>
              <a:ext uri="{FF2B5EF4-FFF2-40B4-BE49-F238E27FC236}">
                <a16:creationId xmlns:a16="http://schemas.microsoft.com/office/drawing/2014/main" id="{F3D055FE-30C7-4414-AEE1-1CA6AC2393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E17C7C8A-3ACC-4CB7-B2AB-B2CA352E116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345EC6-B748-4D4D-B694-144B29F4831B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4500" name="Rectangle 6">
            <a:extLst>
              <a:ext uri="{FF2B5EF4-FFF2-40B4-BE49-F238E27FC236}">
                <a16:creationId xmlns:a16="http://schemas.microsoft.com/office/drawing/2014/main" id="{3C11A12D-F5D0-4057-BD8D-BC30FDCE743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4501" name="Rectangle 7">
            <a:extLst>
              <a:ext uri="{FF2B5EF4-FFF2-40B4-BE49-F238E27FC236}">
                <a16:creationId xmlns:a16="http://schemas.microsoft.com/office/drawing/2014/main" id="{2F1D9AF6-0A8B-46EA-B21D-C231682481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39D76A-EB36-4685-A983-ED13DE70785D}" type="slidenum">
              <a:rPr lang="en-AU" altLang="en-US" smtClean="0">
                <a:latin typeface="Times New Roman" panose="02020603050405020304" pitchFamily="18" charset="0"/>
              </a:rPr>
              <a:pPr/>
              <a:t>147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4502" name="Rectangle 2">
            <a:extLst>
              <a:ext uri="{FF2B5EF4-FFF2-40B4-BE49-F238E27FC236}">
                <a16:creationId xmlns:a16="http://schemas.microsoft.com/office/drawing/2014/main" id="{45DDA24A-ECC0-47D5-BC1D-21BEB20E24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3" name="Rectangle 3">
            <a:extLst>
              <a:ext uri="{FF2B5EF4-FFF2-40B4-BE49-F238E27FC236}">
                <a16:creationId xmlns:a16="http://schemas.microsoft.com/office/drawing/2014/main" id="{379588AD-63A6-41ED-8F8F-64E999A4B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6BAFAD9A-CACF-45F8-A531-44B6E1F570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F06EE833-7204-44AF-8EC1-5DE2C51D80E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8F58C0-4C68-420F-A456-18C4E3A78E90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6548" name="Rectangle 6">
            <a:extLst>
              <a:ext uri="{FF2B5EF4-FFF2-40B4-BE49-F238E27FC236}">
                <a16:creationId xmlns:a16="http://schemas.microsoft.com/office/drawing/2014/main" id="{8FEFACE3-8905-47C7-9B17-CAECB519803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6549" name="Rectangle 7">
            <a:extLst>
              <a:ext uri="{FF2B5EF4-FFF2-40B4-BE49-F238E27FC236}">
                <a16:creationId xmlns:a16="http://schemas.microsoft.com/office/drawing/2014/main" id="{C3DA33A6-07D8-4556-B6D5-53B7BC0EBD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CB16B8-000C-47F3-9A7D-91C416026A9D}" type="slidenum">
              <a:rPr lang="en-AU" altLang="en-US" smtClean="0">
                <a:latin typeface="Times New Roman" panose="02020603050405020304" pitchFamily="18" charset="0"/>
              </a:rPr>
              <a:pPr/>
              <a:t>148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6550" name="Rectangle 2">
            <a:extLst>
              <a:ext uri="{FF2B5EF4-FFF2-40B4-BE49-F238E27FC236}">
                <a16:creationId xmlns:a16="http://schemas.microsoft.com/office/drawing/2014/main" id="{8D9B3425-BC48-496D-93CE-34DB9C2DDA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51" name="Rectangle 3">
            <a:extLst>
              <a:ext uri="{FF2B5EF4-FFF2-40B4-BE49-F238E27FC236}">
                <a16:creationId xmlns:a16="http://schemas.microsoft.com/office/drawing/2014/main" id="{AE0D55C5-D5AE-45AA-91DC-2FE4CE396B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>
            <a:extLst>
              <a:ext uri="{FF2B5EF4-FFF2-40B4-BE49-F238E27FC236}">
                <a16:creationId xmlns:a16="http://schemas.microsoft.com/office/drawing/2014/main" id="{917907D6-5283-4623-9AA1-7BEF68F9BD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8595" name="Rectangle 3">
            <a:extLst>
              <a:ext uri="{FF2B5EF4-FFF2-40B4-BE49-F238E27FC236}">
                <a16:creationId xmlns:a16="http://schemas.microsoft.com/office/drawing/2014/main" id="{0A08FF5A-ACDC-429C-BD71-BF529D2BFF3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F04935-B902-44FF-87B0-A5252AAC8879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8596" name="Rectangle 6">
            <a:extLst>
              <a:ext uri="{FF2B5EF4-FFF2-40B4-BE49-F238E27FC236}">
                <a16:creationId xmlns:a16="http://schemas.microsoft.com/office/drawing/2014/main" id="{05412495-708F-4034-81FD-FBD73E3B984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8597" name="Rectangle 7">
            <a:extLst>
              <a:ext uri="{FF2B5EF4-FFF2-40B4-BE49-F238E27FC236}">
                <a16:creationId xmlns:a16="http://schemas.microsoft.com/office/drawing/2014/main" id="{EBED4739-3FB1-42C6-9890-0C484C4072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AFDF820-24A8-4F11-A5E7-7D1053C3DF11}" type="slidenum">
              <a:rPr lang="en-AU" altLang="en-US" smtClean="0">
                <a:latin typeface="Times New Roman" panose="02020603050405020304" pitchFamily="18" charset="0"/>
              </a:rPr>
              <a:pPr/>
              <a:t>149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8598" name="Rectangle 2">
            <a:extLst>
              <a:ext uri="{FF2B5EF4-FFF2-40B4-BE49-F238E27FC236}">
                <a16:creationId xmlns:a16="http://schemas.microsoft.com/office/drawing/2014/main" id="{B9CAF64F-37D4-41A9-85AD-E428AF914C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9" name="Rectangle 3">
            <a:extLst>
              <a:ext uri="{FF2B5EF4-FFF2-40B4-BE49-F238E27FC236}">
                <a16:creationId xmlns:a16="http://schemas.microsoft.com/office/drawing/2014/main" id="{39E4A274-38A9-4795-A83E-C106EB924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BB2B11D-2700-4008-988F-22526A5CADB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729E4F92-B552-4773-9EE2-C6EF980096E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1272BF-6CE4-418A-B545-DB906185AA8E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0644" name="Rectangle 6">
            <a:extLst>
              <a:ext uri="{FF2B5EF4-FFF2-40B4-BE49-F238E27FC236}">
                <a16:creationId xmlns:a16="http://schemas.microsoft.com/office/drawing/2014/main" id="{AB07B161-227B-4BC9-A5AE-4D79D0B1E1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0645" name="Rectangle 7">
            <a:extLst>
              <a:ext uri="{FF2B5EF4-FFF2-40B4-BE49-F238E27FC236}">
                <a16:creationId xmlns:a16="http://schemas.microsoft.com/office/drawing/2014/main" id="{8000F45D-DFEA-48A3-A324-307970CC90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033D10-A3D5-4C5E-8FF1-463ABB5B6FB7}" type="slidenum">
              <a:rPr lang="en-AU" altLang="en-US" smtClean="0">
                <a:latin typeface="Times New Roman" panose="02020603050405020304" pitchFamily="18" charset="0"/>
              </a:rPr>
              <a:pPr/>
              <a:t>150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0646" name="Rectangle 2">
            <a:extLst>
              <a:ext uri="{FF2B5EF4-FFF2-40B4-BE49-F238E27FC236}">
                <a16:creationId xmlns:a16="http://schemas.microsoft.com/office/drawing/2014/main" id="{9571F78E-BE7A-49E9-B220-803FF4E7E2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7" name="Rectangle 3">
            <a:extLst>
              <a:ext uri="{FF2B5EF4-FFF2-40B4-BE49-F238E27FC236}">
                <a16:creationId xmlns:a16="http://schemas.microsoft.com/office/drawing/2014/main" id="{EB0A9C8A-2BBB-4EB4-A26A-2767EB19DD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>
            <a:extLst>
              <a:ext uri="{FF2B5EF4-FFF2-40B4-BE49-F238E27FC236}">
                <a16:creationId xmlns:a16="http://schemas.microsoft.com/office/drawing/2014/main" id="{50E41D00-16B7-4F86-A2FF-39C4732F984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2691" name="Rectangle 3">
            <a:extLst>
              <a:ext uri="{FF2B5EF4-FFF2-40B4-BE49-F238E27FC236}">
                <a16:creationId xmlns:a16="http://schemas.microsoft.com/office/drawing/2014/main" id="{F674B3EB-2D6D-45E3-8272-DAA9D8480C1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DCCDCE-DC48-4E99-B37A-A8D15D29DA2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2692" name="Rectangle 6">
            <a:extLst>
              <a:ext uri="{FF2B5EF4-FFF2-40B4-BE49-F238E27FC236}">
                <a16:creationId xmlns:a16="http://schemas.microsoft.com/office/drawing/2014/main" id="{0A15AFEF-A8A5-4425-AD8F-09FFE95F2A6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2693" name="Rectangle 7">
            <a:extLst>
              <a:ext uri="{FF2B5EF4-FFF2-40B4-BE49-F238E27FC236}">
                <a16:creationId xmlns:a16="http://schemas.microsoft.com/office/drawing/2014/main" id="{C0C27588-DE1C-4060-8690-71FD29D32F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C9476C-1D24-419F-AAFD-33220BE77301}" type="slidenum">
              <a:rPr lang="en-AU" altLang="en-US" smtClean="0">
                <a:latin typeface="Times New Roman" panose="02020603050405020304" pitchFamily="18" charset="0"/>
              </a:rPr>
              <a:pPr/>
              <a:t>152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2694" name="Rectangle 2">
            <a:extLst>
              <a:ext uri="{FF2B5EF4-FFF2-40B4-BE49-F238E27FC236}">
                <a16:creationId xmlns:a16="http://schemas.microsoft.com/office/drawing/2014/main" id="{A6BC4D2C-20E1-4B42-B2EA-EF00AE089D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5" name="Rectangle 3">
            <a:extLst>
              <a:ext uri="{FF2B5EF4-FFF2-40B4-BE49-F238E27FC236}">
                <a16:creationId xmlns:a16="http://schemas.microsoft.com/office/drawing/2014/main" id="{7AA4ED64-3346-4F74-BBD9-94AC213131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id="{427CC7CB-76AC-44C2-9D2F-3A3673A408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5763" name="Rectangle 3">
            <a:extLst>
              <a:ext uri="{FF2B5EF4-FFF2-40B4-BE49-F238E27FC236}">
                <a16:creationId xmlns:a16="http://schemas.microsoft.com/office/drawing/2014/main" id="{23F09ADC-477A-472D-B606-A21A65C5ADE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66EEF4-0C2A-457B-8982-18929313131A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764" name="Rectangle 6">
            <a:extLst>
              <a:ext uri="{FF2B5EF4-FFF2-40B4-BE49-F238E27FC236}">
                <a16:creationId xmlns:a16="http://schemas.microsoft.com/office/drawing/2014/main" id="{453617F1-D3E2-4A5D-8019-2AA4890311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5765" name="Rectangle 7">
            <a:extLst>
              <a:ext uri="{FF2B5EF4-FFF2-40B4-BE49-F238E27FC236}">
                <a16:creationId xmlns:a16="http://schemas.microsoft.com/office/drawing/2014/main" id="{7344C67F-2ED1-4692-BDDC-F68001F5B7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AA7264-1E3F-4E49-B234-93025522EE5F}" type="slidenum">
              <a:rPr lang="en-AU" altLang="en-US" smtClean="0">
                <a:latin typeface="Times New Roman" panose="02020603050405020304" pitchFamily="18" charset="0"/>
              </a:rPr>
              <a:pPr/>
              <a:t>153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766" name="Rectangle 2">
            <a:extLst>
              <a:ext uri="{FF2B5EF4-FFF2-40B4-BE49-F238E27FC236}">
                <a16:creationId xmlns:a16="http://schemas.microsoft.com/office/drawing/2014/main" id="{E4F55A62-292E-4208-948F-1B7A76693D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7" name="Rectangle 3">
            <a:extLst>
              <a:ext uri="{FF2B5EF4-FFF2-40B4-BE49-F238E27FC236}">
                <a16:creationId xmlns:a16="http://schemas.microsoft.com/office/drawing/2014/main" id="{9956F28E-EA90-459A-8BB2-A4E309E9F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id="{427CC7CB-76AC-44C2-9D2F-3A3673A408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5763" name="Rectangle 3">
            <a:extLst>
              <a:ext uri="{FF2B5EF4-FFF2-40B4-BE49-F238E27FC236}">
                <a16:creationId xmlns:a16="http://schemas.microsoft.com/office/drawing/2014/main" id="{23F09ADC-477A-472D-B606-A21A65C5ADE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66EEF4-0C2A-457B-8982-18929313131A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764" name="Rectangle 6">
            <a:extLst>
              <a:ext uri="{FF2B5EF4-FFF2-40B4-BE49-F238E27FC236}">
                <a16:creationId xmlns:a16="http://schemas.microsoft.com/office/drawing/2014/main" id="{453617F1-D3E2-4A5D-8019-2AA4890311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5765" name="Rectangle 7">
            <a:extLst>
              <a:ext uri="{FF2B5EF4-FFF2-40B4-BE49-F238E27FC236}">
                <a16:creationId xmlns:a16="http://schemas.microsoft.com/office/drawing/2014/main" id="{7344C67F-2ED1-4692-BDDC-F68001F5B7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AA7264-1E3F-4E49-B234-93025522EE5F}" type="slidenum">
              <a:rPr lang="en-AU" altLang="en-US" smtClean="0">
                <a:latin typeface="Times New Roman" panose="02020603050405020304" pitchFamily="18" charset="0"/>
              </a:rPr>
              <a:pPr/>
              <a:t>154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766" name="Rectangle 2">
            <a:extLst>
              <a:ext uri="{FF2B5EF4-FFF2-40B4-BE49-F238E27FC236}">
                <a16:creationId xmlns:a16="http://schemas.microsoft.com/office/drawing/2014/main" id="{E4F55A62-292E-4208-948F-1B7A76693D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7" name="Rectangle 3">
            <a:extLst>
              <a:ext uri="{FF2B5EF4-FFF2-40B4-BE49-F238E27FC236}">
                <a16:creationId xmlns:a16="http://schemas.microsoft.com/office/drawing/2014/main" id="{9956F28E-EA90-459A-8BB2-A4E309E9F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644475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0BB1D858-2DC3-42F6-8810-E9BF20CF150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7811" name="Rectangle 3">
            <a:extLst>
              <a:ext uri="{FF2B5EF4-FFF2-40B4-BE49-F238E27FC236}">
                <a16:creationId xmlns:a16="http://schemas.microsoft.com/office/drawing/2014/main" id="{6D7262A6-B5B3-4ADA-99FE-C0F7A811AC5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C77161-CE21-4DD3-AD5C-89D85EAC0219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7812" name="Rectangle 6">
            <a:extLst>
              <a:ext uri="{FF2B5EF4-FFF2-40B4-BE49-F238E27FC236}">
                <a16:creationId xmlns:a16="http://schemas.microsoft.com/office/drawing/2014/main" id="{37AA6EA4-7B85-4485-8BEC-CB76769FA12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7813" name="Rectangle 7">
            <a:extLst>
              <a:ext uri="{FF2B5EF4-FFF2-40B4-BE49-F238E27FC236}">
                <a16:creationId xmlns:a16="http://schemas.microsoft.com/office/drawing/2014/main" id="{E3AB3F37-F7C2-4AD3-AB28-59A0BAD7B0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868BB7-271C-4C58-BFB0-1945CF5EDC82}" type="slidenum">
              <a:rPr lang="en-AU" altLang="en-US" smtClean="0">
                <a:latin typeface="Times New Roman" panose="02020603050405020304" pitchFamily="18" charset="0"/>
              </a:rPr>
              <a:pPr/>
              <a:t>155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7814" name="Rectangle 2">
            <a:extLst>
              <a:ext uri="{FF2B5EF4-FFF2-40B4-BE49-F238E27FC236}">
                <a16:creationId xmlns:a16="http://schemas.microsoft.com/office/drawing/2014/main" id="{CC5A4AAB-18F0-407F-B3E2-D9BB62DBE8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5" name="Rectangle 3">
            <a:extLst>
              <a:ext uri="{FF2B5EF4-FFF2-40B4-BE49-F238E27FC236}">
                <a16:creationId xmlns:a16="http://schemas.microsoft.com/office/drawing/2014/main" id="{FDF7C456-30DD-4CA3-8471-9DDA5F51D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8737DABC-CF53-4F13-B60D-4B0BBBBF0C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8EC3B01C-E835-4F60-BA19-1DC4721C61B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738EA8-8B32-4CC9-8FE9-3E94E8C7927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9860" name="Rectangle 6">
            <a:extLst>
              <a:ext uri="{FF2B5EF4-FFF2-40B4-BE49-F238E27FC236}">
                <a16:creationId xmlns:a16="http://schemas.microsoft.com/office/drawing/2014/main" id="{41525E63-9291-436A-A95D-23FA1D470FC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9861" name="Rectangle 7">
            <a:extLst>
              <a:ext uri="{FF2B5EF4-FFF2-40B4-BE49-F238E27FC236}">
                <a16:creationId xmlns:a16="http://schemas.microsoft.com/office/drawing/2014/main" id="{D27D4858-D277-4BAA-BB0F-C53F7B6C7A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E1383A-3976-4693-A2A5-AD199711F6A6}" type="slidenum">
              <a:rPr lang="en-AU" altLang="en-US" smtClean="0">
                <a:latin typeface="Times New Roman" panose="02020603050405020304" pitchFamily="18" charset="0"/>
              </a:rPr>
              <a:pPr/>
              <a:t>157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9862" name="Rectangle 2">
            <a:extLst>
              <a:ext uri="{FF2B5EF4-FFF2-40B4-BE49-F238E27FC236}">
                <a16:creationId xmlns:a16="http://schemas.microsoft.com/office/drawing/2014/main" id="{71C8DC33-1864-466B-B10E-80DDFF097F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63" name="Rectangle 3">
            <a:extLst>
              <a:ext uri="{FF2B5EF4-FFF2-40B4-BE49-F238E27FC236}">
                <a16:creationId xmlns:a16="http://schemas.microsoft.com/office/drawing/2014/main" id="{A4FEB5C8-2389-473C-880A-0EC47D3F6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908A162E-6598-43F8-8904-95620A8C28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12657619-9317-4439-994A-85F27D841E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92990A-518E-49D3-9384-80A5EB6AD70E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1908" name="Rectangle 6">
            <a:extLst>
              <a:ext uri="{FF2B5EF4-FFF2-40B4-BE49-F238E27FC236}">
                <a16:creationId xmlns:a16="http://schemas.microsoft.com/office/drawing/2014/main" id="{6D4CCD2F-E9E3-4D72-97BD-6C2AF719945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51909" name="Rectangle 7">
            <a:extLst>
              <a:ext uri="{FF2B5EF4-FFF2-40B4-BE49-F238E27FC236}">
                <a16:creationId xmlns:a16="http://schemas.microsoft.com/office/drawing/2014/main" id="{D006F10B-146B-410B-9BF4-9CC66B81CE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DE7A3E-B035-4989-ADAB-5699D45B14B0}" type="slidenum">
              <a:rPr lang="en-AU" altLang="en-US" smtClean="0">
                <a:latin typeface="Times New Roman" panose="02020603050405020304" pitchFamily="18" charset="0"/>
              </a:rPr>
              <a:pPr/>
              <a:t>158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1910" name="Rectangle 2">
            <a:extLst>
              <a:ext uri="{FF2B5EF4-FFF2-40B4-BE49-F238E27FC236}">
                <a16:creationId xmlns:a16="http://schemas.microsoft.com/office/drawing/2014/main" id="{E213E573-504D-4A66-B820-98D8298753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11" name="Rectangle 3">
            <a:extLst>
              <a:ext uri="{FF2B5EF4-FFF2-40B4-BE49-F238E27FC236}">
                <a16:creationId xmlns:a16="http://schemas.microsoft.com/office/drawing/2014/main" id="{52FA9BDC-05B0-46FE-9D3A-5456F8EAB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:a16="http://schemas.microsoft.com/office/drawing/2014/main" id="{D9A770EC-2CF6-4519-B611-2277B7AA5B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3955" name="Rectangle 3">
            <a:extLst>
              <a:ext uri="{FF2B5EF4-FFF2-40B4-BE49-F238E27FC236}">
                <a16:creationId xmlns:a16="http://schemas.microsoft.com/office/drawing/2014/main" id="{BC452419-942C-4235-A8A8-AE544DAAD49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6050BF-CBA2-4830-8514-13D82F6CE898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3956" name="Rectangle 6">
            <a:extLst>
              <a:ext uri="{FF2B5EF4-FFF2-40B4-BE49-F238E27FC236}">
                <a16:creationId xmlns:a16="http://schemas.microsoft.com/office/drawing/2014/main" id="{D75A540D-4FE0-4672-94CB-23166336CC4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53957" name="Rectangle 7">
            <a:extLst>
              <a:ext uri="{FF2B5EF4-FFF2-40B4-BE49-F238E27FC236}">
                <a16:creationId xmlns:a16="http://schemas.microsoft.com/office/drawing/2014/main" id="{D5DE47E9-4BFB-4AF8-9D08-128608DD91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393239D-7403-481B-9D51-985966C90734}" type="slidenum">
              <a:rPr lang="en-AU" altLang="en-US" smtClean="0">
                <a:latin typeface="Times New Roman" panose="02020603050405020304" pitchFamily="18" charset="0"/>
              </a:rPr>
              <a:pPr/>
              <a:t>159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3958" name="Rectangle 2">
            <a:extLst>
              <a:ext uri="{FF2B5EF4-FFF2-40B4-BE49-F238E27FC236}">
                <a16:creationId xmlns:a16="http://schemas.microsoft.com/office/drawing/2014/main" id="{F004CC19-353E-45DD-BAF1-F0E68AE12D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3959" name="Rectangle 3">
            <a:extLst>
              <a:ext uri="{FF2B5EF4-FFF2-40B4-BE49-F238E27FC236}">
                <a16:creationId xmlns:a16="http://schemas.microsoft.com/office/drawing/2014/main" id="{BF7B422B-220D-46F6-944A-E0259782D1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8973784B-90D7-4EEA-BB22-A2ABA1B3BE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6003" name="Rectangle 3">
            <a:extLst>
              <a:ext uri="{FF2B5EF4-FFF2-40B4-BE49-F238E27FC236}">
                <a16:creationId xmlns:a16="http://schemas.microsoft.com/office/drawing/2014/main" id="{ACAE9B5F-E6DF-43C9-B952-02B640411EA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F52155-64D2-4C49-818B-FB83CB3A4CF9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6004" name="Rectangle 6">
            <a:extLst>
              <a:ext uri="{FF2B5EF4-FFF2-40B4-BE49-F238E27FC236}">
                <a16:creationId xmlns:a16="http://schemas.microsoft.com/office/drawing/2014/main" id="{01F07B07-61D3-4B12-A9AE-EA0648BD01E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56005" name="Rectangle 7">
            <a:extLst>
              <a:ext uri="{FF2B5EF4-FFF2-40B4-BE49-F238E27FC236}">
                <a16:creationId xmlns:a16="http://schemas.microsoft.com/office/drawing/2014/main" id="{5D16D194-FEA0-4A2F-B69B-2AD4304ADC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C09FBE-6F7D-46F9-8582-8C21A2C5D771}" type="slidenum">
              <a:rPr lang="en-AU" altLang="en-US" smtClean="0">
                <a:latin typeface="Times New Roman" panose="02020603050405020304" pitchFamily="18" charset="0"/>
              </a:rPr>
              <a:pPr/>
              <a:t>160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6006" name="Rectangle 2">
            <a:extLst>
              <a:ext uri="{FF2B5EF4-FFF2-40B4-BE49-F238E27FC236}">
                <a16:creationId xmlns:a16="http://schemas.microsoft.com/office/drawing/2014/main" id="{C88C9F76-675A-4FA2-BDCF-BC1F0DF3FC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7" name="Rectangle 3">
            <a:extLst>
              <a:ext uri="{FF2B5EF4-FFF2-40B4-BE49-F238E27FC236}">
                <a16:creationId xmlns:a16="http://schemas.microsoft.com/office/drawing/2014/main" id="{32685A82-557D-47CE-845E-3BAE7A1D6E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2A5D3490-21E9-4632-9B53-C8297629F2A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8051" name="Rectangle 3">
            <a:extLst>
              <a:ext uri="{FF2B5EF4-FFF2-40B4-BE49-F238E27FC236}">
                <a16:creationId xmlns:a16="http://schemas.microsoft.com/office/drawing/2014/main" id="{98DA9F5C-012A-40CD-A392-D70468032DD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40D60F-93AF-4A3E-A851-998B79893CF5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8052" name="Rectangle 6">
            <a:extLst>
              <a:ext uri="{FF2B5EF4-FFF2-40B4-BE49-F238E27FC236}">
                <a16:creationId xmlns:a16="http://schemas.microsoft.com/office/drawing/2014/main" id="{5610AE36-214F-4F39-8700-A2291AB13A7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58053" name="Rectangle 7">
            <a:extLst>
              <a:ext uri="{FF2B5EF4-FFF2-40B4-BE49-F238E27FC236}">
                <a16:creationId xmlns:a16="http://schemas.microsoft.com/office/drawing/2014/main" id="{D5AF34BE-2307-41E8-A8DA-DAFFE72357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75E48E-CB98-4999-A4B2-747997D2B645}" type="slidenum">
              <a:rPr lang="en-AU" altLang="en-US" smtClean="0">
                <a:latin typeface="Times New Roman" panose="02020603050405020304" pitchFamily="18" charset="0"/>
              </a:rPr>
              <a:pPr/>
              <a:t>161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8054" name="Rectangle 2">
            <a:extLst>
              <a:ext uri="{FF2B5EF4-FFF2-40B4-BE49-F238E27FC236}">
                <a16:creationId xmlns:a16="http://schemas.microsoft.com/office/drawing/2014/main" id="{EE039204-B311-4B28-B116-08DDF43A37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5" name="Rectangle 3">
            <a:extLst>
              <a:ext uri="{FF2B5EF4-FFF2-40B4-BE49-F238E27FC236}">
                <a16:creationId xmlns:a16="http://schemas.microsoft.com/office/drawing/2014/main" id="{7C270001-7AAF-45EA-977B-C160DECCC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>
            <a:extLst>
              <a:ext uri="{FF2B5EF4-FFF2-40B4-BE49-F238E27FC236}">
                <a16:creationId xmlns:a16="http://schemas.microsoft.com/office/drawing/2014/main" id="{AE218E30-7F89-42A9-929A-1AD4790134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B44A64E3-BA37-411B-8BE4-ADC651EE3A9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2FFBB2-3121-46F5-92E5-CED1259BD029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0100" name="Rectangle 6">
            <a:extLst>
              <a:ext uri="{FF2B5EF4-FFF2-40B4-BE49-F238E27FC236}">
                <a16:creationId xmlns:a16="http://schemas.microsoft.com/office/drawing/2014/main" id="{0D29DB9A-75CB-43F0-ABBD-673DD9AAD8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60101" name="Rectangle 7">
            <a:extLst>
              <a:ext uri="{FF2B5EF4-FFF2-40B4-BE49-F238E27FC236}">
                <a16:creationId xmlns:a16="http://schemas.microsoft.com/office/drawing/2014/main" id="{3B1671CC-6C7F-4327-8235-3DB843D495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C35C18-CCB4-4F73-8F09-88703732EE59}" type="slidenum">
              <a:rPr lang="en-AU" altLang="en-US" smtClean="0">
                <a:latin typeface="Times New Roman" panose="02020603050405020304" pitchFamily="18" charset="0"/>
              </a:rPr>
              <a:pPr/>
              <a:t>162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0102" name="Rectangle 2">
            <a:extLst>
              <a:ext uri="{FF2B5EF4-FFF2-40B4-BE49-F238E27FC236}">
                <a16:creationId xmlns:a16="http://schemas.microsoft.com/office/drawing/2014/main" id="{1382876F-0953-42B9-8349-F3F5D5A26C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103" name="Rectangle 3">
            <a:extLst>
              <a:ext uri="{FF2B5EF4-FFF2-40B4-BE49-F238E27FC236}">
                <a16:creationId xmlns:a16="http://schemas.microsoft.com/office/drawing/2014/main" id="{F2381DA7-999B-419B-851B-8184FA00CF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A009F621-BFE0-4A83-87A9-4A305871DF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F1881112-DA34-4D20-8C22-F68B6A32E06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B02D52-8918-4EC1-B582-0147964944FD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2148" name="Rectangle 6">
            <a:extLst>
              <a:ext uri="{FF2B5EF4-FFF2-40B4-BE49-F238E27FC236}">
                <a16:creationId xmlns:a16="http://schemas.microsoft.com/office/drawing/2014/main" id="{533ECDA5-9C63-41A7-91C3-DB039665A3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62149" name="Rectangle 7">
            <a:extLst>
              <a:ext uri="{FF2B5EF4-FFF2-40B4-BE49-F238E27FC236}">
                <a16:creationId xmlns:a16="http://schemas.microsoft.com/office/drawing/2014/main" id="{11619EBB-4916-422F-B619-9F6EA5FF7A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CAAFBA-BB32-4D74-8B59-4AC783176437}" type="slidenum">
              <a:rPr lang="en-AU" altLang="en-US" smtClean="0">
                <a:latin typeface="Times New Roman" panose="02020603050405020304" pitchFamily="18" charset="0"/>
              </a:rPr>
              <a:pPr/>
              <a:t>163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2150" name="Rectangle 2">
            <a:extLst>
              <a:ext uri="{FF2B5EF4-FFF2-40B4-BE49-F238E27FC236}">
                <a16:creationId xmlns:a16="http://schemas.microsoft.com/office/drawing/2014/main" id="{B70C0592-D63F-4B80-B0DD-9F0142D46F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51" name="Rectangle 3">
            <a:extLst>
              <a:ext uri="{FF2B5EF4-FFF2-40B4-BE49-F238E27FC236}">
                <a16:creationId xmlns:a16="http://schemas.microsoft.com/office/drawing/2014/main" id="{20E2539F-6FF4-48B8-BF85-F753887E7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1EE97D8E-B5CE-4FC4-AF6A-4A2F110D94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38A6B141-AAF1-456D-A695-45D88197B75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ED5AAB-78BA-4B59-A5AC-3DFD982AC2C9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4196" name="Rectangle 6">
            <a:extLst>
              <a:ext uri="{FF2B5EF4-FFF2-40B4-BE49-F238E27FC236}">
                <a16:creationId xmlns:a16="http://schemas.microsoft.com/office/drawing/2014/main" id="{85736713-1CF7-4C1C-91A5-C5501BAA33E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64197" name="Rectangle 7">
            <a:extLst>
              <a:ext uri="{FF2B5EF4-FFF2-40B4-BE49-F238E27FC236}">
                <a16:creationId xmlns:a16="http://schemas.microsoft.com/office/drawing/2014/main" id="{9D17211E-E439-49B0-88F3-4594C9DC74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FCF78D-B2C8-4485-9528-9336DB8BE212}" type="slidenum">
              <a:rPr lang="en-AU" altLang="en-US" smtClean="0">
                <a:latin typeface="Times New Roman" panose="02020603050405020304" pitchFamily="18" charset="0"/>
              </a:rPr>
              <a:pPr/>
              <a:t>164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4198" name="Rectangle 2">
            <a:extLst>
              <a:ext uri="{FF2B5EF4-FFF2-40B4-BE49-F238E27FC236}">
                <a16:creationId xmlns:a16="http://schemas.microsoft.com/office/drawing/2014/main" id="{8FB882FF-5696-44D9-AB4B-628221039E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9" name="Rectangle 3">
            <a:extLst>
              <a:ext uri="{FF2B5EF4-FFF2-40B4-BE49-F238E27FC236}">
                <a16:creationId xmlns:a16="http://schemas.microsoft.com/office/drawing/2014/main" id="{CDB065B1-E335-4711-B230-76FF44986C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>
            <a:extLst>
              <a:ext uri="{FF2B5EF4-FFF2-40B4-BE49-F238E27FC236}">
                <a16:creationId xmlns:a16="http://schemas.microsoft.com/office/drawing/2014/main" id="{44EE67F3-8013-4FAF-96C0-EF8DEAD6430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6243" name="Rectangle 3">
            <a:extLst>
              <a:ext uri="{FF2B5EF4-FFF2-40B4-BE49-F238E27FC236}">
                <a16:creationId xmlns:a16="http://schemas.microsoft.com/office/drawing/2014/main" id="{7F68EDF6-96CD-41D0-AB72-A452A8D96CF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573808-2189-4F65-9DAF-F50E163A30AC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6244" name="Rectangle 6">
            <a:extLst>
              <a:ext uri="{FF2B5EF4-FFF2-40B4-BE49-F238E27FC236}">
                <a16:creationId xmlns:a16="http://schemas.microsoft.com/office/drawing/2014/main" id="{4C14C031-5915-4E0E-BF44-C9D6C3FBDF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66245" name="Rectangle 7">
            <a:extLst>
              <a:ext uri="{FF2B5EF4-FFF2-40B4-BE49-F238E27FC236}">
                <a16:creationId xmlns:a16="http://schemas.microsoft.com/office/drawing/2014/main" id="{85BA41CF-24D8-479F-A4EB-88D9F43F75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989D9C-D5FE-4559-AC1A-CA8835C39BD1}" type="slidenum">
              <a:rPr lang="en-AU" altLang="en-US" smtClean="0">
                <a:latin typeface="Times New Roman" panose="02020603050405020304" pitchFamily="18" charset="0"/>
              </a:rPr>
              <a:pPr/>
              <a:t>165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6246" name="Rectangle 2">
            <a:extLst>
              <a:ext uri="{FF2B5EF4-FFF2-40B4-BE49-F238E27FC236}">
                <a16:creationId xmlns:a16="http://schemas.microsoft.com/office/drawing/2014/main" id="{324CEAD7-8283-4CB2-94AB-7D04035D1A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47" name="Rectangle 3">
            <a:extLst>
              <a:ext uri="{FF2B5EF4-FFF2-40B4-BE49-F238E27FC236}">
                <a16:creationId xmlns:a16="http://schemas.microsoft.com/office/drawing/2014/main" id="{B5CE4FE3-B8CA-4822-B781-F102138C6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>
            <a:extLst>
              <a:ext uri="{FF2B5EF4-FFF2-40B4-BE49-F238E27FC236}">
                <a16:creationId xmlns:a16="http://schemas.microsoft.com/office/drawing/2014/main" id="{29C3D5FE-FBF8-4CEC-928E-208C528D23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17F6E5A9-2106-4AC1-97F0-2399F2FAC04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EFF90A-4E33-4F0F-B227-4901ED3B40DA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8292" name="Rectangle 6">
            <a:extLst>
              <a:ext uri="{FF2B5EF4-FFF2-40B4-BE49-F238E27FC236}">
                <a16:creationId xmlns:a16="http://schemas.microsoft.com/office/drawing/2014/main" id="{C47CB7CE-5B57-439B-8A8A-D88F7B35C0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68293" name="Rectangle 7">
            <a:extLst>
              <a:ext uri="{FF2B5EF4-FFF2-40B4-BE49-F238E27FC236}">
                <a16:creationId xmlns:a16="http://schemas.microsoft.com/office/drawing/2014/main" id="{6DE8DC95-C4EC-4C7F-AC8B-F43B699FCA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548FCF-5E26-441A-8C21-DB31CE77C959}" type="slidenum">
              <a:rPr lang="en-AU" altLang="en-US" smtClean="0">
                <a:latin typeface="Times New Roman" panose="02020603050405020304" pitchFamily="18" charset="0"/>
              </a:rPr>
              <a:pPr/>
              <a:t>166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8294" name="Rectangle 2">
            <a:extLst>
              <a:ext uri="{FF2B5EF4-FFF2-40B4-BE49-F238E27FC236}">
                <a16:creationId xmlns:a16="http://schemas.microsoft.com/office/drawing/2014/main" id="{870454CD-618F-4930-9CD0-6A28C9A8FF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8295" name="Rectangle 3">
            <a:extLst>
              <a:ext uri="{FF2B5EF4-FFF2-40B4-BE49-F238E27FC236}">
                <a16:creationId xmlns:a16="http://schemas.microsoft.com/office/drawing/2014/main" id="{4D964D74-E1D0-404F-BC83-E111537798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>
            <a:extLst>
              <a:ext uri="{FF2B5EF4-FFF2-40B4-BE49-F238E27FC236}">
                <a16:creationId xmlns:a16="http://schemas.microsoft.com/office/drawing/2014/main" id="{40409908-118D-4A27-B35B-23103D724AA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0339" name="Rectangle 3">
            <a:extLst>
              <a:ext uri="{FF2B5EF4-FFF2-40B4-BE49-F238E27FC236}">
                <a16:creationId xmlns:a16="http://schemas.microsoft.com/office/drawing/2014/main" id="{F195B8EF-F729-4BA5-880F-074C7372574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6615A1-9176-4FF2-BA26-B0CD4EDC51E6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0340" name="Rectangle 6">
            <a:extLst>
              <a:ext uri="{FF2B5EF4-FFF2-40B4-BE49-F238E27FC236}">
                <a16:creationId xmlns:a16="http://schemas.microsoft.com/office/drawing/2014/main" id="{72F4663C-1D41-44F2-919C-E2C2996CCF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0341" name="Rectangle 7">
            <a:extLst>
              <a:ext uri="{FF2B5EF4-FFF2-40B4-BE49-F238E27FC236}">
                <a16:creationId xmlns:a16="http://schemas.microsoft.com/office/drawing/2014/main" id="{DC14FB1B-26D2-4005-AB7E-33715C4E47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CF75EF-C500-42C3-91CB-611B87661E35}" type="slidenum">
              <a:rPr lang="en-AU" altLang="en-US" smtClean="0">
                <a:latin typeface="Times New Roman" panose="02020603050405020304" pitchFamily="18" charset="0"/>
              </a:rPr>
              <a:pPr/>
              <a:t>167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0342" name="Rectangle 2">
            <a:extLst>
              <a:ext uri="{FF2B5EF4-FFF2-40B4-BE49-F238E27FC236}">
                <a16:creationId xmlns:a16="http://schemas.microsoft.com/office/drawing/2014/main" id="{F5A1D1C4-A3B9-4A91-8C01-07FFFCA908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43" name="Rectangle 3">
            <a:extLst>
              <a:ext uri="{FF2B5EF4-FFF2-40B4-BE49-F238E27FC236}">
                <a16:creationId xmlns:a16="http://schemas.microsoft.com/office/drawing/2014/main" id="{08462FA2-6E1F-4C82-9208-11869DE808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A5064E05-63EC-4FB3-BF29-88F989B3A46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2387" name="Rectangle 3">
            <a:extLst>
              <a:ext uri="{FF2B5EF4-FFF2-40B4-BE49-F238E27FC236}">
                <a16:creationId xmlns:a16="http://schemas.microsoft.com/office/drawing/2014/main" id="{8F3E6CCA-7BA3-487D-BDAD-F4F06F579A8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1178C8-68D0-45CA-858D-1A2A22B5B9D5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2388" name="Rectangle 6">
            <a:extLst>
              <a:ext uri="{FF2B5EF4-FFF2-40B4-BE49-F238E27FC236}">
                <a16:creationId xmlns:a16="http://schemas.microsoft.com/office/drawing/2014/main" id="{0528D4B1-15E8-4594-A7E1-7B32EBF970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2389" name="Rectangle 7">
            <a:extLst>
              <a:ext uri="{FF2B5EF4-FFF2-40B4-BE49-F238E27FC236}">
                <a16:creationId xmlns:a16="http://schemas.microsoft.com/office/drawing/2014/main" id="{D3078808-039E-4049-BF86-C6AB743174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0B3E14-8EC2-4CEA-A706-14CA5CEA8B64}" type="slidenum">
              <a:rPr lang="en-AU" altLang="en-US" smtClean="0">
                <a:latin typeface="Times New Roman" panose="02020603050405020304" pitchFamily="18" charset="0"/>
              </a:rPr>
              <a:pPr/>
              <a:t>168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2390" name="Rectangle 2">
            <a:extLst>
              <a:ext uri="{FF2B5EF4-FFF2-40B4-BE49-F238E27FC236}">
                <a16:creationId xmlns:a16="http://schemas.microsoft.com/office/drawing/2014/main" id="{18191BF0-6040-48D6-A54B-D2400DF357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91" name="Rectangle 3">
            <a:extLst>
              <a:ext uri="{FF2B5EF4-FFF2-40B4-BE49-F238E27FC236}">
                <a16:creationId xmlns:a16="http://schemas.microsoft.com/office/drawing/2014/main" id="{B7875218-3C2A-4009-B4F9-6B612D6BB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>
            <a:extLst>
              <a:ext uri="{FF2B5EF4-FFF2-40B4-BE49-F238E27FC236}">
                <a16:creationId xmlns:a16="http://schemas.microsoft.com/office/drawing/2014/main" id="{D862E2CF-15F2-4069-86A3-B7021065F8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6483" name="Rectangle 3">
            <a:extLst>
              <a:ext uri="{FF2B5EF4-FFF2-40B4-BE49-F238E27FC236}">
                <a16:creationId xmlns:a16="http://schemas.microsoft.com/office/drawing/2014/main" id="{1D06CDB2-5209-43E8-81FE-F80EA6BED50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49189B-4586-486B-AF28-0D8A576FA8F3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484" name="Rectangle 6">
            <a:extLst>
              <a:ext uri="{FF2B5EF4-FFF2-40B4-BE49-F238E27FC236}">
                <a16:creationId xmlns:a16="http://schemas.microsoft.com/office/drawing/2014/main" id="{6D1AA5D1-820D-4078-92A7-7233244BC2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6485" name="Rectangle 7">
            <a:extLst>
              <a:ext uri="{FF2B5EF4-FFF2-40B4-BE49-F238E27FC236}">
                <a16:creationId xmlns:a16="http://schemas.microsoft.com/office/drawing/2014/main" id="{DC3FB0C5-09CC-4055-9825-2134BF7D96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0AE943-8B32-4606-898F-F84A000CA5E4}" type="slidenum">
              <a:rPr lang="en-AU" altLang="en-US" smtClean="0">
                <a:latin typeface="Times New Roman" panose="02020603050405020304" pitchFamily="18" charset="0"/>
              </a:rPr>
              <a:pPr/>
              <a:t>169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486" name="Rectangle 2">
            <a:extLst>
              <a:ext uri="{FF2B5EF4-FFF2-40B4-BE49-F238E27FC236}">
                <a16:creationId xmlns:a16="http://schemas.microsoft.com/office/drawing/2014/main" id="{A8DB631B-3C14-400E-B3CC-09378489B7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487" name="Rectangle 3">
            <a:extLst>
              <a:ext uri="{FF2B5EF4-FFF2-40B4-BE49-F238E27FC236}">
                <a16:creationId xmlns:a16="http://schemas.microsoft.com/office/drawing/2014/main" id="{BDD5ED98-60EE-48FB-9D86-33B4953E5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B0C461E5-53B7-4BE8-BD1F-C1CCA8F41C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44BFCFD5-0DAF-413D-88CA-026D73459C3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20525B-7C4C-4211-97A9-63199ED04D4B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4436" name="Rectangle 6">
            <a:extLst>
              <a:ext uri="{FF2B5EF4-FFF2-40B4-BE49-F238E27FC236}">
                <a16:creationId xmlns:a16="http://schemas.microsoft.com/office/drawing/2014/main" id="{410E16DB-3223-44B3-9ABE-07256B034D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4437" name="Rectangle 7">
            <a:extLst>
              <a:ext uri="{FF2B5EF4-FFF2-40B4-BE49-F238E27FC236}">
                <a16:creationId xmlns:a16="http://schemas.microsoft.com/office/drawing/2014/main" id="{4ADA3FCF-02A2-4234-8068-8AE158A510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DEB8F0-F9B7-4671-9C83-8242EC6C49DA}" type="slidenum">
              <a:rPr lang="en-AU" altLang="en-US" smtClean="0">
                <a:latin typeface="Times New Roman" panose="02020603050405020304" pitchFamily="18" charset="0"/>
              </a:rPr>
              <a:pPr/>
              <a:t>170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4438" name="Rectangle 2">
            <a:extLst>
              <a:ext uri="{FF2B5EF4-FFF2-40B4-BE49-F238E27FC236}">
                <a16:creationId xmlns:a16="http://schemas.microsoft.com/office/drawing/2014/main" id="{19FA0790-299C-44FC-8653-D8B41BA446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9" name="Rectangle 3">
            <a:extLst>
              <a:ext uri="{FF2B5EF4-FFF2-40B4-BE49-F238E27FC236}">
                <a16:creationId xmlns:a16="http://schemas.microsoft.com/office/drawing/2014/main" id="{C9D53D84-921C-4686-9B46-42383FCEA6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>
            <a:extLst>
              <a:ext uri="{FF2B5EF4-FFF2-40B4-BE49-F238E27FC236}">
                <a16:creationId xmlns:a16="http://schemas.microsoft.com/office/drawing/2014/main" id="{CCF801C5-0924-42AD-889A-787E615AAA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30ACFB8B-A6D8-419C-9B1E-C41C8B41DD3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EA250C-9F2C-448F-A934-CC625C22F84C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9556" name="Rectangle 6">
            <a:extLst>
              <a:ext uri="{FF2B5EF4-FFF2-40B4-BE49-F238E27FC236}">
                <a16:creationId xmlns:a16="http://schemas.microsoft.com/office/drawing/2014/main" id="{99216E98-CA8D-4224-8E8E-4179D786115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9557" name="Rectangle 7">
            <a:extLst>
              <a:ext uri="{FF2B5EF4-FFF2-40B4-BE49-F238E27FC236}">
                <a16:creationId xmlns:a16="http://schemas.microsoft.com/office/drawing/2014/main" id="{F6A96AD3-8AE8-4802-A3AC-9995C3325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89AE31-4AF6-4995-9CDC-49F96FD75DA3}" type="slidenum">
              <a:rPr lang="en-AU" altLang="en-US" smtClean="0">
                <a:latin typeface="Times New Roman" panose="02020603050405020304" pitchFamily="18" charset="0"/>
              </a:rPr>
              <a:pPr/>
              <a:t>172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9558" name="Rectangle 2">
            <a:extLst>
              <a:ext uri="{FF2B5EF4-FFF2-40B4-BE49-F238E27FC236}">
                <a16:creationId xmlns:a16="http://schemas.microsoft.com/office/drawing/2014/main" id="{30431BE5-716B-4ABD-8B50-686391108A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9" name="Rectangle 3">
            <a:extLst>
              <a:ext uri="{FF2B5EF4-FFF2-40B4-BE49-F238E27FC236}">
                <a16:creationId xmlns:a16="http://schemas.microsoft.com/office/drawing/2014/main" id="{D3161095-DDC3-453A-B231-0BD4040094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>
            <a:extLst>
              <a:ext uri="{FF2B5EF4-FFF2-40B4-BE49-F238E27FC236}">
                <a16:creationId xmlns:a16="http://schemas.microsoft.com/office/drawing/2014/main" id="{F8E62411-3F32-4FF0-90FD-85692C7043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2DBC85F9-F64B-47B8-9A1B-399DFB8DECA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57661B-A4C5-47E1-9B83-02C047BD9A2A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1604" name="Rectangle 6">
            <a:extLst>
              <a:ext uri="{FF2B5EF4-FFF2-40B4-BE49-F238E27FC236}">
                <a16:creationId xmlns:a16="http://schemas.microsoft.com/office/drawing/2014/main" id="{7A3EF7F2-41C6-49F2-909D-DCA3A14DE1D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81605" name="Rectangle 7">
            <a:extLst>
              <a:ext uri="{FF2B5EF4-FFF2-40B4-BE49-F238E27FC236}">
                <a16:creationId xmlns:a16="http://schemas.microsoft.com/office/drawing/2014/main" id="{6A06C6F1-D992-4213-B369-D3A6E03A97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A629B3-1698-4CAF-B028-67B645632436}" type="slidenum">
              <a:rPr lang="en-AU" altLang="en-US" smtClean="0">
                <a:latin typeface="Times New Roman" panose="02020603050405020304" pitchFamily="18" charset="0"/>
              </a:rPr>
              <a:pPr/>
              <a:t>173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1606" name="Rectangle 2">
            <a:extLst>
              <a:ext uri="{FF2B5EF4-FFF2-40B4-BE49-F238E27FC236}">
                <a16:creationId xmlns:a16="http://schemas.microsoft.com/office/drawing/2014/main" id="{89BA9E75-B155-49BD-88E8-D226E9B7E1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7" name="Rectangle 3">
            <a:extLst>
              <a:ext uri="{FF2B5EF4-FFF2-40B4-BE49-F238E27FC236}">
                <a16:creationId xmlns:a16="http://schemas.microsoft.com/office/drawing/2014/main" id="{1885BD9E-7BF3-4B9F-BC02-5F84A0FFD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DA810E30-E6FB-47EE-902E-2EDD648F8C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3651" name="Rectangle 3">
            <a:extLst>
              <a:ext uri="{FF2B5EF4-FFF2-40B4-BE49-F238E27FC236}">
                <a16:creationId xmlns:a16="http://schemas.microsoft.com/office/drawing/2014/main" id="{E8EE668B-5EF5-4E65-9976-631E5301500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61C5D4-1048-4898-AEFF-0CDB209D2213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3652" name="Rectangle 6">
            <a:extLst>
              <a:ext uri="{FF2B5EF4-FFF2-40B4-BE49-F238E27FC236}">
                <a16:creationId xmlns:a16="http://schemas.microsoft.com/office/drawing/2014/main" id="{F16DAEDA-9560-49CB-96B4-B22DA0C41B1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83653" name="Rectangle 7">
            <a:extLst>
              <a:ext uri="{FF2B5EF4-FFF2-40B4-BE49-F238E27FC236}">
                <a16:creationId xmlns:a16="http://schemas.microsoft.com/office/drawing/2014/main" id="{0C8BE776-60F6-4303-BC4B-589EF2DEF1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82B953-6911-40B9-9751-D776A697E236}" type="slidenum">
              <a:rPr lang="en-AU" altLang="en-US" smtClean="0">
                <a:latin typeface="Times New Roman" panose="02020603050405020304" pitchFamily="18" charset="0"/>
              </a:rPr>
              <a:pPr/>
              <a:t>174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3654" name="Rectangle 2">
            <a:extLst>
              <a:ext uri="{FF2B5EF4-FFF2-40B4-BE49-F238E27FC236}">
                <a16:creationId xmlns:a16="http://schemas.microsoft.com/office/drawing/2014/main" id="{07D97250-BC1D-47DC-B702-BF6B8D6350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3655" name="Rectangle 3">
            <a:extLst>
              <a:ext uri="{FF2B5EF4-FFF2-40B4-BE49-F238E27FC236}">
                <a16:creationId xmlns:a16="http://schemas.microsoft.com/office/drawing/2014/main" id="{16079305-468A-4B58-9BD5-F70D2B273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30CFD65F-55CD-49EE-BD1F-792B77039B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A6DD9063-C80B-4091-8E3B-05178C71AA9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EC942F5-1D9F-450F-B622-86A76A2D50CB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5700" name="Rectangle 6">
            <a:extLst>
              <a:ext uri="{FF2B5EF4-FFF2-40B4-BE49-F238E27FC236}">
                <a16:creationId xmlns:a16="http://schemas.microsoft.com/office/drawing/2014/main" id="{C12E8A28-279E-49D5-8C17-D43C86306D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85701" name="Rectangle 7">
            <a:extLst>
              <a:ext uri="{FF2B5EF4-FFF2-40B4-BE49-F238E27FC236}">
                <a16:creationId xmlns:a16="http://schemas.microsoft.com/office/drawing/2014/main" id="{59184616-A9C5-4A58-BABE-E2136B4C8C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093810-6081-4D80-8F08-7FCDCFDAA9D7}" type="slidenum">
              <a:rPr lang="en-AU" altLang="en-US" smtClean="0">
                <a:latin typeface="Times New Roman" panose="02020603050405020304" pitchFamily="18" charset="0"/>
              </a:rPr>
              <a:pPr/>
              <a:t>175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5702" name="Rectangle 2">
            <a:extLst>
              <a:ext uri="{FF2B5EF4-FFF2-40B4-BE49-F238E27FC236}">
                <a16:creationId xmlns:a16="http://schemas.microsoft.com/office/drawing/2014/main" id="{D1B758EC-8FBF-42B5-8FAF-DF86D23948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703" name="Rectangle 3">
            <a:extLst>
              <a:ext uri="{FF2B5EF4-FFF2-40B4-BE49-F238E27FC236}">
                <a16:creationId xmlns:a16="http://schemas.microsoft.com/office/drawing/2014/main" id="{3B8BA6BA-EE62-4039-8D6B-60C579B1FC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>
            <a:extLst>
              <a:ext uri="{FF2B5EF4-FFF2-40B4-BE49-F238E27FC236}">
                <a16:creationId xmlns:a16="http://schemas.microsoft.com/office/drawing/2014/main" id="{4BA7AAE3-4705-4826-8989-BB7BB8D00A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C8CCF69B-D66D-4C17-AC67-F3610140384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564755-38E1-450E-87CC-C5194249CFA0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7748" name="Rectangle 6">
            <a:extLst>
              <a:ext uri="{FF2B5EF4-FFF2-40B4-BE49-F238E27FC236}">
                <a16:creationId xmlns:a16="http://schemas.microsoft.com/office/drawing/2014/main" id="{52041BB2-94FE-456C-8B3C-2FA4F547666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87749" name="Rectangle 7">
            <a:extLst>
              <a:ext uri="{FF2B5EF4-FFF2-40B4-BE49-F238E27FC236}">
                <a16:creationId xmlns:a16="http://schemas.microsoft.com/office/drawing/2014/main" id="{3ACDC85F-1646-44AF-B3D0-C815FAE296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DB3D1C-FA29-42CA-86B4-D31F33D7655E}" type="slidenum">
              <a:rPr lang="en-AU" altLang="en-US" smtClean="0">
                <a:latin typeface="Times New Roman" panose="02020603050405020304" pitchFamily="18" charset="0"/>
              </a:rPr>
              <a:pPr/>
              <a:t>176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7750" name="Rectangle 2">
            <a:extLst>
              <a:ext uri="{FF2B5EF4-FFF2-40B4-BE49-F238E27FC236}">
                <a16:creationId xmlns:a16="http://schemas.microsoft.com/office/drawing/2014/main" id="{EB70EF0B-24B7-4969-B713-056452ED8E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51" name="Rectangle 3">
            <a:extLst>
              <a:ext uri="{FF2B5EF4-FFF2-40B4-BE49-F238E27FC236}">
                <a16:creationId xmlns:a16="http://schemas.microsoft.com/office/drawing/2014/main" id="{42180388-0828-4738-B928-E39B84125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1E9ACBD5-A9EF-49ED-B177-E85F1500604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10D1287D-2585-4648-917E-0AB4ACE627D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4815E8-69A1-430F-9EEC-6C4521C5F785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9796" name="Rectangle 6">
            <a:extLst>
              <a:ext uri="{FF2B5EF4-FFF2-40B4-BE49-F238E27FC236}">
                <a16:creationId xmlns:a16="http://schemas.microsoft.com/office/drawing/2014/main" id="{CC7CD4F4-B842-4690-A475-E4B625631FF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89797" name="Rectangle 7">
            <a:extLst>
              <a:ext uri="{FF2B5EF4-FFF2-40B4-BE49-F238E27FC236}">
                <a16:creationId xmlns:a16="http://schemas.microsoft.com/office/drawing/2014/main" id="{732951E7-A4D6-4EE3-879B-7F6617029B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F04522-FA03-4897-BAC5-54398D7965D4}" type="slidenum">
              <a:rPr lang="en-AU" altLang="en-US" smtClean="0">
                <a:latin typeface="Times New Roman" panose="02020603050405020304" pitchFamily="18" charset="0"/>
              </a:rPr>
              <a:pPr/>
              <a:t>177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9798" name="Rectangle 2">
            <a:extLst>
              <a:ext uri="{FF2B5EF4-FFF2-40B4-BE49-F238E27FC236}">
                <a16:creationId xmlns:a16="http://schemas.microsoft.com/office/drawing/2014/main" id="{FE012A19-67FE-448F-AD4C-8C5C917927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9" name="Rectangle 3">
            <a:extLst>
              <a:ext uri="{FF2B5EF4-FFF2-40B4-BE49-F238E27FC236}">
                <a16:creationId xmlns:a16="http://schemas.microsoft.com/office/drawing/2014/main" id="{AEEA5C3B-1092-495A-AD5B-0461B229DD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>
            <a:extLst>
              <a:ext uri="{FF2B5EF4-FFF2-40B4-BE49-F238E27FC236}">
                <a16:creationId xmlns:a16="http://schemas.microsoft.com/office/drawing/2014/main" id="{D465E15D-C9E9-4F81-9496-CE8E277C9D0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C29CF1A9-A6D9-4675-8129-F18BACB533F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DCA9F1-942C-4978-9B21-5C32C3CEB1A2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1844" name="Rectangle 6">
            <a:extLst>
              <a:ext uri="{FF2B5EF4-FFF2-40B4-BE49-F238E27FC236}">
                <a16:creationId xmlns:a16="http://schemas.microsoft.com/office/drawing/2014/main" id="{9A6BC3BA-114D-4660-BBE5-928DE30552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91845" name="Rectangle 7">
            <a:extLst>
              <a:ext uri="{FF2B5EF4-FFF2-40B4-BE49-F238E27FC236}">
                <a16:creationId xmlns:a16="http://schemas.microsoft.com/office/drawing/2014/main" id="{301E5961-EEFD-437D-AC24-E68487845E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7B8EF7-53F6-4B69-910A-7ED61F07FCB1}" type="slidenum">
              <a:rPr lang="en-AU" altLang="en-US" smtClean="0">
                <a:latin typeface="Times New Roman" panose="02020603050405020304" pitchFamily="18" charset="0"/>
              </a:rPr>
              <a:pPr/>
              <a:t>178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1846" name="Rectangle 2">
            <a:extLst>
              <a:ext uri="{FF2B5EF4-FFF2-40B4-BE49-F238E27FC236}">
                <a16:creationId xmlns:a16="http://schemas.microsoft.com/office/drawing/2014/main" id="{66F8E7B5-40FA-42EC-B9F3-FAD89DB3EF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7" name="Rectangle 3">
            <a:extLst>
              <a:ext uri="{FF2B5EF4-FFF2-40B4-BE49-F238E27FC236}">
                <a16:creationId xmlns:a16="http://schemas.microsoft.com/office/drawing/2014/main" id="{DDC46501-2DD9-4830-A5B9-392C2B5DFE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>
            <a:extLst>
              <a:ext uri="{FF2B5EF4-FFF2-40B4-BE49-F238E27FC236}">
                <a16:creationId xmlns:a16="http://schemas.microsoft.com/office/drawing/2014/main" id="{6CE5752F-2011-4D0A-AB4B-B5A3BA28B7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6DF8B4F9-2989-4483-A6B7-D6426779DA4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58F6E0-4026-4A8A-AF8A-27B9B2F958EA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3892" name="Rectangle 6">
            <a:extLst>
              <a:ext uri="{FF2B5EF4-FFF2-40B4-BE49-F238E27FC236}">
                <a16:creationId xmlns:a16="http://schemas.microsoft.com/office/drawing/2014/main" id="{960F8FA8-7554-4557-A6FA-16097F10166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93893" name="Rectangle 7">
            <a:extLst>
              <a:ext uri="{FF2B5EF4-FFF2-40B4-BE49-F238E27FC236}">
                <a16:creationId xmlns:a16="http://schemas.microsoft.com/office/drawing/2014/main" id="{ABF10E2A-0606-440C-A751-869FC2082F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1C48C5-AE49-4FCF-9F62-426ED89A18CC}" type="slidenum">
              <a:rPr lang="en-AU" altLang="en-US" smtClean="0">
                <a:latin typeface="Times New Roman" panose="02020603050405020304" pitchFamily="18" charset="0"/>
              </a:rPr>
              <a:pPr/>
              <a:t>179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3894" name="Rectangle 2">
            <a:extLst>
              <a:ext uri="{FF2B5EF4-FFF2-40B4-BE49-F238E27FC236}">
                <a16:creationId xmlns:a16="http://schemas.microsoft.com/office/drawing/2014/main" id="{4EBBF54A-9B14-4668-A46A-E49A6A5E6F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5" name="Rectangle 3">
            <a:extLst>
              <a:ext uri="{FF2B5EF4-FFF2-40B4-BE49-F238E27FC236}">
                <a16:creationId xmlns:a16="http://schemas.microsoft.com/office/drawing/2014/main" id="{39A30F40-B1D2-4970-A6A5-38D33B0195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>
            <a:extLst>
              <a:ext uri="{FF2B5EF4-FFF2-40B4-BE49-F238E27FC236}">
                <a16:creationId xmlns:a16="http://schemas.microsoft.com/office/drawing/2014/main" id="{35B44DD5-E7FE-4CED-85FD-70BD4D79417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95939" name="Rectangle 3">
            <a:extLst>
              <a:ext uri="{FF2B5EF4-FFF2-40B4-BE49-F238E27FC236}">
                <a16:creationId xmlns:a16="http://schemas.microsoft.com/office/drawing/2014/main" id="{1258DC23-C28B-47CB-8D4A-9A5F5C54D18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FABDB81-B33E-4B31-B72F-E57F041AA9D7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5940" name="Rectangle 6">
            <a:extLst>
              <a:ext uri="{FF2B5EF4-FFF2-40B4-BE49-F238E27FC236}">
                <a16:creationId xmlns:a16="http://schemas.microsoft.com/office/drawing/2014/main" id="{592C089D-E9A1-458D-975D-A8F84B151BC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95941" name="Rectangle 7">
            <a:extLst>
              <a:ext uri="{FF2B5EF4-FFF2-40B4-BE49-F238E27FC236}">
                <a16:creationId xmlns:a16="http://schemas.microsoft.com/office/drawing/2014/main" id="{5F484BC4-E40E-4797-9315-57B1247718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411794-AA58-44D7-BE9C-433EAEC868FD}" type="slidenum">
              <a:rPr lang="en-AU" altLang="en-US" smtClean="0">
                <a:latin typeface="Times New Roman" panose="02020603050405020304" pitchFamily="18" charset="0"/>
              </a:rPr>
              <a:pPr/>
              <a:t>180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5942" name="Rectangle 2">
            <a:extLst>
              <a:ext uri="{FF2B5EF4-FFF2-40B4-BE49-F238E27FC236}">
                <a16:creationId xmlns:a16="http://schemas.microsoft.com/office/drawing/2014/main" id="{1057CC2F-BBAF-4FB8-9E2B-A5EBDF204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5943" name="Rectangle 3">
            <a:extLst>
              <a:ext uri="{FF2B5EF4-FFF2-40B4-BE49-F238E27FC236}">
                <a16:creationId xmlns:a16="http://schemas.microsoft.com/office/drawing/2014/main" id="{E45B322B-CE62-43E8-82A4-0E15349E2E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704E4CB9-D732-425A-86CE-76BCCD662B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039A1EF5-02C4-4573-AB78-8681ABB7AD8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9251CE-9C46-4368-B261-88E2DF82D7D0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7988" name="Rectangle 6">
            <a:extLst>
              <a:ext uri="{FF2B5EF4-FFF2-40B4-BE49-F238E27FC236}">
                <a16:creationId xmlns:a16="http://schemas.microsoft.com/office/drawing/2014/main" id="{27F29A96-1ED3-49F9-B774-0A81FDFA677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97989" name="Rectangle 7">
            <a:extLst>
              <a:ext uri="{FF2B5EF4-FFF2-40B4-BE49-F238E27FC236}">
                <a16:creationId xmlns:a16="http://schemas.microsoft.com/office/drawing/2014/main" id="{2819AA54-8C06-4421-A261-5869F8F3DA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9D8484-7B3E-49FF-8157-871881B3763A}" type="slidenum">
              <a:rPr lang="en-AU" altLang="en-US" smtClean="0">
                <a:latin typeface="Times New Roman" panose="02020603050405020304" pitchFamily="18" charset="0"/>
              </a:rPr>
              <a:pPr/>
              <a:t>181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7990" name="Rectangle 2">
            <a:extLst>
              <a:ext uri="{FF2B5EF4-FFF2-40B4-BE49-F238E27FC236}">
                <a16:creationId xmlns:a16="http://schemas.microsoft.com/office/drawing/2014/main" id="{6BE192F4-6F47-46B0-BE0E-B76D98938B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91" name="Rectangle 3">
            <a:extLst>
              <a:ext uri="{FF2B5EF4-FFF2-40B4-BE49-F238E27FC236}">
                <a16:creationId xmlns:a16="http://schemas.microsoft.com/office/drawing/2014/main" id="{5E307E2E-159F-427D-A630-1A64BA855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>
            <a:extLst>
              <a:ext uri="{FF2B5EF4-FFF2-40B4-BE49-F238E27FC236}">
                <a16:creationId xmlns:a16="http://schemas.microsoft.com/office/drawing/2014/main" id="{01732865-0E47-4EB6-A1CB-49DEEFE3162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D64D5EC6-1985-4E49-B4E8-100E50D8EC1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92021D-EAFD-4FFA-9AC2-E7AC90650CEB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0036" name="Rectangle 6">
            <a:extLst>
              <a:ext uri="{FF2B5EF4-FFF2-40B4-BE49-F238E27FC236}">
                <a16:creationId xmlns:a16="http://schemas.microsoft.com/office/drawing/2014/main" id="{AFA58F0E-2C1E-49CC-A93A-0298ACC1057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00037" name="Rectangle 7">
            <a:extLst>
              <a:ext uri="{FF2B5EF4-FFF2-40B4-BE49-F238E27FC236}">
                <a16:creationId xmlns:a16="http://schemas.microsoft.com/office/drawing/2014/main" id="{E0ED8959-886C-4FB5-8B28-BDCE097695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CD4205-E294-4983-9499-F6B7A9F91126}" type="slidenum">
              <a:rPr lang="en-AU" altLang="en-US" smtClean="0">
                <a:latin typeface="Times New Roman" panose="02020603050405020304" pitchFamily="18" charset="0"/>
              </a:rPr>
              <a:pPr/>
              <a:t>182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0038" name="Rectangle 2">
            <a:extLst>
              <a:ext uri="{FF2B5EF4-FFF2-40B4-BE49-F238E27FC236}">
                <a16:creationId xmlns:a16="http://schemas.microsoft.com/office/drawing/2014/main" id="{86418FE3-6561-43A9-890E-95CE4C988D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0039" name="Rectangle 3">
            <a:extLst>
              <a:ext uri="{FF2B5EF4-FFF2-40B4-BE49-F238E27FC236}">
                <a16:creationId xmlns:a16="http://schemas.microsoft.com/office/drawing/2014/main" id="{C9C1ACD5-43BC-4BD9-9AC9-64AD7EDAE7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>
            <a:extLst>
              <a:ext uri="{FF2B5EF4-FFF2-40B4-BE49-F238E27FC236}">
                <a16:creationId xmlns:a16="http://schemas.microsoft.com/office/drawing/2014/main" id="{9A58DCD6-980E-4B69-9D3B-E3CD95DE15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02083" name="Rectangle 3">
            <a:extLst>
              <a:ext uri="{FF2B5EF4-FFF2-40B4-BE49-F238E27FC236}">
                <a16:creationId xmlns:a16="http://schemas.microsoft.com/office/drawing/2014/main" id="{D04964E1-20A4-4476-85EA-BD999859B49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FF9670-B150-4305-8DBA-82A2A16FC40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2084" name="Rectangle 6">
            <a:extLst>
              <a:ext uri="{FF2B5EF4-FFF2-40B4-BE49-F238E27FC236}">
                <a16:creationId xmlns:a16="http://schemas.microsoft.com/office/drawing/2014/main" id="{5594DDE9-E04E-4136-B7CD-5D513FD31C8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02085" name="Rectangle 7">
            <a:extLst>
              <a:ext uri="{FF2B5EF4-FFF2-40B4-BE49-F238E27FC236}">
                <a16:creationId xmlns:a16="http://schemas.microsoft.com/office/drawing/2014/main" id="{0C5AA8A7-9DD4-41FC-BD5A-8D3B65A1A5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F1C5A9-2619-4852-A8E4-56F713FD80A3}" type="slidenum">
              <a:rPr lang="en-AU" altLang="en-US" smtClean="0">
                <a:latin typeface="Times New Roman" panose="02020603050405020304" pitchFamily="18" charset="0"/>
              </a:rPr>
              <a:pPr/>
              <a:t>183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2086" name="Rectangle 2">
            <a:extLst>
              <a:ext uri="{FF2B5EF4-FFF2-40B4-BE49-F238E27FC236}">
                <a16:creationId xmlns:a16="http://schemas.microsoft.com/office/drawing/2014/main" id="{1F2B8683-21BF-4D7A-9ECF-F7DD3C022C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7" name="Rectangle 3">
            <a:extLst>
              <a:ext uri="{FF2B5EF4-FFF2-40B4-BE49-F238E27FC236}">
                <a16:creationId xmlns:a16="http://schemas.microsoft.com/office/drawing/2014/main" id="{C3D6FEB3-DB64-49AD-99E4-9E0FD6474C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>
            <a:extLst>
              <a:ext uri="{FF2B5EF4-FFF2-40B4-BE49-F238E27FC236}">
                <a16:creationId xmlns:a16="http://schemas.microsoft.com/office/drawing/2014/main" id="{391E8D82-A856-408C-82CB-7A852D1832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04131" name="Rectangle 3">
            <a:extLst>
              <a:ext uri="{FF2B5EF4-FFF2-40B4-BE49-F238E27FC236}">
                <a16:creationId xmlns:a16="http://schemas.microsoft.com/office/drawing/2014/main" id="{08CEE33E-1E49-46C6-850C-C991DBD2065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5A0A6E2-3145-44B5-BC8B-6324668B5A0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4132" name="Rectangle 6">
            <a:extLst>
              <a:ext uri="{FF2B5EF4-FFF2-40B4-BE49-F238E27FC236}">
                <a16:creationId xmlns:a16="http://schemas.microsoft.com/office/drawing/2014/main" id="{C2FC1AC5-B3EF-4BFA-823E-09433AA385A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04133" name="Rectangle 7">
            <a:extLst>
              <a:ext uri="{FF2B5EF4-FFF2-40B4-BE49-F238E27FC236}">
                <a16:creationId xmlns:a16="http://schemas.microsoft.com/office/drawing/2014/main" id="{EEA9FE6C-986B-49E8-8F0C-74679011DF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57B2CC-E9CB-4C33-9845-D12EBB096DB7}" type="slidenum">
              <a:rPr lang="en-AU" altLang="en-US" smtClean="0">
                <a:latin typeface="Times New Roman" panose="02020603050405020304" pitchFamily="18" charset="0"/>
              </a:rPr>
              <a:pPr/>
              <a:t>184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4134" name="Rectangle 2">
            <a:extLst>
              <a:ext uri="{FF2B5EF4-FFF2-40B4-BE49-F238E27FC236}">
                <a16:creationId xmlns:a16="http://schemas.microsoft.com/office/drawing/2014/main" id="{27857AC8-58EF-4ED3-A009-72697E97BE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4135" name="Rectangle 3">
            <a:extLst>
              <a:ext uri="{FF2B5EF4-FFF2-40B4-BE49-F238E27FC236}">
                <a16:creationId xmlns:a16="http://schemas.microsoft.com/office/drawing/2014/main" id="{307D4C2A-AE04-49FF-AEFF-CC7249BE71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75D1A1E7-49CF-4402-8FC9-CD52446312C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88500ED1-B330-4906-A5B0-1B5B711AA26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BA0B11B-7E11-4777-94F0-74B95714F19C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7204" name="Rectangle 6">
            <a:extLst>
              <a:ext uri="{FF2B5EF4-FFF2-40B4-BE49-F238E27FC236}">
                <a16:creationId xmlns:a16="http://schemas.microsoft.com/office/drawing/2014/main" id="{7403AF23-4736-4D5E-AE4F-3308C0F9026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07205" name="Rectangle 7">
            <a:extLst>
              <a:ext uri="{FF2B5EF4-FFF2-40B4-BE49-F238E27FC236}">
                <a16:creationId xmlns:a16="http://schemas.microsoft.com/office/drawing/2014/main" id="{F14FB0D1-4386-4EE0-86DB-0EDE8D47E7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FB1EB8E-885E-4250-BC48-379FA4267C21}" type="slidenum">
              <a:rPr lang="en-AU" altLang="en-US" smtClean="0">
                <a:latin typeface="Times New Roman" panose="02020603050405020304" pitchFamily="18" charset="0"/>
              </a:rPr>
              <a:pPr/>
              <a:t>186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7206" name="Rectangle 2">
            <a:extLst>
              <a:ext uri="{FF2B5EF4-FFF2-40B4-BE49-F238E27FC236}">
                <a16:creationId xmlns:a16="http://schemas.microsoft.com/office/drawing/2014/main" id="{87375C8B-4369-4D8E-BDA2-17E5F688C1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7" name="Rectangle 3">
            <a:extLst>
              <a:ext uri="{FF2B5EF4-FFF2-40B4-BE49-F238E27FC236}">
                <a16:creationId xmlns:a16="http://schemas.microsoft.com/office/drawing/2014/main" id="{5FDCBBB8-52CF-4D16-A705-3E5FF432A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>
            <a:extLst>
              <a:ext uri="{FF2B5EF4-FFF2-40B4-BE49-F238E27FC236}">
                <a16:creationId xmlns:a16="http://schemas.microsoft.com/office/drawing/2014/main" id="{67BFBC69-34BB-4186-A405-76FC8B860E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09251" name="Rectangle 3">
            <a:extLst>
              <a:ext uri="{FF2B5EF4-FFF2-40B4-BE49-F238E27FC236}">
                <a16:creationId xmlns:a16="http://schemas.microsoft.com/office/drawing/2014/main" id="{C23FEF5A-E660-4496-8398-8C8F71A3ED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B41F2F-2F52-415E-85BF-04DF53BD4774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9252" name="Rectangle 6">
            <a:extLst>
              <a:ext uri="{FF2B5EF4-FFF2-40B4-BE49-F238E27FC236}">
                <a16:creationId xmlns:a16="http://schemas.microsoft.com/office/drawing/2014/main" id="{1153D7A9-29B1-4C75-88E8-3C5CECD57F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09253" name="Rectangle 7">
            <a:extLst>
              <a:ext uri="{FF2B5EF4-FFF2-40B4-BE49-F238E27FC236}">
                <a16:creationId xmlns:a16="http://schemas.microsoft.com/office/drawing/2014/main" id="{17838995-876C-4443-BFB2-BBEBC1BAB7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A828A2-1FD5-4D33-8927-8AD0FDC7B148}" type="slidenum">
              <a:rPr lang="en-AU" altLang="en-US" smtClean="0">
                <a:latin typeface="Times New Roman" panose="02020603050405020304" pitchFamily="18" charset="0"/>
              </a:rPr>
              <a:pPr/>
              <a:t>187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9254" name="Rectangle 2">
            <a:extLst>
              <a:ext uri="{FF2B5EF4-FFF2-40B4-BE49-F238E27FC236}">
                <a16:creationId xmlns:a16="http://schemas.microsoft.com/office/drawing/2014/main" id="{E46A0CB7-A350-43BE-BAE8-65295DE1DE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9255" name="Rectangle 3">
            <a:extLst>
              <a:ext uri="{FF2B5EF4-FFF2-40B4-BE49-F238E27FC236}">
                <a16:creationId xmlns:a16="http://schemas.microsoft.com/office/drawing/2014/main" id="{6A9BB31C-04C5-452E-A8B3-93FEE11E34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6C013889-9699-4B55-B514-C18EB6928C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BAEC4BDD-7F7B-4B19-A188-E64CDACD1C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ADE6A2-9685-4173-8451-0506E73E9321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1300" name="Rectangle 6">
            <a:extLst>
              <a:ext uri="{FF2B5EF4-FFF2-40B4-BE49-F238E27FC236}">
                <a16:creationId xmlns:a16="http://schemas.microsoft.com/office/drawing/2014/main" id="{68C120B0-CAC3-47A6-AB83-9FB35A90C15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11301" name="Rectangle 7">
            <a:extLst>
              <a:ext uri="{FF2B5EF4-FFF2-40B4-BE49-F238E27FC236}">
                <a16:creationId xmlns:a16="http://schemas.microsoft.com/office/drawing/2014/main" id="{6140BE1D-6B0F-4A47-9273-ED68CF498C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4F2E89-8AF9-452C-8BB9-72A1520E530B}" type="slidenum">
              <a:rPr lang="en-AU" altLang="en-US" smtClean="0">
                <a:latin typeface="Times New Roman" panose="02020603050405020304" pitchFamily="18" charset="0"/>
              </a:rPr>
              <a:pPr/>
              <a:t>188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1302" name="Rectangle 2">
            <a:extLst>
              <a:ext uri="{FF2B5EF4-FFF2-40B4-BE49-F238E27FC236}">
                <a16:creationId xmlns:a16="http://schemas.microsoft.com/office/drawing/2014/main" id="{1DDE4B7E-8990-4F60-BBCC-66FA2A187A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1303" name="Rectangle 3">
            <a:extLst>
              <a:ext uri="{FF2B5EF4-FFF2-40B4-BE49-F238E27FC236}">
                <a16:creationId xmlns:a16="http://schemas.microsoft.com/office/drawing/2014/main" id="{75F5D15C-F196-4B2F-BFD4-4FE5CFA445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>
            <a:extLst>
              <a:ext uri="{FF2B5EF4-FFF2-40B4-BE49-F238E27FC236}">
                <a16:creationId xmlns:a16="http://schemas.microsoft.com/office/drawing/2014/main" id="{CD096095-CD59-4F49-B35B-F68ABA2779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13347" name="Rectangle 3">
            <a:extLst>
              <a:ext uri="{FF2B5EF4-FFF2-40B4-BE49-F238E27FC236}">
                <a16:creationId xmlns:a16="http://schemas.microsoft.com/office/drawing/2014/main" id="{03294820-B1A5-4D50-8E2A-74A7A747B5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11683B-E73F-49B2-A193-445FC0795886}" type="datetime3">
              <a:rPr lang="en-AU" altLang="en-US" smtClean="0">
                <a:latin typeface="Times New Roman" panose="02020603050405020304" pitchFamily="18" charset="0"/>
              </a:rPr>
              <a:pPr/>
              <a:t>1 December,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3348" name="Rectangle 6">
            <a:extLst>
              <a:ext uri="{FF2B5EF4-FFF2-40B4-BE49-F238E27FC236}">
                <a16:creationId xmlns:a16="http://schemas.microsoft.com/office/drawing/2014/main" id="{88E123DB-5768-4DBD-87AB-E7DD066A7A5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13349" name="Rectangle 7">
            <a:extLst>
              <a:ext uri="{FF2B5EF4-FFF2-40B4-BE49-F238E27FC236}">
                <a16:creationId xmlns:a16="http://schemas.microsoft.com/office/drawing/2014/main" id="{E67CDC3C-DA77-4E9B-9058-7F36DE77CA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BE3A10-C846-4CC1-8AEA-F2D1E13CBEF6}" type="slidenum">
              <a:rPr lang="en-AU" altLang="en-US" smtClean="0">
                <a:latin typeface="Times New Roman" panose="02020603050405020304" pitchFamily="18" charset="0"/>
              </a:rPr>
              <a:pPr/>
              <a:t>189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3350" name="Rectangle 2">
            <a:extLst>
              <a:ext uri="{FF2B5EF4-FFF2-40B4-BE49-F238E27FC236}">
                <a16:creationId xmlns:a16="http://schemas.microsoft.com/office/drawing/2014/main" id="{DDB927D4-C347-49F6-811C-990F0B9F9C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3351" name="Rectangle 3">
            <a:extLst>
              <a:ext uri="{FF2B5EF4-FFF2-40B4-BE49-F238E27FC236}">
                <a16:creationId xmlns:a16="http://schemas.microsoft.com/office/drawing/2014/main" id="{B71C5D33-9A8C-4A36-9A0A-B03627A3D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7">
            <a:extLst>
              <a:ext uri="{FF2B5EF4-FFF2-40B4-BE49-F238E27FC236}">
                <a16:creationId xmlns:a16="http://schemas.microsoft.com/office/drawing/2014/main" id="{3CBE8CF6-7A1C-4D68-903C-6942B2EA0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25538"/>
            <a:ext cx="28575" cy="5732462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14FFBD62-EADE-4B30-B552-D59CC2691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98755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BDA21A35-30F6-44B5-A492-CB8BFB3BB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708275"/>
            <a:ext cx="7380287" cy="7302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38">
            <a:extLst>
              <a:ext uri="{FF2B5EF4-FFF2-40B4-BE49-F238E27FC236}">
                <a16:creationId xmlns:a16="http://schemas.microsoft.com/office/drawing/2014/main" id="{CBDB97C4-07A4-420C-BAA3-FF476CC8D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46">
            <a:extLst>
              <a:ext uri="{FF2B5EF4-FFF2-40B4-BE49-F238E27FC236}">
                <a16:creationId xmlns:a16="http://schemas.microsoft.com/office/drawing/2014/main" id="{A0785B98-01C8-42C9-8ECA-12F634EE9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48">
            <a:extLst>
              <a:ext uri="{FF2B5EF4-FFF2-40B4-BE49-F238E27FC236}">
                <a16:creationId xmlns:a16="http://schemas.microsoft.com/office/drawing/2014/main" id="{75976CC1-8AC6-4964-AD50-68374CE82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49275"/>
            <a:ext cx="28575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10" name="Picture 14" descr="MK Logo (2).png">
            <a:extLst>
              <a:ext uri="{FF2B5EF4-FFF2-40B4-BE49-F238E27FC236}">
                <a16:creationId xmlns:a16="http://schemas.microsoft.com/office/drawing/2014/main" id="{3BAC6F96-8C24-429D-8772-87E94FA97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1938"/>
            <a:ext cx="1155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3">
            <a:extLst>
              <a:ext uri="{FF2B5EF4-FFF2-40B4-BE49-F238E27FC236}">
                <a16:creationId xmlns:a16="http://schemas.microsoft.com/office/drawing/2014/main" id="{47C125B7-DAB9-477C-B5EF-0E4078003B1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774825" y="104775"/>
            <a:ext cx="6084888" cy="868363"/>
            <a:chOff x="1774113" y="104757"/>
            <a:chExt cx="6084936" cy="86854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CB2AE9-6426-4A3C-A0BD-566F47D9191B}"/>
                </a:ext>
              </a:extLst>
            </p:cNvPr>
            <p:cNvSpPr txBox="1"/>
            <p:nvPr userDrawn="1"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GB" altLang="en-US" sz="3000" b="1">
                  <a:solidFill>
                    <a:schemeClr val="bg1"/>
                  </a:solidFill>
                  <a:latin typeface="Corbel" pitchFamily="34" charset="0"/>
                </a:rPr>
                <a:t>COMPUTER ORGANIZATION AND DESIGN</a:t>
              </a:r>
              <a:endParaRPr lang="en-US" altLang="en-US" sz="3000" b="1">
                <a:solidFill>
                  <a:schemeClr val="bg1"/>
                </a:solidFill>
                <a:latin typeface="Corbe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6883DF-A972-40F2-9B08-263D7F871B89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2844096" y="573166"/>
              <a:ext cx="3957669" cy="4001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GB" altLang="en-US" sz="2000">
                  <a:solidFill>
                    <a:schemeClr val="bg1"/>
                  </a:solidFill>
                </a:rPr>
                <a:t>The Hardware/Software Interface</a:t>
              </a:r>
              <a:endParaRPr lang="en-US" altLang="en-US" sz="200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6">
            <a:extLst>
              <a:ext uri="{FF2B5EF4-FFF2-40B4-BE49-F238E27FC236}">
                <a16:creationId xmlns:a16="http://schemas.microsoft.com/office/drawing/2014/main" id="{A14B32AB-F3EE-4BD2-913B-9286FEE7304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004175" y="93663"/>
            <a:ext cx="935038" cy="935037"/>
            <a:chOff x="7956376" y="116632"/>
            <a:chExt cx="936104" cy="936104"/>
          </a:xfrm>
        </p:grpSpPr>
        <p:sp>
          <p:nvSpPr>
            <p:cNvPr id="15" name="32-Point Star 18">
              <a:extLst>
                <a:ext uri="{FF2B5EF4-FFF2-40B4-BE49-F238E27FC236}">
                  <a16:creationId xmlns:a16="http://schemas.microsoft.com/office/drawing/2014/main" id="{E9F110DD-29C2-4CC8-9976-4D0FDAA97CE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956376" y="116632"/>
              <a:ext cx="936104" cy="936104"/>
            </a:xfrm>
            <a:prstGeom prst="star32">
              <a:avLst>
                <a:gd name="adj" fmla="val 37500"/>
              </a:avLst>
            </a:prstGeom>
            <a:solidFill>
              <a:srgbClr val="C0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6608387-9053-4B80-ADC5-748DF0563698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8112128" y="262849"/>
              <a:ext cx="642081" cy="707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defRPr/>
              </a:pPr>
              <a:r>
                <a:rPr lang="en-GB" altLang="en-US" sz="2000">
                  <a:solidFill>
                    <a:schemeClr val="bg1"/>
                  </a:solidFill>
                  <a:latin typeface="Arial Black" pitchFamily="34" charset="0"/>
                </a:rPr>
                <a:t>5</a:t>
              </a:r>
              <a:r>
                <a:rPr lang="en-GB" altLang="en-US" sz="2000" baseline="30000">
                  <a:solidFill>
                    <a:schemeClr val="bg1"/>
                  </a:solidFill>
                  <a:latin typeface="Arial Black" pitchFamily="34" charset="0"/>
                </a:rPr>
                <a:t>th</a:t>
              </a:r>
              <a:endParaRPr lang="en-GB" altLang="en-US" sz="2000">
                <a:solidFill>
                  <a:schemeClr val="bg1"/>
                </a:solidFill>
                <a:latin typeface="Arial Black" pitchFamily="34" charset="0"/>
              </a:endParaRPr>
            </a:p>
            <a:p>
              <a:pPr>
                <a:defRPr/>
              </a:pPr>
              <a:endParaRPr lang="en-US" altLang="en-US" sz="200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76E3464-CFCA-4443-BB42-9B7095C535F1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8064449" y="517139"/>
              <a:ext cx="732672" cy="308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defRPr/>
              </a:pPr>
              <a:r>
                <a:rPr lang="en-GB" altLang="en-US" sz="1400">
                  <a:solidFill>
                    <a:schemeClr val="bg1"/>
                  </a:solidFill>
                </a:rPr>
                <a:t>Edition</a:t>
              </a:r>
              <a:endParaRPr lang="en-US" altLang="en-US" sz="1400">
                <a:solidFill>
                  <a:schemeClr val="bg1"/>
                </a:solidFill>
              </a:endParaRPr>
            </a:p>
          </p:txBody>
        </p:sp>
      </p:grpSp>
      <p:sp>
        <p:nvSpPr>
          <p:cNvPr id="419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409825" y="1844675"/>
            <a:ext cx="5832475" cy="762000"/>
          </a:xfrm>
        </p:spPr>
        <p:txBody>
          <a:bodyPr anchor="t"/>
          <a:lstStyle>
            <a:lvl1pPr>
              <a:defRPr>
                <a:latin typeface="Arial Black" pitchFamily="34" charset="0"/>
              </a:defRPr>
            </a:lvl1pPr>
          </a:lstStyle>
          <a:p>
            <a:r>
              <a:rPr lang="en-AU"/>
              <a:t>Chapter …</a:t>
            </a:r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409825" y="2924175"/>
            <a:ext cx="5832475" cy="579438"/>
          </a:xfrm>
        </p:spPr>
        <p:txBody>
          <a:bodyPr>
            <a:spAutoFit/>
          </a:bodyPr>
          <a:lstStyle>
            <a:lvl1pPr marL="0" indent="0">
              <a:buFont typeface="Wingdings" pitchFamily="2" charset="2"/>
              <a:buNone/>
              <a:defRPr>
                <a:latin typeface="Arial Black" pitchFamily="34" charset="0"/>
              </a:defRPr>
            </a:lvl1pPr>
          </a:lstStyle>
          <a:p>
            <a:r>
              <a:rPr lang="en-AU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13636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A0DB51F1-1DDD-44BD-B8ED-BD8BAE6602D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7C10DCF6-8241-4C36-B354-926871C891F3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064276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7FDCFC3B-92C3-402C-9628-73BDCD1AE1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C2EA364A-F56C-419A-8935-D77980DE4176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421386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B114C88D-A31D-431E-B5D3-9501841CBF8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7E118EAE-231C-4CEB-9281-58D4BD6BD878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96337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135A89AB-3F7A-40A5-9933-3584786D4D3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A8A1F26A-A15B-4373-8244-F0602D2657C3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109391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B5E3C3F3-F44C-4DDE-8EBA-BCBF9B52E35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F272BCC-EC31-4D73-8ED1-AE34C13EED7A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858131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8D2C3CA3-71B4-4C3B-8DF2-54909619503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DD6626D4-DABE-492F-9032-06C451E08B6A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0735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0ED4C280-92D5-4BD1-99FA-C946B99BC56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9338A416-5F22-46DB-A481-D6F1E923470F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192726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00CCD06C-4FE8-4B3C-940A-213864BEF05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BFADE58-02D9-465C-B459-0C2F61E5BC9A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773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25F6AB6A-BE2B-4E9E-875F-D5A976B78A8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27F3190E-9754-4848-A3B2-EC2B632EDFAA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818055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163" y="146050"/>
            <a:ext cx="2066925" cy="60912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51550" cy="60912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40C6B455-E29E-40A3-A8BD-A78612E2B32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C8900FF6-5191-4D3D-8646-37B605157576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913492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63A6CCB2-428D-4139-A13C-8A896043BB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18C9B9C3-64BF-4907-B74B-2009E957F6FE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785467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6">
            <a:extLst>
              <a:ext uri="{FF2B5EF4-FFF2-40B4-BE49-F238E27FC236}">
                <a16:creationId xmlns:a16="http://schemas.microsoft.com/office/drawing/2014/main" id="{D51F2AB0-3E57-434B-B7C7-E796A45E1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9">
            <a:extLst>
              <a:ext uri="{FF2B5EF4-FFF2-40B4-BE49-F238E27FC236}">
                <a16:creationId xmlns:a16="http://schemas.microsoft.com/office/drawing/2014/main" id="{853CE033-E474-46A7-872D-680E26B74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AU" altLang="en-US"/>
              <a:t>Click to edit Master title style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2CC359BE-CE67-48FB-87E5-40F34C6BD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text styles</a:t>
            </a:r>
          </a:p>
          <a:p>
            <a:pPr lvl="1"/>
            <a:r>
              <a:rPr lang="en-AU" altLang="en-US"/>
              <a:t>Second level</a:t>
            </a:r>
          </a:p>
          <a:p>
            <a:pPr lvl="2"/>
            <a:r>
              <a:rPr lang="en-AU" altLang="en-US"/>
              <a:t>Third level</a:t>
            </a:r>
          </a:p>
          <a:p>
            <a:pPr lvl="3"/>
            <a:r>
              <a:rPr lang="en-AU" altLang="en-US"/>
              <a:t>Fourth level</a:t>
            </a:r>
          </a:p>
          <a:p>
            <a:pPr lvl="4"/>
            <a:r>
              <a:rPr lang="en-AU" altLang="en-US"/>
              <a:t>Fifth level</a:t>
            </a:r>
          </a:p>
        </p:txBody>
      </p:sp>
      <p:sp>
        <p:nvSpPr>
          <p:cNvPr id="40979" name="Rectangle 19">
            <a:extLst>
              <a:ext uri="{FF2B5EF4-FFF2-40B4-BE49-F238E27FC236}">
                <a16:creationId xmlns:a16="http://schemas.microsoft.com/office/drawing/2014/main" id="{CF88455C-5D6D-43FB-B336-2402BA2EE4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92275" y="6381750"/>
            <a:ext cx="7272338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2851C8B-EEFC-42F4-9E0E-06CC862BCF64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  <p:sp>
        <p:nvSpPr>
          <p:cNvPr id="1030" name="Rectangle 25">
            <a:extLst>
              <a:ext uri="{FF2B5EF4-FFF2-40B4-BE49-F238E27FC236}">
                <a16:creationId xmlns:a16="http://schemas.microsoft.com/office/drawing/2014/main" id="{57541FCE-31F8-458B-830D-9F83AEFB3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1031" name="Picture 7" descr="MK Logo.jpg">
            <a:extLst>
              <a:ext uri="{FF2B5EF4-FFF2-40B4-BE49-F238E27FC236}">
                <a16:creationId xmlns:a16="http://schemas.microsoft.com/office/drawing/2014/main" id="{1F8180E4-6183-476D-800D-7BA7D185125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73" r:id="rId1"/>
    <p:sldLayoutId id="2147484562" r:id="rId2"/>
    <p:sldLayoutId id="2147484563" r:id="rId3"/>
    <p:sldLayoutId id="2147484564" r:id="rId4"/>
    <p:sldLayoutId id="2147484565" r:id="rId5"/>
    <p:sldLayoutId id="2147484566" r:id="rId6"/>
    <p:sldLayoutId id="2147484567" r:id="rId7"/>
    <p:sldLayoutId id="2147484568" r:id="rId8"/>
    <p:sldLayoutId id="2147484569" r:id="rId9"/>
    <p:sldLayoutId id="2147484570" r:id="rId10"/>
    <p:sldLayoutId id="2147484571" r:id="rId11"/>
    <p:sldLayoutId id="2147484572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17.jpe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2.jpeg"/><Relationship Id="rId4" Type="http://schemas.openxmlformats.org/officeDocument/2006/relationships/image" Target="../media/image34.jpe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2.jpeg"/><Relationship Id="rId4" Type="http://schemas.openxmlformats.org/officeDocument/2006/relationships/image" Target="../media/image34.jpeg"/></Relationships>
</file>

<file path=ppt/slides/_rels/slide15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A9_0.xm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6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6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6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8BF68913-2664-4BF7-B7B1-D098FFEFC7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solidFill>
                  <a:schemeClr val="tx1"/>
                </a:solidFill>
              </a:rPr>
              <a:t>Chapter 5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F4B75AA2-CC8C-40D5-8666-94C8E831B6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09825" y="2924175"/>
            <a:ext cx="5832475" cy="1554163"/>
          </a:xfrm>
        </p:spPr>
        <p:txBody>
          <a:bodyPr/>
          <a:lstStyle/>
          <a:p>
            <a:pPr eaLnBrk="1" hangingPunct="1"/>
            <a:r>
              <a:rPr lang="en-AU" altLang="en-US"/>
              <a:t>Large and Fast: Exploiting Memory Hierarchy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AA82849E-D49C-4F6C-B972-1FC05202E46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433F3050-9899-4EF0-B459-0F472B7C366F}" type="slidenum">
              <a:rPr lang="en-US" altLang="en-US" sz="1200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7171" name="Footer Placeholder 7">
            <a:extLst>
              <a:ext uri="{FF2B5EF4-FFF2-40B4-BE49-F238E27FC236}">
                <a16:creationId xmlns:a16="http://schemas.microsoft.com/office/drawing/2014/main" id="{10E9E01F-2DFC-4C6B-A357-3B4212828FF4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Copyright © 2014 Elsevier Inc. All rights reserved.</a:t>
            </a:r>
          </a:p>
        </p:txBody>
      </p:sp>
      <p:sp>
        <p:nvSpPr>
          <p:cNvPr id="7172" name="TextBox 3">
            <a:extLst>
              <a:ext uri="{FF2B5EF4-FFF2-40B4-BE49-F238E27FC236}">
                <a16:creationId xmlns:a16="http://schemas.microsoft.com/office/drawing/2014/main" id="{CBD36A57-7277-4BD6-97CB-097E985F5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FIGURE 4.60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 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Pipelined control overview, showing the two multiplexors for forwarding, the hazard detection unit, and the forwarding unit. 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Although the ID and EX stages have been simplified—the sign-extended immediate and branch logic are missing—this drawing gives the essence of the forwarding hardware requirements.</a:t>
            </a:r>
            <a:r>
              <a:rPr lang="en-US" altLang="en-US" sz="12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</a:p>
        </p:txBody>
      </p:sp>
      <p:pic>
        <p:nvPicPr>
          <p:cNvPr id="7173" name="Picture 6" descr="f04-60-9780124077263">
            <a:extLst>
              <a:ext uri="{FF2B5EF4-FFF2-40B4-BE49-F238E27FC236}">
                <a16:creationId xmlns:a16="http://schemas.microsoft.com/office/drawing/2014/main" id="{54B51605-1B6C-4ED5-A8C2-91BD4DFCC84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941388"/>
            <a:ext cx="6419850" cy="390842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EA314F-15E5-4D2A-B689-A2E2BE5AA847}"/>
              </a:ext>
            </a:extLst>
          </p:cNvPr>
          <p:cNvSpPr/>
          <p:nvPr/>
        </p:nvSpPr>
        <p:spPr bwMode="auto">
          <a:xfrm>
            <a:off x="1612900" y="2543175"/>
            <a:ext cx="647700" cy="10080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073EF7-0CEA-4E31-8A4D-070A8F856C56}"/>
              </a:ext>
            </a:extLst>
          </p:cNvPr>
          <p:cNvSpPr/>
          <p:nvPr/>
        </p:nvSpPr>
        <p:spPr bwMode="auto">
          <a:xfrm>
            <a:off x="6508750" y="2665413"/>
            <a:ext cx="647700" cy="10080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4F631D9B-21C5-41A0-B4B1-39BCD4A024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2A0DE5E-22EF-4405-A0AC-266EAD1B4DD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AU" altLang="en-US" sz="1400"/>
          </a:p>
        </p:txBody>
      </p:sp>
      <p:sp>
        <p:nvSpPr>
          <p:cNvPr id="8195" name="Rectangle 4">
            <a:extLst>
              <a:ext uri="{FF2B5EF4-FFF2-40B4-BE49-F238E27FC236}">
                <a16:creationId xmlns:a16="http://schemas.microsoft.com/office/drawing/2014/main" id="{BF3FB2D1-9593-4787-9096-D810B046D0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Principle of Locality</a:t>
            </a:r>
            <a:endParaRPr lang="en-AU" altLang="en-US"/>
          </a:p>
        </p:txBody>
      </p:sp>
      <p:sp>
        <p:nvSpPr>
          <p:cNvPr id="6148" name="Rectangle 5">
            <a:extLst>
              <a:ext uri="{FF2B5EF4-FFF2-40B4-BE49-F238E27FC236}">
                <a16:creationId xmlns:a16="http://schemas.microsoft.com/office/drawing/2014/main" id="{94B5DABC-B177-4DC9-A954-741325121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2763" y="1066800"/>
            <a:ext cx="8091487" cy="51117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Fact of programs: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dirty="0"/>
              <a:t>	During any period of time, a program 	accesses a relatively small portion of its 	address space.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dirty="0"/>
              <a:t>	That is, related instructions/data tend to 	</a:t>
            </a:r>
            <a:r>
              <a:rPr lang="en-US" altLang="en-US" sz="2800" dirty="0">
                <a:solidFill>
                  <a:srgbClr val="C00000"/>
                </a:solidFill>
              </a:rPr>
              <a:t>cluster together</a:t>
            </a:r>
            <a:r>
              <a:rPr lang="en-US" altLang="en-US" sz="2800" dirty="0"/>
              <a:t>, instead of “jumping around” </a:t>
            </a:r>
          </a:p>
          <a:p>
            <a:pPr eaLnBrk="1" hangingPunct="1">
              <a:defRPr/>
            </a:pPr>
            <a:r>
              <a:rPr lang="en-US" altLang="en-US" sz="2800" dirty="0"/>
              <a:t>This is true for both instruction space and data space</a:t>
            </a:r>
          </a:p>
          <a:p>
            <a:pPr eaLnBrk="1" hangingPunct="1">
              <a:defRPr/>
            </a:pPr>
            <a:r>
              <a:rPr lang="en-US" altLang="en-US" sz="2800" dirty="0"/>
              <a:t>We wanted to take advantage of this fact, to make the computer run faster</a:t>
            </a:r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CCAE6096-797C-4917-8DBE-A288D1964105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08937" y="763588"/>
            <a:ext cx="190341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265FA02D-1747-4CDF-8253-A1D35BEA62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D01013D-C4ED-4760-9A64-7FCC94A34D3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AU" altLang="en-US" sz="1400"/>
          </a:p>
        </p:txBody>
      </p:sp>
      <p:sp>
        <p:nvSpPr>
          <p:cNvPr id="10243" name="Rectangle 4">
            <a:extLst>
              <a:ext uri="{FF2B5EF4-FFF2-40B4-BE49-F238E27FC236}">
                <a16:creationId xmlns:a16="http://schemas.microsoft.com/office/drawing/2014/main" id="{89CDE847-6A4A-4AAD-961E-41C9357370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Principle of Locality</a:t>
            </a:r>
            <a:endParaRPr lang="en-AU" altLang="en-US"/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D9DD1A75-4CC1-4A3A-B948-FCF1DED1BEE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08937" y="763588"/>
            <a:ext cx="190341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 Introduction</a:t>
            </a:r>
          </a:p>
        </p:txBody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EEB3371D-C4B1-482F-A432-BB7F27CCB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538" y="1412875"/>
            <a:ext cx="2087562" cy="2879725"/>
          </a:xfrm>
          <a:prstGeom prst="rect">
            <a:avLst/>
          </a:prstGeom>
          <a:solidFill>
            <a:srgbClr val="92D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46" name="Rectangle 7">
            <a:extLst>
              <a:ext uri="{FF2B5EF4-FFF2-40B4-BE49-F238E27FC236}">
                <a16:creationId xmlns:a16="http://schemas.microsoft.com/office/drawing/2014/main" id="{75AFF694-E973-4A0F-8032-3C6F7D8BF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950" y="4292600"/>
            <a:ext cx="2087563" cy="13684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47" name="TextBox 3">
            <a:extLst>
              <a:ext uri="{FF2B5EF4-FFF2-40B4-BE49-F238E27FC236}">
                <a16:creationId xmlns:a16="http://schemas.microsoft.com/office/drawing/2014/main" id="{81D7A493-61C2-4A48-87FA-A8BA36898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7113" y="2420938"/>
            <a:ext cx="15128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program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(instructions)</a:t>
            </a:r>
          </a:p>
        </p:txBody>
      </p:sp>
      <p:sp>
        <p:nvSpPr>
          <p:cNvPr id="10248" name="TextBox 9">
            <a:extLst>
              <a:ext uri="{FF2B5EF4-FFF2-40B4-BE49-F238E27FC236}">
                <a16:creationId xmlns:a16="http://schemas.microsoft.com/office/drawing/2014/main" id="{330FFEFF-CED8-4E57-9A44-B1F3F43DC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6438" y="4660285"/>
            <a:ext cx="1803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data (integers, arrays, objects)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BD0AB4DC-FAFB-42D5-926F-64114B0AEE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E1D6D3C-01C1-4422-AE1B-0DF4EFE016D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AU" altLang="en-US" sz="1400"/>
          </a:p>
        </p:txBody>
      </p:sp>
      <p:sp>
        <p:nvSpPr>
          <p:cNvPr id="12291" name="Rectangle 4">
            <a:extLst>
              <a:ext uri="{FF2B5EF4-FFF2-40B4-BE49-F238E27FC236}">
                <a16:creationId xmlns:a16="http://schemas.microsoft.com/office/drawing/2014/main" id="{A92ABA0A-4300-4DAA-B05A-A1EB3AB87B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Principle of Locality</a:t>
            </a:r>
            <a:endParaRPr lang="en-AU" altLang="en-US"/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2756BE9F-B733-4F32-B82E-E3C814CC7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Temporal locality</a:t>
            </a:r>
          </a:p>
          <a:p>
            <a:pPr lvl="1" eaLnBrk="1" hangingPunct="1"/>
            <a:r>
              <a:rPr lang="en-US" altLang="en-US" dirty="0"/>
              <a:t>Items (instructions or data) accessed recently are likely to be accessed again soon</a:t>
            </a:r>
          </a:p>
          <a:p>
            <a:pPr lvl="1" eaLnBrk="1" hangingPunct="1"/>
            <a:r>
              <a:rPr lang="en-US" altLang="en-US" dirty="0"/>
              <a:t>Examples:</a:t>
            </a:r>
          </a:p>
          <a:p>
            <a:pPr lvl="2" eaLnBrk="1" hangingPunct="1"/>
            <a:r>
              <a:rPr lang="en-US" altLang="en-US" dirty="0"/>
              <a:t>instructions in a loop</a:t>
            </a:r>
          </a:p>
          <a:p>
            <a:pPr lvl="2" eaLnBrk="1" hangingPunct="1"/>
            <a:r>
              <a:rPr lang="en-US" altLang="en-US" dirty="0"/>
              <a:t>recursive calls</a:t>
            </a:r>
          </a:p>
          <a:p>
            <a:pPr lvl="2" eaLnBrk="1" hangingPunct="1"/>
            <a:r>
              <a:rPr lang="en-US" altLang="en-US" dirty="0"/>
              <a:t>data repeatedly access</a:t>
            </a:r>
          </a:p>
          <a:p>
            <a:pPr lvl="1" eaLnBrk="1" hangingPunct="1"/>
            <a:r>
              <a:rPr lang="en-US" altLang="en-US" dirty="0"/>
              <a:t>“Come back again soon”</a:t>
            </a:r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3A995D0D-618B-4E7A-A226-8501B2093B31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08937" y="763588"/>
            <a:ext cx="190341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 Introduction</a:t>
            </a:r>
          </a:p>
        </p:txBody>
      </p:sp>
      <p:sp>
        <p:nvSpPr>
          <p:cNvPr id="12294" name="Rectangle 2">
            <a:extLst>
              <a:ext uri="{FF2B5EF4-FFF2-40B4-BE49-F238E27FC236}">
                <a16:creationId xmlns:a16="http://schemas.microsoft.com/office/drawing/2014/main" id="{599483A2-B26B-4276-8CC4-2DEA6076C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2011" y="3049588"/>
            <a:ext cx="2087563" cy="2879725"/>
          </a:xfrm>
          <a:prstGeom prst="rect">
            <a:avLst/>
          </a:prstGeom>
          <a:solidFill>
            <a:srgbClr val="92D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1BA72C85-A235-4464-A546-B867B490F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2011" y="4437063"/>
            <a:ext cx="2087563" cy="287337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6" name="Right Arrow 1">
            <a:extLst>
              <a:ext uri="{FF2B5EF4-FFF2-40B4-BE49-F238E27FC236}">
                <a16:creationId xmlns:a16="http://schemas.microsoft.com/office/drawing/2014/main" id="{2BF98088-EBE7-49DA-9359-7C8485D0C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224" y="4473575"/>
            <a:ext cx="576262" cy="144463"/>
          </a:xfrm>
          <a:prstGeom prst="rightArrow">
            <a:avLst>
              <a:gd name="adj1" fmla="val 50000"/>
              <a:gd name="adj2" fmla="val 4986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451DF356-DB80-4599-BBC8-5E0CB92774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3CDA000-67D9-43FE-9B3E-D7CF94FFDB8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AU" altLang="en-US" sz="1400"/>
          </a:p>
        </p:txBody>
      </p:sp>
      <p:sp>
        <p:nvSpPr>
          <p:cNvPr id="14339" name="Rectangle 4">
            <a:extLst>
              <a:ext uri="{FF2B5EF4-FFF2-40B4-BE49-F238E27FC236}">
                <a16:creationId xmlns:a16="http://schemas.microsoft.com/office/drawing/2014/main" id="{2020FE6C-9D64-4961-AD50-3427DD6CF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Principle of Locality</a:t>
            </a:r>
            <a:endParaRPr lang="en-AU" altLang="en-US"/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8A5BDF5A-6E5B-466B-8A3C-C32590553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Spatial locality</a:t>
            </a:r>
          </a:p>
          <a:p>
            <a:pPr lvl="1" eaLnBrk="1" hangingPunct="1"/>
            <a:r>
              <a:rPr lang="en-US" altLang="en-US" dirty="0"/>
              <a:t>Items near those accessed recently are likely to be accessed soon</a:t>
            </a:r>
          </a:p>
          <a:p>
            <a:pPr lvl="1" eaLnBrk="1" hangingPunct="1"/>
            <a:r>
              <a:rPr lang="en-US" altLang="en-US" dirty="0"/>
              <a:t>Examples:</a:t>
            </a:r>
          </a:p>
          <a:p>
            <a:pPr lvl="2" eaLnBrk="1" hangingPunct="1"/>
            <a:r>
              <a:rPr lang="en-US" altLang="en-US" dirty="0"/>
              <a:t>sequential instruction access</a:t>
            </a:r>
          </a:p>
          <a:p>
            <a:pPr lvl="2" eaLnBrk="1" hangingPunct="1">
              <a:spcAft>
                <a:spcPts val="600"/>
              </a:spcAft>
            </a:pPr>
            <a:r>
              <a:rPr lang="en-US" altLang="en-US" dirty="0"/>
              <a:t>array data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dirty="0"/>
              <a:t>“Remain in the area for</a:t>
            </a:r>
            <a:endParaRPr lang="en-AU" altLang="en-US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AU" altLang="en-US" dirty="0"/>
              <a:t>	a while”</a:t>
            </a:r>
            <a:endParaRPr lang="en-US" altLang="en-US" dirty="0"/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F3F695AD-CB9E-41BE-821C-6D67D2C471A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08937" y="763588"/>
            <a:ext cx="190341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 Introduction</a:t>
            </a:r>
          </a:p>
        </p:txBody>
      </p:sp>
      <p:sp>
        <p:nvSpPr>
          <p:cNvPr id="14342" name="Rectangle 2">
            <a:extLst>
              <a:ext uri="{FF2B5EF4-FFF2-40B4-BE49-F238E27FC236}">
                <a16:creationId xmlns:a16="http://schemas.microsoft.com/office/drawing/2014/main" id="{7C0F16CB-6C45-46DC-BF0B-28C72FFF3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2873375"/>
            <a:ext cx="2087562" cy="2879725"/>
          </a:xfrm>
          <a:prstGeom prst="rect">
            <a:avLst/>
          </a:prstGeom>
          <a:solidFill>
            <a:srgbClr val="92D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EEFEC22A-7E8B-4062-AE1F-D770FB7C2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5" y="4260850"/>
            <a:ext cx="2089150" cy="71438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4" name="Right Arrow 7">
            <a:extLst>
              <a:ext uri="{FF2B5EF4-FFF2-40B4-BE49-F238E27FC236}">
                <a16:creationId xmlns:a16="http://schemas.microsoft.com/office/drawing/2014/main" id="{2C989300-F30B-4A67-99B6-12433828A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4233863"/>
            <a:ext cx="576263" cy="144462"/>
          </a:xfrm>
          <a:prstGeom prst="rightArrow">
            <a:avLst>
              <a:gd name="adj1" fmla="val 50000"/>
              <a:gd name="adj2" fmla="val 4986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5" name="Rectangle 7">
            <a:extLst>
              <a:ext uri="{FF2B5EF4-FFF2-40B4-BE49-F238E27FC236}">
                <a16:creationId xmlns:a16="http://schemas.microsoft.com/office/drawing/2014/main" id="{A5D2CD71-FE9F-4D86-9D25-C9573C634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4441825"/>
            <a:ext cx="2087562" cy="7302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6" name="Rectangle 7">
            <a:extLst>
              <a:ext uri="{FF2B5EF4-FFF2-40B4-BE49-F238E27FC236}">
                <a16:creationId xmlns:a16="http://schemas.microsoft.com/office/drawing/2014/main" id="{F8FC56D8-F4EC-465C-A840-69DB4F1D2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4352925"/>
            <a:ext cx="2087562" cy="7302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7" name="Rectangle 7">
            <a:extLst>
              <a:ext uri="{FF2B5EF4-FFF2-40B4-BE49-F238E27FC236}">
                <a16:creationId xmlns:a16="http://schemas.microsoft.com/office/drawing/2014/main" id="{0D377FF5-308F-4510-8F46-E97EB798F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4162425"/>
            <a:ext cx="2087562" cy="7302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8" name="Rectangle 7">
            <a:extLst>
              <a:ext uri="{FF2B5EF4-FFF2-40B4-BE49-F238E27FC236}">
                <a16:creationId xmlns:a16="http://schemas.microsoft.com/office/drawing/2014/main" id="{4803AC09-25C0-441A-88F7-888FA2B1A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550" y="3946525"/>
            <a:ext cx="2087563" cy="71438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FC323EE8-5446-4501-A443-4F4E2EDFEE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8DA629B-D02C-4798-87D5-68498E99443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AU" altLang="en-US" sz="1400"/>
          </a:p>
        </p:txBody>
      </p:sp>
      <p:sp>
        <p:nvSpPr>
          <p:cNvPr id="16387" name="Rectangle 4">
            <a:extLst>
              <a:ext uri="{FF2B5EF4-FFF2-40B4-BE49-F238E27FC236}">
                <a16:creationId xmlns:a16="http://schemas.microsoft.com/office/drawing/2014/main" id="{D98734F9-EDF5-4275-ACE6-EC4E19F426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Taking Advantage of Locality</a:t>
            </a:r>
            <a:endParaRPr lang="en-AU" altLang="en-US"/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117479FA-AEFA-466D-9968-1031EB185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976313"/>
            <a:ext cx="8426450" cy="5199062"/>
          </a:xfrm>
        </p:spPr>
        <p:txBody>
          <a:bodyPr/>
          <a:lstStyle/>
          <a:p>
            <a:pPr eaLnBrk="1" hangingPunct="1"/>
            <a:r>
              <a:rPr lang="en-US" altLang="en-US" sz="2800"/>
              <a:t>The computer’s memory system is organized in hierarchy</a:t>
            </a:r>
          </a:p>
          <a:p>
            <a:pPr eaLnBrk="1" hangingPunct="1"/>
            <a:r>
              <a:rPr lang="en-US" altLang="en-US" sz="2800"/>
              <a:t>Store everything on disk </a:t>
            </a:r>
          </a:p>
          <a:p>
            <a:pPr lvl="1" eaLnBrk="1" hangingPunct="1"/>
            <a:r>
              <a:rPr lang="en-US" altLang="en-US"/>
              <a:t>Hard drive </a:t>
            </a:r>
            <a:r>
              <a:rPr lang="en-US" altLang="en-US">
                <a:solidFill>
                  <a:srgbClr val="E60000"/>
                </a:solidFill>
              </a:rPr>
              <a:t>(largest, cheap, permanent storage)</a:t>
            </a:r>
          </a:p>
          <a:p>
            <a:pPr eaLnBrk="1" hangingPunct="1"/>
            <a:r>
              <a:rPr lang="en-US" altLang="en-US" sz="2800"/>
              <a:t>Copy recently accessed (and nearby) items from disk to smaller DRAM memory</a:t>
            </a:r>
          </a:p>
          <a:p>
            <a:pPr lvl="1" eaLnBrk="1" hangingPunct="1"/>
            <a:r>
              <a:rPr lang="en-US" altLang="en-US"/>
              <a:t>Main memory </a:t>
            </a:r>
            <a:r>
              <a:rPr lang="en-US" altLang="en-US">
                <a:solidFill>
                  <a:srgbClr val="E60000"/>
                </a:solidFill>
              </a:rPr>
              <a:t>(smaller, more expensive)</a:t>
            </a:r>
            <a:endParaRPr lang="en-US" altLang="en-US"/>
          </a:p>
          <a:p>
            <a:pPr eaLnBrk="1" hangingPunct="1"/>
            <a:r>
              <a:rPr lang="en-US" altLang="en-US" sz="2800"/>
              <a:t>Copy more recently accessed (and nearby) items from DRAM to smaller SRAM memory</a:t>
            </a:r>
          </a:p>
          <a:p>
            <a:pPr lvl="1" eaLnBrk="1" hangingPunct="1"/>
            <a:r>
              <a:rPr lang="en-US" altLang="en-US"/>
              <a:t>Cache memory attached to CPU </a:t>
            </a:r>
            <a:r>
              <a:rPr lang="en-US" altLang="en-US">
                <a:solidFill>
                  <a:srgbClr val="E60000"/>
                </a:solidFill>
              </a:rPr>
              <a:t>(smallest, most expensive)</a:t>
            </a:r>
            <a:endParaRPr lang="en-US" altLang="en-US"/>
          </a:p>
        </p:txBody>
      </p:sp>
      <p:sp>
        <p:nvSpPr>
          <p:cNvPr id="16389" name="Rectangle 1">
            <a:extLst>
              <a:ext uri="{FF2B5EF4-FFF2-40B4-BE49-F238E27FC236}">
                <a16:creationId xmlns:a16="http://schemas.microsoft.com/office/drawing/2014/main" id="{8B9BC480-27BF-41C6-BC82-7F1715718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1916113"/>
            <a:ext cx="8426450" cy="4321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39A06BDD-1D34-40E8-840C-18FA3031B0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324C4C9-17CF-401A-9543-02DA9875C4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AU" altLang="en-US" sz="1400"/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22B5BABF-8B03-4EC9-AB34-AFBA671B7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Taking Advantage of Locality</a:t>
            </a:r>
            <a:endParaRPr lang="en-AU" altLang="en-US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0C7974E3-CA77-44A4-9CE6-AF8377DA8A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976313"/>
            <a:ext cx="8426450" cy="51990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The computer’s memory system is organized in hierarchy</a:t>
            </a:r>
          </a:p>
          <a:p>
            <a:pPr eaLnBrk="1" hangingPunct="1"/>
            <a:r>
              <a:rPr lang="en-US" altLang="en-US" sz="2800" dirty="0">
                <a:solidFill>
                  <a:srgbClr val="E60000"/>
                </a:solidFill>
              </a:rPr>
              <a:t>Everything</a:t>
            </a:r>
            <a:r>
              <a:rPr lang="en-US" altLang="en-US" sz="2800" dirty="0"/>
              <a:t> is eventually stored on disk</a:t>
            </a:r>
          </a:p>
          <a:p>
            <a:pPr lvl="1" eaLnBrk="1" hangingPunct="1"/>
            <a:r>
              <a:rPr lang="en-US" altLang="en-US" dirty="0"/>
              <a:t>Hard drive </a:t>
            </a:r>
            <a:r>
              <a:rPr lang="en-US" altLang="en-US" dirty="0">
                <a:solidFill>
                  <a:srgbClr val="E60000"/>
                </a:solidFill>
              </a:rPr>
              <a:t>(largest, cheap, permanent storage)</a:t>
            </a:r>
          </a:p>
          <a:p>
            <a:pPr eaLnBrk="1" hangingPunct="1"/>
            <a:r>
              <a:rPr lang="en-US" altLang="en-US" sz="2800" dirty="0"/>
              <a:t>Copy recently accessed (and nearby) items from disk to smaller DRAM memory</a:t>
            </a:r>
          </a:p>
          <a:p>
            <a:pPr lvl="1" eaLnBrk="1" hangingPunct="1"/>
            <a:r>
              <a:rPr lang="en-US" altLang="en-US" dirty="0"/>
              <a:t>Main memory </a:t>
            </a:r>
            <a:r>
              <a:rPr lang="en-US" altLang="en-US" dirty="0">
                <a:solidFill>
                  <a:srgbClr val="E60000"/>
                </a:solidFill>
              </a:rPr>
              <a:t>(smaller, more expensive)</a:t>
            </a:r>
            <a:endParaRPr lang="en-US" altLang="en-US" dirty="0"/>
          </a:p>
          <a:p>
            <a:pPr eaLnBrk="1" hangingPunct="1"/>
            <a:r>
              <a:rPr lang="en-US" altLang="en-US" sz="2800" dirty="0"/>
              <a:t>Copy more recently accessed (and nearby) items from DRAM to smaller SRAM memory</a:t>
            </a:r>
          </a:p>
          <a:p>
            <a:pPr lvl="1" eaLnBrk="1" hangingPunct="1"/>
            <a:r>
              <a:rPr lang="en-US" altLang="en-US" dirty="0"/>
              <a:t>Cache memory attached to CPU </a:t>
            </a:r>
            <a:r>
              <a:rPr lang="en-US" altLang="en-US" dirty="0">
                <a:solidFill>
                  <a:srgbClr val="E60000"/>
                </a:solidFill>
              </a:rPr>
              <a:t>(smallest, most expensive)</a:t>
            </a:r>
            <a:endParaRPr lang="en-US" altLang="en-US" dirty="0"/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A5478344-064B-472F-BA46-9D24B14A2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2924175"/>
            <a:ext cx="8426450" cy="3313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39A06BDD-1D34-40E8-840C-18FA3031B0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324C4C9-17CF-401A-9543-02DA9875C4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AU" altLang="en-US" sz="1400"/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22B5BABF-8B03-4EC9-AB34-AFBA671B7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en-US" dirty="0"/>
              <a:t>Memory Hierarchy</a:t>
            </a:r>
            <a:endParaRPr lang="en-AU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6C679-36D3-4B59-9047-07368CF0F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57" y="1772816"/>
            <a:ext cx="8420332" cy="375062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D32BC1-009F-407A-8FFF-F811A3376934}"/>
              </a:ext>
            </a:extLst>
          </p:cNvPr>
          <p:cNvSpPr/>
          <p:nvPr/>
        </p:nvSpPr>
        <p:spPr bwMode="auto">
          <a:xfrm>
            <a:off x="534757" y="2547320"/>
            <a:ext cx="2093027" cy="165618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F68994-2AC9-4922-AAE4-59F269E6CD66}"/>
              </a:ext>
            </a:extLst>
          </p:cNvPr>
          <p:cNvSpPr/>
          <p:nvPr/>
        </p:nvSpPr>
        <p:spPr bwMode="auto">
          <a:xfrm>
            <a:off x="2522721" y="3420208"/>
            <a:ext cx="1608439" cy="87288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183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9DD75029-AD4F-4A36-801D-59BB6D2677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9F070B4-F1FD-4EB5-A8D2-2341FAC4AFD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AU" altLang="en-US" sz="1400"/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CB3C89B2-253E-437E-B15B-62A02A7E9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Taking Advantage of Locality</a:t>
            </a:r>
            <a:endParaRPr lang="en-AU" altLang="en-US"/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E3EDDAA4-D8EC-40E7-BFC7-35DA49C5D0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976313"/>
            <a:ext cx="8426450" cy="51990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The computer’s memory system is organized in hierarchy</a:t>
            </a:r>
          </a:p>
          <a:p>
            <a:pPr eaLnBrk="1" hangingPunct="1"/>
            <a:r>
              <a:rPr lang="en-US" altLang="en-US" sz="2800" dirty="0">
                <a:solidFill>
                  <a:srgbClr val="E60000"/>
                </a:solidFill>
              </a:rPr>
              <a:t>Everything</a:t>
            </a:r>
            <a:r>
              <a:rPr lang="en-US" altLang="en-US" sz="2800" dirty="0"/>
              <a:t> is eventually stored on disk </a:t>
            </a:r>
          </a:p>
          <a:p>
            <a:pPr lvl="1" eaLnBrk="1" hangingPunct="1"/>
            <a:r>
              <a:rPr lang="en-US" altLang="en-US" dirty="0"/>
              <a:t>Hard drive </a:t>
            </a:r>
            <a:r>
              <a:rPr lang="en-US" altLang="en-US" dirty="0">
                <a:solidFill>
                  <a:srgbClr val="E60000"/>
                </a:solidFill>
              </a:rPr>
              <a:t>(largest, cheap, permanent storage)</a:t>
            </a:r>
          </a:p>
          <a:p>
            <a:pPr eaLnBrk="1" hangingPunct="1"/>
            <a:r>
              <a:rPr lang="en-US" altLang="en-US" sz="2800" dirty="0"/>
              <a:t>Copy recently accessed (and nearby) items from disk to smaller DRAM memory</a:t>
            </a:r>
          </a:p>
          <a:p>
            <a:pPr lvl="1" eaLnBrk="1" hangingPunct="1"/>
            <a:r>
              <a:rPr lang="en-US" altLang="en-US" dirty="0"/>
              <a:t>Main memory </a:t>
            </a:r>
            <a:r>
              <a:rPr lang="en-US" altLang="en-US" dirty="0">
                <a:solidFill>
                  <a:srgbClr val="E60000"/>
                </a:solidFill>
              </a:rPr>
              <a:t>(smaller, more expensive)</a:t>
            </a:r>
            <a:endParaRPr lang="en-US" altLang="en-US" dirty="0"/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id="{E9863185-FC60-4152-A40D-72EFB943F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4365625"/>
            <a:ext cx="8426450" cy="18716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39A06BDD-1D34-40E8-840C-18FA3031B0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324C4C9-17CF-401A-9543-02DA9875C4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AU" altLang="en-US" sz="1400"/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22B5BABF-8B03-4EC9-AB34-AFBA671B7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en-US" dirty="0"/>
              <a:t>Memory Hierarchy</a:t>
            </a:r>
            <a:endParaRPr lang="en-AU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6C679-36D3-4B59-9047-07368CF0F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57" y="1772816"/>
            <a:ext cx="8420332" cy="375062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D32BC1-009F-407A-8FFF-F811A3376934}"/>
              </a:ext>
            </a:extLst>
          </p:cNvPr>
          <p:cNvSpPr/>
          <p:nvPr/>
        </p:nvSpPr>
        <p:spPr bwMode="auto">
          <a:xfrm>
            <a:off x="534757" y="2547320"/>
            <a:ext cx="2093027" cy="165618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F68994-2AC9-4922-AAE4-59F269E6CD66}"/>
              </a:ext>
            </a:extLst>
          </p:cNvPr>
          <p:cNvSpPr/>
          <p:nvPr/>
        </p:nvSpPr>
        <p:spPr bwMode="auto">
          <a:xfrm>
            <a:off x="7507956" y="2426678"/>
            <a:ext cx="1465449" cy="129914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230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>
            <a:extLst>
              <a:ext uri="{FF2B5EF4-FFF2-40B4-BE49-F238E27FC236}">
                <a16:creationId xmlns:a16="http://schemas.microsoft.com/office/drawing/2014/main" id="{48D6A34E-F0FD-4AD0-A699-9B086624F3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D70894B-72E2-4685-8A3C-D2DE3CD3EF8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AU" altLang="en-US" sz="1400"/>
          </a:p>
        </p:txBody>
      </p:sp>
      <p:sp>
        <p:nvSpPr>
          <p:cNvPr id="22531" name="Rectangle 4">
            <a:extLst>
              <a:ext uri="{FF2B5EF4-FFF2-40B4-BE49-F238E27FC236}">
                <a16:creationId xmlns:a16="http://schemas.microsoft.com/office/drawing/2014/main" id="{A7F63E0B-9EC4-439D-9C93-838ACBEC9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Taking Advantage of Locality</a:t>
            </a:r>
            <a:endParaRPr lang="en-AU" altLang="en-US"/>
          </a:p>
        </p:txBody>
      </p:sp>
      <p:sp>
        <p:nvSpPr>
          <p:cNvPr id="22532" name="Rectangle 5">
            <a:extLst>
              <a:ext uri="{FF2B5EF4-FFF2-40B4-BE49-F238E27FC236}">
                <a16:creationId xmlns:a16="http://schemas.microsoft.com/office/drawing/2014/main" id="{38DD6881-C55A-4B73-9ABA-1B2231B3E1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976313"/>
            <a:ext cx="8426450" cy="533241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The computer’s memory system is organized in hierarchy</a:t>
            </a:r>
          </a:p>
          <a:p>
            <a:pPr eaLnBrk="1" hangingPunct="1"/>
            <a:r>
              <a:rPr lang="en-US" altLang="en-US" sz="2800" dirty="0">
                <a:solidFill>
                  <a:srgbClr val="E60000"/>
                </a:solidFill>
              </a:rPr>
              <a:t>Everything</a:t>
            </a:r>
            <a:r>
              <a:rPr lang="en-US" altLang="en-US" sz="2800" dirty="0"/>
              <a:t> is eventually stored on disk </a:t>
            </a:r>
          </a:p>
          <a:p>
            <a:pPr lvl="1" eaLnBrk="1" hangingPunct="1"/>
            <a:r>
              <a:rPr lang="en-US" altLang="en-US" dirty="0"/>
              <a:t>Hard drive </a:t>
            </a:r>
            <a:r>
              <a:rPr lang="en-US" altLang="en-US" dirty="0">
                <a:solidFill>
                  <a:srgbClr val="E60000"/>
                </a:solidFill>
              </a:rPr>
              <a:t>(largest, cheap, permanent storage)</a:t>
            </a:r>
          </a:p>
          <a:p>
            <a:pPr eaLnBrk="1" hangingPunct="1"/>
            <a:r>
              <a:rPr lang="en-US" altLang="en-US" sz="2800" dirty="0"/>
              <a:t>Copy recently accessed (and nearby) items from disk to smaller DRAM memory</a:t>
            </a:r>
          </a:p>
          <a:p>
            <a:pPr lvl="1" eaLnBrk="1" hangingPunct="1"/>
            <a:r>
              <a:rPr lang="en-US" altLang="en-US" dirty="0"/>
              <a:t>Main memory </a:t>
            </a:r>
            <a:r>
              <a:rPr lang="en-US" altLang="en-US" dirty="0">
                <a:solidFill>
                  <a:srgbClr val="E60000"/>
                </a:solidFill>
              </a:rPr>
              <a:t>(smaller, more expensive, fast)</a:t>
            </a:r>
            <a:endParaRPr lang="en-US" altLang="en-US" dirty="0"/>
          </a:p>
          <a:p>
            <a:pPr eaLnBrk="1" hangingPunct="1"/>
            <a:r>
              <a:rPr lang="en-US" altLang="en-US" sz="2800" dirty="0"/>
              <a:t>Copy even more recently accessed (and nearby) items from DRAM to smaller SRAM memory</a:t>
            </a:r>
          </a:p>
          <a:p>
            <a:pPr lvl="1" eaLnBrk="1" hangingPunct="1"/>
            <a:r>
              <a:rPr lang="en-US" altLang="en-US" dirty="0"/>
              <a:t>Cache memory attached to CPU </a:t>
            </a:r>
            <a:r>
              <a:rPr lang="en-US" altLang="en-US" dirty="0">
                <a:solidFill>
                  <a:srgbClr val="E60000"/>
                </a:solidFill>
              </a:rPr>
              <a:t>(smallest, most expensive, fastest)</a:t>
            </a: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39A06BDD-1D34-40E8-840C-18FA3031B0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324C4C9-17CF-401A-9543-02DA9875C4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AU" altLang="en-US" sz="1400"/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22B5BABF-8B03-4EC9-AB34-AFBA671B7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en-US" dirty="0"/>
              <a:t>Memory Hierarchy</a:t>
            </a:r>
            <a:endParaRPr lang="en-AU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6C679-36D3-4B59-9047-07368CF0F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57" y="1772816"/>
            <a:ext cx="8420332" cy="375062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D32BC1-009F-407A-8FFF-F811A3376934}"/>
              </a:ext>
            </a:extLst>
          </p:cNvPr>
          <p:cNvSpPr/>
          <p:nvPr/>
        </p:nvSpPr>
        <p:spPr bwMode="auto">
          <a:xfrm>
            <a:off x="534757" y="2547320"/>
            <a:ext cx="2093027" cy="165618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F68994-2AC9-4922-AAE4-59F269E6CD66}"/>
              </a:ext>
            </a:extLst>
          </p:cNvPr>
          <p:cNvSpPr/>
          <p:nvPr/>
        </p:nvSpPr>
        <p:spPr bwMode="auto">
          <a:xfrm>
            <a:off x="7499164" y="4075742"/>
            <a:ext cx="1465449" cy="144316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702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156E74-3D5A-4495-A669-AFB0825377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F272BCC-EC31-4D73-8ED1-AE34C13EED7A}" type="slidenum">
              <a:rPr lang="en-AU" altLang="en-US" smtClean="0"/>
              <a:pPr>
                <a:defRPr/>
              </a:pPr>
              <a:t>14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29458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AA82849E-D49C-4F6C-B972-1FC05202E46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433F3050-9899-4EF0-B459-0F472B7C366F}" type="slidenum">
              <a:rPr lang="en-US" altLang="en-US" sz="1200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7171" name="Footer Placeholder 7">
            <a:extLst>
              <a:ext uri="{FF2B5EF4-FFF2-40B4-BE49-F238E27FC236}">
                <a16:creationId xmlns:a16="http://schemas.microsoft.com/office/drawing/2014/main" id="{10E9E01F-2DFC-4C6B-A357-3B4212828FF4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Copyright © 2014 Elsevier Inc. All rights reserved.</a:t>
            </a:r>
          </a:p>
        </p:txBody>
      </p:sp>
      <p:sp>
        <p:nvSpPr>
          <p:cNvPr id="7172" name="TextBox 3">
            <a:extLst>
              <a:ext uri="{FF2B5EF4-FFF2-40B4-BE49-F238E27FC236}">
                <a16:creationId xmlns:a16="http://schemas.microsoft.com/office/drawing/2014/main" id="{CBD36A57-7277-4BD6-97CB-097E985F5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FIGURE 4.60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 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Pipelined control overview, showing the two multiplexors for forwarding, the hazard detection unit, and the forwarding unit. 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Although the ID and EX stages have been simplified—the sign-extended immediate and branch logic are missing—this drawing gives the essence of the forwarding hardware requirements.</a:t>
            </a:r>
            <a:r>
              <a:rPr lang="en-US" altLang="en-US" sz="12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</a:p>
        </p:txBody>
      </p:sp>
      <p:pic>
        <p:nvPicPr>
          <p:cNvPr id="7173" name="Picture 6" descr="f04-60-9780124077263">
            <a:extLst>
              <a:ext uri="{FF2B5EF4-FFF2-40B4-BE49-F238E27FC236}">
                <a16:creationId xmlns:a16="http://schemas.microsoft.com/office/drawing/2014/main" id="{54B51605-1B6C-4ED5-A8C2-91BD4DFCC84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941388"/>
            <a:ext cx="6419850" cy="390842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EA314F-15E5-4D2A-B689-A2E2BE5AA847}"/>
              </a:ext>
            </a:extLst>
          </p:cNvPr>
          <p:cNvSpPr/>
          <p:nvPr/>
        </p:nvSpPr>
        <p:spPr bwMode="auto">
          <a:xfrm>
            <a:off x="1612900" y="2543175"/>
            <a:ext cx="647700" cy="10080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073EF7-0CEA-4E31-8A4D-070A8F856C56}"/>
              </a:ext>
            </a:extLst>
          </p:cNvPr>
          <p:cNvSpPr/>
          <p:nvPr/>
        </p:nvSpPr>
        <p:spPr bwMode="auto">
          <a:xfrm>
            <a:off x="6508750" y="2665413"/>
            <a:ext cx="647700" cy="10080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113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39A06BDD-1D34-40E8-840C-18FA3031B0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92275" y="6381750"/>
            <a:ext cx="7272338" cy="358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324C4C9-17CF-401A-9543-02DA9875C4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AU" altLang="en-US" sz="1400"/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22B5BABF-8B03-4EC9-AB34-AFBA671B7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en-US" dirty="0"/>
              <a:t>Memory Hierarchy</a:t>
            </a:r>
            <a:endParaRPr lang="en-AU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6C679-36D3-4B59-9047-07368CF0F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98" y="2486690"/>
            <a:ext cx="8420332" cy="375062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D32BC1-009F-407A-8FFF-F811A3376934}"/>
              </a:ext>
            </a:extLst>
          </p:cNvPr>
          <p:cNvSpPr/>
          <p:nvPr/>
        </p:nvSpPr>
        <p:spPr bwMode="auto">
          <a:xfrm>
            <a:off x="262198" y="3403848"/>
            <a:ext cx="2093027" cy="165618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919D6-57A3-43AE-8D15-139A60188DFF}"/>
              </a:ext>
            </a:extLst>
          </p:cNvPr>
          <p:cNvSpPr/>
          <p:nvPr/>
        </p:nvSpPr>
        <p:spPr bwMode="auto">
          <a:xfrm>
            <a:off x="7311629" y="3219314"/>
            <a:ext cx="1322420" cy="294598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0"/>
                  <a:lumMod val="15000"/>
                  <a:lumOff val="85000"/>
                </a:schemeClr>
              </a:gs>
              <a:gs pos="82000">
                <a:srgbClr val="E60000"/>
              </a:gs>
            </a:gsLst>
            <a:lin ang="600000" scaled="0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1C067886-CA6F-49D5-9484-D92D5F712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9269" y="2863229"/>
            <a:ext cx="731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7DB364-4C65-4BEA-BB62-6F056326DC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308" y="370645"/>
            <a:ext cx="1325880" cy="22098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836762-5774-4197-AB5D-17210105B96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00716" y="1921388"/>
            <a:ext cx="595148" cy="1311728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720905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>
            <a:extLst>
              <a:ext uri="{FF2B5EF4-FFF2-40B4-BE49-F238E27FC236}">
                <a16:creationId xmlns:a16="http://schemas.microsoft.com/office/drawing/2014/main" id="{C48612EA-7890-465C-93A2-0B6F05F0D3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7739CD9-5E35-4FF2-9BF4-56E2645DEDC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AU" altLang="en-US" sz="1400"/>
          </a:p>
        </p:txBody>
      </p:sp>
      <p:pic>
        <p:nvPicPr>
          <p:cNvPr id="24579" name="Picture 6" descr="f05-02-P374493">
            <a:extLst>
              <a:ext uri="{FF2B5EF4-FFF2-40B4-BE49-F238E27FC236}">
                <a16:creationId xmlns:a16="http://schemas.microsoft.com/office/drawing/2014/main" id="{4587E012-83CA-4A02-A49E-2D60836CF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2097088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Rectangle 2">
            <a:extLst>
              <a:ext uri="{FF2B5EF4-FFF2-40B4-BE49-F238E27FC236}">
                <a16:creationId xmlns:a16="http://schemas.microsoft.com/office/drawing/2014/main" id="{372191E5-40B4-4BDA-A165-0CFE4127C7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Hierarchy Levels</a:t>
            </a:r>
            <a:endParaRPr lang="en-AU" altLang="en-US"/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0C709C21-4197-44D7-A177-3E22EBA98A8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678238" y="1125538"/>
            <a:ext cx="5276850" cy="51117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Block (aka line): unit of copying</a:t>
            </a:r>
          </a:p>
          <a:p>
            <a:pPr lvl="1" eaLnBrk="1" hangingPunct="1"/>
            <a:r>
              <a:rPr lang="en-US" altLang="en-US" sz="2000" dirty="0"/>
              <a:t>May be multiple words</a:t>
            </a:r>
          </a:p>
          <a:p>
            <a:pPr eaLnBrk="1" hangingPunct="1"/>
            <a:r>
              <a:rPr lang="en-US" altLang="en-US" sz="2400" dirty="0"/>
              <a:t>If accessed data is present in upper level</a:t>
            </a:r>
          </a:p>
          <a:p>
            <a:pPr lvl="1" eaLnBrk="1" hangingPunct="1"/>
            <a:r>
              <a:rPr lang="en-US" altLang="en-US" sz="2000" dirty="0"/>
              <a:t>Called </a:t>
            </a:r>
            <a:r>
              <a:rPr lang="en-US" altLang="en-US" sz="2000" dirty="0">
                <a:solidFill>
                  <a:srgbClr val="FF0000"/>
                </a:solidFill>
              </a:rPr>
              <a:t>Hit</a:t>
            </a:r>
            <a:r>
              <a:rPr lang="en-US" altLang="en-US" sz="2000" dirty="0"/>
              <a:t>: access satisfied by upper level</a:t>
            </a:r>
          </a:p>
          <a:p>
            <a:pPr lvl="2" eaLnBrk="1" hangingPunct="1"/>
            <a:r>
              <a:rPr lang="en-US" altLang="en-US" sz="1800" dirty="0"/>
              <a:t>Hit ratio: hits/accesses</a:t>
            </a:r>
          </a:p>
          <a:p>
            <a:pPr eaLnBrk="1" hangingPunct="1"/>
            <a:r>
              <a:rPr lang="en-US" altLang="en-US" sz="2400" dirty="0"/>
              <a:t>If accessed data is absent in upper</a:t>
            </a:r>
          </a:p>
          <a:p>
            <a:pPr lvl="1" eaLnBrk="1" hangingPunct="1"/>
            <a:r>
              <a:rPr lang="en-US" altLang="en-US" sz="2000" dirty="0"/>
              <a:t>Called </a:t>
            </a:r>
            <a:r>
              <a:rPr lang="en-US" altLang="en-US" sz="2000" dirty="0">
                <a:solidFill>
                  <a:srgbClr val="FF0000"/>
                </a:solidFill>
              </a:rPr>
              <a:t>Miss</a:t>
            </a:r>
            <a:r>
              <a:rPr lang="en-US" altLang="en-US" sz="2000" dirty="0"/>
              <a:t>: block copied from lower level</a:t>
            </a:r>
          </a:p>
          <a:p>
            <a:pPr lvl="2" eaLnBrk="1" hangingPunct="1"/>
            <a:r>
              <a:rPr lang="en-US" altLang="en-US" sz="1800" dirty="0"/>
              <a:t>Time taken: miss penalty</a:t>
            </a:r>
          </a:p>
          <a:p>
            <a:pPr lvl="2" eaLnBrk="1" hangingPunct="1"/>
            <a:r>
              <a:rPr lang="en-US" altLang="en-US" sz="1800" dirty="0"/>
              <a:t>Miss ratio: misses/accesses</a:t>
            </a:r>
            <a:br>
              <a:rPr lang="en-US" altLang="en-US" sz="1800" dirty="0"/>
            </a:br>
            <a:r>
              <a:rPr lang="en-US" altLang="en-US" sz="1800" dirty="0"/>
              <a:t>= 1 – hit ratio</a:t>
            </a:r>
          </a:p>
          <a:p>
            <a:pPr lvl="1" eaLnBrk="1" hangingPunct="1"/>
            <a:r>
              <a:rPr lang="en-US" altLang="en-US" sz="2000" dirty="0"/>
              <a:t>Then accessed data supplied from upper level</a:t>
            </a:r>
            <a:endParaRPr lang="en-AU" altLang="en-US" sz="2000" dirty="0"/>
          </a:p>
        </p:txBody>
      </p:sp>
      <p:sp>
        <p:nvSpPr>
          <p:cNvPr id="24582" name="TextBox 1">
            <a:extLst>
              <a:ext uri="{FF2B5EF4-FFF2-40B4-BE49-F238E27FC236}">
                <a16:creationId xmlns:a16="http://schemas.microsoft.com/office/drawing/2014/main" id="{608F8AC1-7DD1-4308-BB14-EF99FD2DC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5738" y="3273425"/>
            <a:ext cx="1150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cache</a:t>
            </a:r>
          </a:p>
        </p:txBody>
      </p:sp>
      <p:sp>
        <p:nvSpPr>
          <p:cNvPr id="24583" name="TextBox 6">
            <a:extLst>
              <a:ext uri="{FF2B5EF4-FFF2-40B4-BE49-F238E27FC236}">
                <a16:creationId xmlns:a16="http://schemas.microsoft.com/office/drawing/2014/main" id="{D8689B44-1A17-4B12-B491-E8FBAF842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763" y="4633913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RAM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29EA3D1-1521-4303-8802-1186643557CF}"/>
              </a:ext>
            </a:extLst>
          </p:cNvPr>
          <p:cNvCxnSpPr/>
          <p:nvPr/>
        </p:nvCxnSpPr>
        <p:spPr bwMode="auto">
          <a:xfrm flipH="1" flipV="1">
            <a:off x="1258888" y="3325813"/>
            <a:ext cx="720725" cy="18462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9DF4589-6173-4143-B25F-587A472DD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175" y="4865688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DEC964-6295-43EF-9656-7FCB0D9D1FA8}"/>
              </a:ext>
            </a:extLst>
          </p:cNvPr>
          <p:cNvSpPr txBox="1"/>
          <p:nvPr/>
        </p:nvSpPr>
        <p:spPr>
          <a:xfrm>
            <a:off x="1135063" y="3787775"/>
            <a:ext cx="455612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Hit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E88F4B-4766-4CC4-AC6A-C35378C96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746625"/>
            <a:ext cx="6334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Miss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14CEB2-4E1A-4A3A-A55C-0B7F14236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4475" y="3475038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A6D7CE6-6C4E-48A8-9FB9-EAE21D1FF4E3}"/>
              </a:ext>
            </a:extLst>
          </p:cNvPr>
          <p:cNvCxnSpPr>
            <a:cxnSpLocks noChangeShapeType="1"/>
            <a:stCxn id="12" idx="3"/>
          </p:cNvCxnSpPr>
          <p:nvPr/>
        </p:nvCxnSpPr>
        <p:spPr bwMode="auto">
          <a:xfrm flipH="1" flipV="1">
            <a:off x="1585913" y="3609975"/>
            <a:ext cx="19050" cy="13065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AAA11F32-F1A5-42DC-9252-C490B83D3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E570009-E4B1-4811-9D5B-4C32707B807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AU" altLang="en-US" sz="1400"/>
          </a:p>
        </p:txBody>
      </p:sp>
      <p:sp>
        <p:nvSpPr>
          <p:cNvPr id="26627" name="Rectangle 5">
            <a:extLst>
              <a:ext uri="{FF2B5EF4-FFF2-40B4-BE49-F238E27FC236}">
                <a16:creationId xmlns:a16="http://schemas.microsoft.com/office/drawing/2014/main" id="{44E667CD-439C-4FDB-A1F9-680F70278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Technology</a:t>
            </a:r>
            <a:endParaRPr lang="en-AU" altLang="en-US"/>
          </a:p>
        </p:txBody>
      </p:sp>
      <p:sp>
        <p:nvSpPr>
          <p:cNvPr id="26628" name="Rectangle 6">
            <a:extLst>
              <a:ext uri="{FF2B5EF4-FFF2-40B4-BE49-F238E27FC236}">
                <a16:creationId xmlns:a16="http://schemas.microsoft.com/office/drawing/2014/main" id="{295AF087-4513-46E1-8D2D-C9AA5E5B7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775575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Static RAM (SRAM, used by cache)</a:t>
            </a:r>
          </a:p>
          <a:p>
            <a:pPr lvl="1" eaLnBrk="1" hangingPunct="1"/>
            <a:r>
              <a:rPr lang="en-US" altLang="en-US" dirty="0"/>
              <a:t>0.5ns – 2.5ns, $2000 – $5000 per GB</a:t>
            </a:r>
          </a:p>
          <a:p>
            <a:pPr eaLnBrk="1" hangingPunct="1"/>
            <a:r>
              <a:rPr lang="en-US" altLang="en-US" dirty="0"/>
              <a:t>Dynamic RAM (DRAM)      ≈ </a:t>
            </a:r>
            <a:r>
              <a:rPr lang="en-US" altLang="en-US" sz="2800" dirty="0"/>
              <a:t>100 times</a:t>
            </a:r>
          </a:p>
          <a:p>
            <a:pPr lvl="1" eaLnBrk="1" hangingPunct="1"/>
            <a:r>
              <a:rPr lang="en-US" altLang="en-US" dirty="0"/>
              <a:t>50ns – 70ns, $20 – $75 per GB</a:t>
            </a:r>
          </a:p>
          <a:p>
            <a:pPr eaLnBrk="1" hangingPunct="1"/>
            <a:r>
              <a:rPr lang="en-US" altLang="en-US" dirty="0"/>
              <a:t>Disk (SSD)                          </a:t>
            </a:r>
            <a:r>
              <a:rPr lang="en-US" altLang="en-US" sz="2800" dirty="0"/>
              <a:t>≈ 100 times</a:t>
            </a:r>
          </a:p>
          <a:p>
            <a:pPr lvl="1" eaLnBrk="1" hangingPunct="1"/>
            <a:r>
              <a:rPr lang="en-US" altLang="en-US" dirty="0"/>
              <a:t>5ms – 20ms, $0.20 – $2 per GB</a:t>
            </a:r>
          </a:p>
          <a:p>
            <a:pPr eaLnBrk="1" hangingPunct="1"/>
            <a:r>
              <a:rPr lang="en-US" altLang="en-US" dirty="0"/>
              <a:t>Ideal memory:</a:t>
            </a:r>
          </a:p>
          <a:p>
            <a:pPr lvl="1" eaLnBrk="1" hangingPunct="1"/>
            <a:r>
              <a:rPr lang="en-US" altLang="en-US" dirty="0"/>
              <a:t>Access time of cache</a:t>
            </a:r>
          </a:p>
          <a:p>
            <a:pPr lvl="1" eaLnBrk="1" hangingPunct="1"/>
            <a:r>
              <a:rPr lang="en-US" altLang="en-US" dirty="0"/>
              <a:t>Capacity and cost/GB of disk</a:t>
            </a:r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A007CF33-DCD7-4C1C-9AD6-588FEC660A0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491412" y="1281113"/>
            <a:ext cx="293846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§5.2 Memory Technologies</a:t>
            </a:r>
          </a:p>
        </p:txBody>
      </p:sp>
      <p:cxnSp>
        <p:nvCxnSpPr>
          <p:cNvPr id="26630" name="Straight Arrow Connector 2">
            <a:extLst>
              <a:ext uri="{FF2B5EF4-FFF2-40B4-BE49-F238E27FC236}">
                <a16:creationId xmlns:a16="http://schemas.microsoft.com/office/drawing/2014/main" id="{2D22AEE3-3AE5-44C2-B0FB-810CB6F704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95963" y="2276475"/>
            <a:ext cx="0" cy="627063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1" name="Straight Arrow Connector 11">
            <a:extLst>
              <a:ext uri="{FF2B5EF4-FFF2-40B4-BE49-F238E27FC236}">
                <a16:creationId xmlns:a16="http://schemas.microsoft.com/office/drawing/2014/main" id="{B6209AA3-D826-4034-BF28-FD355C06070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95963" y="3363913"/>
            <a:ext cx="0" cy="627062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1FC22290-2FA3-47AF-BE05-ED717CF737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DRAM Technology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74468746-1401-46A2-88FF-704133EFD3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125538"/>
            <a:ext cx="7991475" cy="5111750"/>
          </a:xfrm>
        </p:spPr>
        <p:txBody>
          <a:bodyPr/>
          <a:lstStyle/>
          <a:p>
            <a:r>
              <a:rPr lang="en-US" altLang="en-US"/>
              <a:t>Data (bits) stored as a charge in a capacitor</a:t>
            </a:r>
          </a:p>
          <a:p>
            <a:pPr lvl="1"/>
            <a:r>
              <a:rPr lang="en-US" altLang="en-US"/>
              <a:t>Single transistor used to access the charge</a:t>
            </a:r>
          </a:p>
          <a:p>
            <a:pPr lvl="1"/>
            <a:r>
              <a:rPr lang="en-US" altLang="en-US"/>
              <a:t>Must periodically be refreshed (</a:t>
            </a:r>
            <a:r>
              <a:rPr lang="en-US" altLang="en-US">
                <a:solidFill>
                  <a:srgbClr val="FF0000"/>
                </a:solidFill>
              </a:rPr>
              <a:t>volatile</a:t>
            </a:r>
            <a:r>
              <a:rPr lang="en-US" altLang="en-US"/>
              <a:t>)</a:t>
            </a:r>
          </a:p>
          <a:p>
            <a:pPr lvl="2"/>
            <a:r>
              <a:rPr lang="en-US" altLang="en-US"/>
              <a:t>Done by reading contents and writing back</a:t>
            </a:r>
          </a:p>
          <a:p>
            <a:pPr lvl="2"/>
            <a:r>
              <a:rPr lang="en-US" altLang="en-US"/>
              <a:t>Performed on a DRAM “row”</a:t>
            </a:r>
          </a:p>
        </p:txBody>
      </p:sp>
      <p:sp>
        <p:nvSpPr>
          <p:cNvPr id="28676" name="Footer Placeholder 3">
            <a:extLst>
              <a:ext uri="{FF2B5EF4-FFF2-40B4-BE49-F238E27FC236}">
                <a16:creationId xmlns:a16="http://schemas.microsoft.com/office/drawing/2014/main" id="{E6FA8C41-B86E-481B-87B8-760D695FC3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9155D69-F6CC-4B70-BF49-30E57C75BE1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AU" altLang="en-US" sz="1400"/>
          </a:p>
        </p:txBody>
      </p:sp>
      <p:pic>
        <p:nvPicPr>
          <p:cNvPr id="28677" name="Picture 2">
            <a:extLst>
              <a:ext uri="{FF2B5EF4-FFF2-40B4-BE49-F238E27FC236}">
                <a16:creationId xmlns:a16="http://schemas.microsoft.com/office/drawing/2014/main" id="{B5C3EDF3-56AB-4FE5-9883-E79FE756F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75" y="4257675"/>
            <a:ext cx="5626100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229CD469-734B-4D73-88B6-1B1795230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DRAM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C29C919A-F348-49BB-BEDB-9E5BE88267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6725" y="1052513"/>
            <a:ext cx="4968875" cy="5111750"/>
          </a:xfrm>
        </p:spPr>
        <p:txBody>
          <a:bodyPr/>
          <a:lstStyle/>
          <a:p>
            <a:r>
              <a:rPr lang="en-US" altLang="en-US" dirty="0"/>
              <a:t>Data (bits) are stored as a charge in a capacitor</a:t>
            </a:r>
          </a:p>
          <a:p>
            <a:pPr lvl="1"/>
            <a:r>
              <a:rPr lang="en-US" altLang="en-US" dirty="0"/>
              <a:t>Single transistor used to access the charge</a:t>
            </a:r>
          </a:p>
          <a:p>
            <a:pPr lvl="1"/>
            <a:r>
              <a:rPr lang="en-US" altLang="en-US"/>
              <a:t>Must be periodically refreshed </a:t>
            </a:r>
            <a:r>
              <a:rPr lang="en-US" altLang="en-US" dirty="0"/>
              <a:t>(</a:t>
            </a:r>
            <a:r>
              <a:rPr lang="en-US" altLang="en-US" dirty="0">
                <a:solidFill>
                  <a:srgbClr val="FF0000"/>
                </a:solidFill>
              </a:rPr>
              <a:t>volatile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dirty="0"/>
              <a:t>Refreshed by reading contents and writing back</a:t>
            </a:r>
          </a:p>
          <a:p>
            <a:pPr lvl="2"/>
            <a:r>
              <a:rPr lang="en-US" altLang="en-US" dirty="0"/>
              <a:t>Performed on a DRAM “row”</a:t>
            </a:r>
          </a:p>
        </p:txBody>
      </p:sp>
      <p:sp>
        <p:nvSpPr>
          <p:cNvPr id="29700" name="Footer Placeholder 3">
            <a:extLst>
              <a:ext uri="{FF2B5EF4-FFF2-40B4-BE49-F238E27FC236}">
                <a16:creationId xmlns:a16="http://schemas.microsoft.com/office/drawing/2014/main" id="{86A1A0B0-2657-4E0E-8287-61B31B6BC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52306C8-5FE4-4E83-BA35-1551A7C6273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AU" alt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2C4C7E-697C-408D-AF65-EC94E883B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1406525"/>
            <a:ext cx="3024187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3E4841-CC56-4D8F-AB43-9EB1D9AF1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050" y="1130300"/>
            <a:ext cx="2303463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9A24FA11-43D5-4C74-AFE7-91FD89CB8E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1F61850-BCED-4355-A6CE-8A538A55B58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AU" altLang="en-US" sz="1400"/>
          </a:p>
        </p:txBody>
      </p:sp>
      <p:sp>
        <p:nvSpPr>
          <p:cNvPr id="30723" name="Rectangle 4">
            <a:extLst>
              <a:ext uri="{FF2B5EF4-FFF2-40B4-BE49-F238E27FC236}">
                <a16:creationId xmlns:a16="http://schemas.microsoft.com/office/drawing/2014/main" id="{AD39BC5E-E36C-4576-88B4-861F497925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Advanced DRAM Organization</a:t>
            </a:r>
            <a:endParaRPr lang="en-AU" altLang="en-US"/>
          </a:p>
        </p:txBody>
      </p:sp>
      <p:sp>
        <p:nvSpPr>
          <p:cNvPr id="30724" name="Rectangle 5">
            <a:extLst>
              <a:ext uri="{FF2B5EF4-FFF2-40B4-BE49-F238E27FC236}">
                <a16:creationId xmlns:a16="http://schemas.microsoft.com/office/drawing/2014/main" id="{4F6B9B3B-2173-4B4D-8714-4E3FC5FA77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Bits in a DRAM are organized as a rectangular array</a:t>
            </a:r>
          </a:p>
          <a:p>
            <a:pPr lvl="1" eaLnBrk="1" hangingPunct="1"/>
            <a:r>
              <a:rPr lang="en-US" altLang="en-US"/>
              <a:t>DRAM accesses an entire row</a:t>
            </a:r>
          </a:p>
          <a:p>
            <a:pPr lvl="1" eaLnBrk="1" hangingPunct="1"/>
            <a:r>
              <a:rPr lang="en-US" altLang="en-US"/>
              <a:t>Burst mode: supply successive words from a row with reduced latency</a:t>
            </a:r>
          </a:p>
          <a:p>
            <a:pPr eaLnBrk="1" hangingPunct="1"/>
            <a:r>
              <a:rPr lang="en-US" altLang="en-US"/>
              <a:t>Double data rate (DDR) DRAM</a:t>
            </a:r>
          </a:p>
          <a:p>
            <a:pPr lvl="1" eaLnBrk="1" hangingPunct="1"/>
            <a:r>
              <a:rPr lang="en-US" altLang="en-US"/>
              <a:t>Transfer on rising and falling clock edges</a:t>
            </a:r>
          </a:p>
          <a:p>
            <a:pPr eaLnBrk="1" hangingPunct="1"/>
            <a:r>
              <a:rPr lang="en-US" altLang="en-US"/>
              <a:t>Quad data rate (QDR) DRAM</a:t>
            </a:r>
          </a:p>
          <a:p>
            <a:pPr lvl="1" eaLnBrk="1" hangingPunct="1"/>
            <a:r>
              <a:rPr lang="en-US" altLang="en-US"/>
              <a:t>Separate DDR inputs and outputs</a:t>
            </a:r>
            <a:endParaRPr lang="en-AU" altLang="en-US"/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2">
            <a:extLst>
              <a:ext uri="{FF2B5EF4-FFF2-40B4-BE49-F238E27FC236}">
                <a16:creationId xmlns:a16="http://schemas.microsoft.com/office/drawing/2014/main" id="{7C83E8DC-28B2-4833-B87E-6D6CD2DE46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94DADEA-1CA7-4583-9AC6-7D575DD0B92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AU" altLang="en-US" sz="14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7B7B82E-A191-4F99-A2E0-C630D1DCB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DRAM Generations</a:t>
            </a:r>
            <a:endParaRPr lang="en-AU" altLang="en-US"/>
          </a:p>
        </p:txBody>
      </p:sp>
      <p:graphicFrame>
        <p:nvGraphicFramePr>
          <p:cNvPr id="32772" name="Object 3">
            <a:extLst>
              <a:ext uri="{FF2B5EF4-FFF2-40B4-BE49-F238E27FC236}">
                <a16:creationId xmlns:a16="http://schemas.microsoft.com/office/drawing/2014/main" id="{1BCB5C87-56FF-4E80-BCFB-01B09101A8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1487488"/>
          <a:ext cx="5253037" cy="441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5372188" imgH="4419576" progId="MSGraph.Chart.8">
                  <p:embed followColorScheme="full"/>
                </p:oleObj>
              </mc:Choice>
              <mc:Fallback>
                <p:oleObj name="Chart" r:id="rId3" imgW="5372188" imgH="4419576" progId="MSGraph.Chart.8">
                  <p:embed followColorScheme="full"/>
                  <p:pic>
                    <p:nvPicPr>
                      <p:cNvPr id="32772" name="Object 3">
                        <a:extLst>
                          <a:ext uri="{FF2B5EF4-FFF2-40B4-BE49-F238E27FC236}">
                            <a16:creationId xmlns:a16="http://schemas.microsoft.com/office/drawing/2014/main" id="{1BCB5C87-56FF-4E80-BCFB-01B09101A8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487488"/>
                        <a:ext cx="5253037" cy="441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802" name="Group 58">
            <a:extLst>
              <a:ext uri="{FF2B5EF4-FFF2-40B4-BE49-F238E27FC236}">
                <a16:creationId xmlns:a16="http://schemas.microsoft.com/office/drawing/2014/main" id="{82A19D5E-316E-4181-B2F8-1B4C4A1892C3}"/>
              </a:ext>
            </a:extLst>
          </p:cNvPr>
          <p:cNvGraphicFramePr>
            <a:graphicFrameLocks noGrp="1"/>
          </p:cNvGraphicFramePr>
          <p:nvPr/>
        </p:nvGraphicFramePr>
        <p:xfrm>
          <a:off x="682625" y="1700213"/>
          <a:ext cx="2952750" cy="4064004"/>
        </p:xfrm>
        <a:graphic>
          <a:graphicData uri="http://schemas.openxmlformats.org/drawingml/2006/table">
            <a:tbl>
              <a:tblPr/>
              <a:tblGrid>
                <a:gridCol w="79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Year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Capacity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$/GB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1980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64Kbit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$1500000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1983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256Kbit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$500000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1985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1Mbit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$200000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1989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4Mbit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$50000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1992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16Mbit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$15000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1996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64Mbit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1998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128Mbit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$4000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256Mbit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2004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512Mbit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$250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2007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1Gbit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$50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7C0C900C-2CFB-4907-BC85-69227138DA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r>
              <a:rPr lang="en-US" altLang="en-US"/>
              <a:t>Raising DRAM Performance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0BC8F2C5-63F4-4B3F-BD45-9D326FD337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Row buffer</a:t>
            </a:r>
          </a:p>
          <a:p>
            <a:pPr lvl="1"/>
            <a:r>
              <a:rPr lang="en-US" altLang="en-US" sz="2400" dirty="0"/>
              <a:t>Allows </a:t>
            </a:r>
            <a:r>
              <a:rPr lang="en-US" altLang="en-US" sz="2400" dirty="0">
                <a:solidFill>
                  <a:srgbClr val="FF0000"/>
                </a:solidFill>
              </a:rPr>
              <a:t>several</a:t>
            </a:r>
            <a:r>
              <a:rPr lang="en-US" altLang="en-US" sz="2400" dirty="0"/>
              <a:t> words to be read and refreshed in parallel (not just one word at a time)</a:t>
            </a:r>
          </a:p>
          <a:p>
            <a:r>
              <a:rPr lang="en-US" altLang="en-US" sz="2800" dirty="0"/>
              <a:t>Synchronous DRAM</a:t>
            </a:r>
          </a:p>
          <a:p>
            <a:pPr lvl="1"/>
            <a:r>
              <a:rPr lang="en-US" altLang="en-US" sz="2400" dirty="0"/>
              <a:t>Consecutive accesses </a:t>
            </a:r>
            <a:r>
              <a:rPr lang="en-US" altLang="en-US" sz="2400" dirty="0">
                <a:solidFill>
                  <a:srgbClr val="FF0000"/>
                </a:solidFill>
              </a:rPr>
              <a:t>in bursts </a:t>
            </a:r>
            <a:r>
              <a:rPr lang="en-US" altLang="en-US" sz="2400" dirty="0"/>
              <a:t>without needing to send each address</a:t>
            </a:r>
          </a:p>
          <a:p>
            <a:pPr lvl="1"/>
            <a:r>
              <a:rPr lang="en-US" altLang="en-US" sz="2400" dirty="0"/>
              <a:t>Improves bandwidth</a:t>
            </a:r>
          </a:p>
          <a:p>
            <a:r>
              <a:rPr lang="en-US" altLang="en-US" sz="2800" dirty="0"/>
              <a:t>DRAM banking</a:t>
            </a:r>
          </a:p>
          <a:p>
            <a:pPr lvl="1"/>
            <a:r>
              <a:rPr lang="en-US" altLang="en-US" sz="2400" dirty="0"/>
              <a:t>Simultaneous access to multiple DRAM “banks”</a:t>
            </a:r>
          </a:p>
          <a:p>
            <a:pPr lvl="1"/>
            <a:r>
              <a:rPr lang="en-US" altLang="en-US" sz="2400" dirty="0"/>
              <a:t>Improves bandwidth</a:t>
            </a:r>
          </a:p>
        </p:txBody>
      </p:sp>
      <p:sp>
        <p:nvSpPr>
          <p:cNvPr id="34820" name="Footer Placeholder 3">
            <a:extLst>
              <a:ext uri="{FF2B5EF4-FFF2-40B4-BE49-F238E27FC236}">
                <a16:creationId xmlns:a16="http://schemas.microsoft.com/office/drawing/2014/main" id="{51EB31E4-A5B6-4A59-B23C-ECEB5CD76D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4EA16D1-5F17-461F-9DE4-A2E84AFEE89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AU" altLang="en-US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2">
            <a:extLst>
              <a:ext uri="{FF2B5EF4-FFF2-40B4-BE49-F238E27FC236}">
                <a16:creationId xmlns:a16="http://schemas.microsoft.com/office/drawing/2014/main" id="{95CC1875-BB10-4A3F-8283-1C63B19612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C9154E9-64E5-4903-8AA5-A4369D74048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AU" altLang="en-US" sz="1400"/>
          </a:p>
        </p:txBody>
      </p:sp>
      <p:pic>
        <p:nvPicPr>
          <p:cNvPr id="35843" name="Picture 6" descr="f05-11-P374493">
            <a:extLst>
              <a:ext uri="{FF2B5EF4-FFF2-40B4-BE49-F238E27FC236}">
                <a16:creationId xmlns:a16="http://schemas.microsoft.com/office/drawing/2014/main" id="{8E45A4F9-EB1E-42B2-9846-635659298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96975"/>
            <a:ext cx="6484938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Rectangle 2">
            <a:extLst>
              <a:ext uri="{FF2B5EF4-FFF2-40B4-BE49-F238E27FC236}">
                <a16:creationId xmlns:a16="http://schemas.microsoft.com/office/drawing/2014/main" id="{59CCE340-B6B7-4A43-800D-853579DC15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Increasing Memory Bandwidth</a:t>
            </a:r>
            <a:endParaRPr lang="en-AU" altLang="en-US" sz="4000"/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id="{65B9E857-378C-4883-8CD2-2EA8CC90A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3933825"/>
            <a:ext cx="7010400" cy="250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/>
              <a:t>b. 4-word wide mem </a:t>
            </a:r>
            <a:r>
              <a:rPr lang="en-US" altLang="en-US" sz="2000"/>
              <a:t>(15 cycles to connect to mem)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+ 1 = 17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missed access (1), connect mem (15), load cache (1)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17 cycles = 0.94 bytes/cycle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c. 4-bank interleaved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+ 4×1 = 20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20 cycles = 0.8 bytes/cycle</a:t>
            </a:r>
            <a:endParaRPr lang="en-AU" altLang="en-US" sz="2000"/>
          </a:p>
        </p:txBody>
      </p:sp>
      <p:sp>
        <p:nvSpPr>
          <p:cNvPr id="35846" name="TextBox 1">
            <a:extLst>
              <a:ext uri="{FF2B5EF4-FFF2-40B4-BE49-F238E27FC236}">
                <a16:creationId xmlns:a16="http://schemas.microsoft.com/office/drawing/2014/main" id="{72547CBA-9B48-4080-9A8F-722E4C513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013" y="2492375"/>
            <a:ext cx="1403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Wider bus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Higher bandwidth</a:t>
            </a:r>
          </a:p>
        </p:txBody>
      </p:sp>
      <p:sp>
        <p:nvSpPr>
          <p:cNvPr id="35847" name="TextBox 1">
            <a:extLst>
              <a:ext uri="{FF2B5EF4-FFF2-40B4-BE49-F238E27FC236}">
                <a16:creationId xmlns:a16="http://schemas.microsoft.com/office/drawing/2014/main" id="{6943108A-C772-4A3D-BD2F-B71129248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175" y="2220913"/>
            <a:ext cx="11906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Memory banks</a:t>
            </a:r>
          </a:p>
        </p:txBody>
      </p:sp>
      <p:cxnSp>
        <p:nvCxnSpPr>
          <p:cNvPr id="35848" name="Straight Arrow Connector 3">
            <a:extLst>
              <a:ext uri="{FF2B5EF4-FFF2-40B4-BE49-F238E27FC236}">
                <a16:creationId xmlns:a16="http://schemas.microsoft.com/office/drawing/2014/main" id="{7F74E4FC-A422-4DD1-A687-35A26BEDC17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443663" y="2476500"/>
            <a:ext cx="576262" cy="5762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9" name="Straight Arrow Connector 10">
            <a:extLst>
              <a:ext uri="{FF2B5EF4-FFF2-40B4-BE49-F238E27FC236}">
                <a16:creationId xmlns:a16="http://schemas.microsoft.com/office/drawing/2014/main" id="{953C50AF-4711-4931-88F5-BE20842099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9925" y="2478088"/>
            <a:ext cx="0" cy="5603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0" name="Rectangle 9">
            <a:extLst>
              <a:ext uri="{FF2B5EF4-FFF2-40B4-BE49-F238E27FC236}">
                <a16:creationId xmlns:a16="http://schemas.microsoft.com/office/drawing/2014/main" id="{E071133C-57E7-4D9A-A4A8-D18B08A64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3919538"/>
            <a:ext cx="7235825" cy="17716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5851" name="Rectangle 10">
            <a:extLst>
              <a:ext uri="{FF2B5EF4-FFF2-40B4-BE49-F238E27FC236}">
                <a16:creationId xmlns:a16="http://schemas.microsoft.com/office/drawing/2014/main" id="{FE3560BF-5A42-4C41-A67C-3C7C7777A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5508625"/>
            <a:ext cx="6696075" cy="873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2">
            <a:extLst>
              <a:ext uri="{FF2B5EF4-FFF2-40B4-BE49-F238E27FC236}">
                <a16:creationId xmlns:a16="http://schemas.microsoft.com/office/drawing/2014/main" id="{37918BB6-93C5-4ADB-BF50-F89034013F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0925E85-BC3A-40CB-91D9-E313285FAF4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AU" altLang="en-US" sz="1400"/>
          </a:p>
        </p:txBody>
      </p:sp>
      <p:pic>
        <p:nvPicPr>
          <p:cNvPr id="37891" name="Picture 6" descr="f05-11-P374493">
            <a:extLst>
              <a:ext uri="{FF2B5EF4-FFF2-40B4-BE49-F238E27FC236}">
                <a16:creationId xmlns:a16="http://schemas.microsoft.com/office/drawing/2014/main" id="{63B108F2-D0C5-41C5-9457-CE7BD48AD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96975"/>
            <a:ext cx="6484938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Rectangle 2">
            <a:extLst>
              <a:ext uri="{FF2B5EF4-FFF2-40B4-BE49-F238E27FC236}">
                <a16:creationId xmlns:a16="http://schemas.microsoft.com/office/drawing/2014/main" id="{A002DA78-1EC1-42A2-AB06-4273000BC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Increasing Memory Bandwidth</a:t>
            </a:r>
            <a:endParaRPr lang="en-AU" altLang="en-US" sz="4000"/>
          </a:p>
        </p:txBody>
      </p:sp>
      <p:sp>
        <p:nvSpPr>
          <p:cNvPr id="37893" name="Rectangle 4">
            <a:extLst>
              <a:ext uri="{FF2B5EF4-FFF2-40B4-BE49-F238E27FC236}">
                <a16:creationId xmlns:a16="http://schemas.microsoft.com/office/drawing/2014/main" id="{1DC2488B-E9B2-4D93-9674-D7DE96E4C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3933825"/>
            <a:ext cx="7010400" cy="250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b. 4-word-wide mem </a:t>
            </a:r>
            <a:r>
              <a:rPr lang="en-US" altLang="en-US" sz="2000" dirty="0"/>
              <a:t>(15 cycles to connect to mem)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Miss penalty = 1 + 15 + 1 = 17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missed access (1), connect mem (15), load cache (1)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Bandwidth = 16 bytes / 17 cycles = 0.94 bytes/cycle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c. 4-bank interleaved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Miss penalty = 1 + 15 + 4×1 = 20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Bandwidth = 16 bytes / 20 cycles = 0.8 bytes/cycle</a:t>
            </a:r>
            <a:endParaRPr lang="en-AU" altLang="en-US" sz="2000" dirty="0"/>
          </a:p>
        </p:txBody>
      </p:sp>
      <p:sp>
        <p:nvSpPr>
          <p:cNvPr id="37894" name="TextBox 1">
            <a:extLst>
              <a:ext uri="{FF2B5EF4-FFF2-40B4-BE49-F238E27FC236}">
                <a16:creationId xmlns:a16="http://schemas.microsoft.com/office/drawing/2014/main" id="{740EA075-0907-4157-9869-A4B1AB37D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013" y="2492375"/>
            <a:ext cx="1403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Wider bus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Higher bandwidth</a:t>
            </a:r>
          </a:p>
        </p:txBody>
      </p:sp>
      <p:sp>
        <p:nvSpPr>
          <p:cNvPr id="37895" name="TextBox 1">
            <a:extLst>
              <a:ext uri="{FF2B5EF4-FFF2-40B4-BE49-F238E27FC236}">
                <a16:creationId xmlns:a16="http://schemas.microsoft.com/office/drawing/2014/main" id="{C40F3050-AD2C-454A-A5C5-2EB02C688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175" y="2220913"/>
            <a:ext cx="11906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Memory banks</a:t>
            </a:r>
          </a:p>
        </p:txBody>
      </p:sp>
      <p:cxnSp>
        <p:nvCxnSpPr>
          <p:cNvPr id="37896" name="Straight Arrow Connector 3">
            <a:extLst>
              <a:ext uri="{FF2B5EF4-FFF2-40B4-BE49-F238E27FC236}">
                <a16:creationId xmlns:a16="http://schemas.microsoft.com/office/drawing/2014/main" id="{B6EC690B-B40F-4FA2-A737-349B735943A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443663" y="2476500"/>
            <a:ext cx="576262" cy="5762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7" name="Straight Arrow Connector 10">
            <a:extLst>
              <a:ext uri="{FF2B5EF4-FFF2-40B4-BE49-F238E27FC236}">
                <a16:creationId xmlns:a16="http://schemas.microsoft.com/office/drawing/2014/main" id="{BD6C8AA7-6F96-41B2-9848-E055B4B6050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9925" y="2478088"/>
            <a:ext cx="0" cy="5603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898" name="Rectangle 9">
            <a:extLst>
              <a:ext uri="{FF2B5EF4-FFF2-40B4-BE49-F238E27FC236}">
                <a16:creationId xmlns:a16="http://schemas.microsoft.com/office/drawing/2014/main" id="{92E92C28-096B-4195-984E-34E2001DD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0" y="5370513"/>
            <a:ext cx="7235825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7899" name="Rectangle 10">
            <a:extLst>
              <a:ext uri="{FF2B5EF4-FFF2-40B4-BE49-F238E27FC236}">
                <a16:creationId xmlns:a16="http://schemas.microsoft.com/office/drawing/2014/main" id="{35BD161E-01E2-4163-A6BB-23893E7F1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300" y="5678488"/>
            <a:ext cx="6870700" cy="7032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2">
            <a:extLst>
              <a:ext uri="{FF2B5EF4-FFF2-40B4-BE49-F238E27FC236}">
                <a16:creationId xmlns:a16="http://schemas.microsoft.com/office/drawing/2014/main" id="{23AB7402-9456-4625-A4B6-5B4AB4C63E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FD63308-50E6-4C48-B325-FFCF2669F97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AU" altLang="en-US" sz="1400"/>
          </a:p>
        </p:txBody>
      </p:sp>
      <p:pic>
        <p:nvPicPr>
          <p:cNvPr id="39939" name="Picture 6" descr="f05-11-P374493">
            <a:extLst>
              <a:ext uri="{FF2B5EF4-FFF2-40B4-BE49-F238E27FC236}">
                <a16:creationId xmlns:a16="http://schemas.microsoft.com/office/drawing/2014/main" id="{E9C91601-5FEC-4109-A433-86654F99F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96975"/>
            <a:ext cx="6484938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Rectangle 2">
            <a:extLst>
              <a:ext uri="{FF2B5EF4-FFF2-40B4-BE49-F238E27FC236}">
                <a16:creationId xmlns:a16="http://schemas.microsoft.com/office/drawing/2014/main" id="{5916FC5A-958B-49E5-8554-818719189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Increasing Memory Bandwidth</a:t>
            </a:r>
            <a:endParaRPr lang="en-AU" altLang="en-US" sz="4000"/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BE05C220-C901-4C37-B5D4-2CB70DE51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3933825"/>
            <a:ext cx="7010400" cy="250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/>
              <a:t>b. 4-word wide mem </a:t>
            </a:r>
            <a:r>
              <a:rPr lang="en-US" altLang="en-US" sz="2000"/>
              <a:t>(15 cycles to connect to mem)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+ 1 = 17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missed access (1), connect mem (15), load cache (1)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17 cycles = 0.94 bytes/cycle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c. 4-bank interleaved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+ 4×1 = 20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20 cycles = 0.8 bytes/cycle</a:t>
            </a:r>
            <a:endParaRPr lang="en-AU" altLang="en-US" sz="2000"/>
          </a:p>
        </p:txBody>
      </p:sp>
      <p:sp>
        <p:nvSpPr>
          <p:cNvPr id="39942" name="TextBox 1">
            <a:extLst>
              <a:ext uri="{FF2B5EF4-FFF2-40B4-BE49-F238E27FC236}">
                <a16:creationId xmlns:a16="http://schemas.microsoft.com/office/drawing/2014/main" id="{483D384C-1D09-4A8D-90A0-D2C9E804A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013" y="2492375"/>
            <a:ext cx="1403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Wider bus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Higher bandwidth</a:t>
            </a:r>
          </a:p>
        </p:txBody>
      </p:sp>
      <p:sp>
        <p:nvSpPr>
          <p:cNvPr id="39943" name="TextBox 1">
            <a:extLst>
              <a:ext uri="{FF2B5EF4-FFF2-40B4-BE49-F238E27FC236}">
                <a16:creationId xmlns:a16="http://schemas.microsoft.com/office/drawing/2014/main" id="{FDA583FB-4F33-4268-A0D3-D6A1C1963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175" y="2220913"/>
            <a:ext cx="11906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Memory banks</a:t>
            </a:r>
          </a:p>
        </p:txBody>
      </p:sp>
      <p:cxnSp>
        <p:nvCxnSpPr>
          <p:cNvPr id="39944" name="Straight Arrow Connector 3">
            <a:extLst>
              <a:ext uri="{FF2B5EF4-FFF2-40B4-BE49-F238E27FC236}">
                <a16:creationId xmlns:a16="http://schemas.microsoft.com/office/drawing/2014/main" id="{56D084F8-E828-4257-AC5D-9409094B60F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443663" y="2476500"/>
            <a:ext cx="576262" cy="5762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5" name="Straight Arrow Connector 10">
            <a:extLst>
              <a:ext uri="{FF2B5EF4-FFF2-40B4-BE49-F238E27FC236}">
                <a16:creationId xmlns:a16="http://schemas.microsoft.com/office/drawing/2014/main" id="{95C68E9D-4C44-458F-912B-BA80A439894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9925" y="2478088"/>
            <a:ext cx="0" cy="5603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>
            <a:extLst>
              <a:ext uri="{FF2B5EF4-FFF2-40B4-BE49-F238E27FC236}">
                <a16:creationId xmlns:a16="http://schemas.microsoft.com/office/drawing/2014/main" id="{AEEDDB80-D1A0-4491-8152-65191376AC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0195451D-1547-4F9F-BC28-86FFB1D2022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AU" altLang="en-US" sz="14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F21026B8-AACE-4A15-88C2-FBA44DB8A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Flash Storage (Solid State)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C7BC864F-9040-4F37-8AA6-43E3284D8F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5625" y="1106488"/>
            <a:ext cx="7920038" cy="5111750"/>
          </a:xfrm>
        </p:spPr>
        <p:txBody>
          <a:bodyPr/>
          <a:lstStyle/>
          <a:p>
            <a:pPr eaLnBrk="1" hangingPunct="1"/>
            <a:r>
              <a:rPr lang="en-AU" altLang="en-US" dirty="0" err="1">
                <a:solidFill>
                  <a:srgbClr val="C00000"/>
                </a:solidFill>
              </a:rPr>
              <a:t>Nonvolatile</a:t>
            </a:r>
            <a:r>
              <a:rPr lang="en-AU" altLang="en-US" dirty="0"/>
              <a:t> semiconductor storage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Faster than disk, but still slower than DRAM</a:t>
            </a:r>
          </a:p>
          <a:p>
            <a:pPr lvl="1" eaLnBrk="1" hangingPunct="1"/>
            <a:r>
              <a:rPr lang="en-AU" altLang="en-US" dirty="0">
                <a:cs typeface="Arial" panose="020B0604020202020204" pitchFamily="34" charset="0"/>
              </a:rPr>
              <a:t>Smaller, lower power, more robust</a:t>
            </a:r>
          </a:p>
          <a:p>
            <a:pPr lvl="1" eaLnBrk="1" hangingPunct="1"/>
            <a:r>
              <a:rPr lang="en-AU" altLang="en-US" dirty="0">
                <a:cs typeface="Arial" panose="020B0604020202020204" pitchFamily="34" charset="0"/>
              </a:rPr>
              <a:t>But more $/GB (between disk and DRAM)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SSD replacing magnetic drives</a:t>
            </a:r>
          </a:p>
          <a:p>
            <a:pPr marL="457200" lvl="1" indent="0" eaLnBrk="1" hangingPunct="1">
              <a:buNone/>
            </a:pPr>
            <a:endParaRPr lang="en-AU" altLang="en-US" dirty="0">
              <a:cs typeface="Arial" panose="020B0604020202020204" pitchFamily="34" charset="0"/>
            </a:endParaRPr>
          </a:p>
        </p:txBody>
      </p:sp>
      <p:sp>
        <p:nvSpPr>
          <p:cNvPr id="41989" name="Text Box 4">
            <a:extLst>
              <a:ext uri="{FF2B5EF4-FFF2-40B4-BE49-F238E27FC236}">
                <a16:creationId xmlns:a16="http://schemas.microsoft.com/office/drawing/2014/main" id="{1E8F5519-24AB-48DB-BD46-9FCB539347F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03369" y="873919"/>
            <a:ext cx="21145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§6.4 Flash Storage</a:t>
            </a:r>
          </a:p>
        </p:txBody>
      </p:sp>
      <p:pic>
        <p:nvPicPr>
          <p:cNvPr id="41990" name="Picture 5" descr="flash-cards">
            <a:extLst>
              <a:ext uri="{FF2B5EF4-FFF2-40B4-BE49-F238E27FC236}">
                <a16:creationId xmlns:a16="http://schemas.microsoft.com/office/drawing/2014/main" id="{741A68CD-409B-4105-B452-CBA4D5DEB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063" y="4008438"/>
            <a:ext cx="2863850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1" name="Picture 6" descr="flash-memory-exploded">
            <a:extLst>
              <a:ext uri="{FF2B5EF4-FFF2-40B4-BE49-F238E27FC236}">
                <a16:creationId xmlns:a16="http://schemas.microsoft.com/office/drawing/2014/main" id="{3A30E7CB-44B5-4DE8-A616-D2E43F35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4184650"/>
            <a:ext cx="2436812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>
            <a:extLst>
              <a:ext uri="{FF2B5EF4-FFF2-40B4-BE49-F238E27FC236}">
                <a16:creationId xmlns:a16="http://schemas.microsoft.com/office/drawing/2014/main" id="{91461A45-530D-4144-A240-CE13664EFC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DAE2C0E7-DB09-4529-9EE7-A6837B24D13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AU" altLang="en-US" sz="14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6F6E3475-D14F-4201-BC79-189155A25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Flash Types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320AFB57-9D2A-4D99-AEEF-5603F703C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 sz="2800"/>
              <a:t>NOR flash: bit cell like a NOR gate</a:t>
            </a:r>
          </a:p>
          <a:p>
            <a:pPr lvl="1" eaLnBrk="1" hangingPunct="1"/>
            <a:r>
              <a:rPr lang="en-AU" altLang="en-US" sz="2400"/>
              <a:t>Random read/write access</a:t>
            </a:r>
          </a:p>
          <a:p>
            <a:pPr lvl="1" eaLnBrk="1" hangingPunct="1"/>
            <a:r>
              <a:rPr lang="en-AU" altLang="en-US" sz="2400"/>
              <a:t>Used for instruction memory in embedded systems</a:t>
            </a:r>
          </a:p>
          <a:p>
            <a:pPr eaLnBrk="1" hangingPunct="1"/>
            <a:r>
              <a:rPr lang="en-AU" altLang="en-US" sz="2800"/>
              <a:t>NAND flash: bit cell like a NAND gate</a:t>
            </a:r>
          </a:p>
          <a:p>
            <a:pPr lvl="1" eaLnBrk="1" hangingPunct="1"/>
            <a:r>
              <a:rPr lang="en-AU" altLang="en-US" sz="2400"/>
              <a:t>Denser (bits/area), but block-at-a-time access</a:t>
            </a:r>
          </a:p>
          <a:p>
            <a:pPr lvl="1" eaLnBrk="1" hangingPunct="1"/>
            <a:r>
              <a:rPr lang="en-AU" altLang="en-US" sz="2400"/>
              <a:t>Cheaper per GB</a:t>
            </a:r>
          </a:p>
          <a:p>
            <a:pPr lvl="1" eaLnBrk="1" hangingPunct="1"/>
            <a:r>
              <a:rPr lang="en-AU" altLang="en-US" sz="2400"/>
              <a:t>Used for USB keys, media storage, …</a:t>
            </a:r>
          </a:p>
          <a:p>
            <a:pPr eaLnBrk="1" hangingPunct="1"/>
            <a:r>
              <a:rPr lang="en-AU" altLang="en-US" sz="2800"/>
              <a:t>Flash bits wears out after 1000’s of accesses</a:t>
            </a:r>
          </a:p>
          <a:p>
            <a:pPr lvl="1" eaLnBrk="1" hangingPunct="1"/>
            <a:r>
              <a:rPr lang="en-AU" altLang="en-US" sz="2400"/>
              <a:t>Not suitable for direct RAM or disk replacement</a:t>
            </a:r>
          </a:p>
          <a:p>
            <a:pPr lvl="1" eaLnBrk="1" hangingPunct="1"/>
            <a:r>
              <a:rPr lang="en-AU" altLang="en-US" sz="2400"/>
              <a:t>Wear leveling: remap data to less used blocks</a:t>
            </a: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>
            <a:extLst>
              <a:ext uri="{FF2B5EF4-FFF2-40B4-BE49-F238E27FC236}">
                <a16:creationId xmlns:a16="http://schemas.microsoft.com/office/drawing/2014/main" id="{382D86D2-3F15-47DD-B476-AF985460F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D2D7891F-5013-4DFB-B017-6057FF5DD0C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AU" altLang="en-US" sz="1400"/>
          </a:p>
        </p:txBody>
      </p:sp>
      <p:pic>
        <p:nvPicPr>
          <p:cNvPr id="46083" name="Picture 9" descr="wdfDesktop_CaviarBlack">
            <a:extLst>
              <a:ext uri="{FF2B5EF4-FFF2-40B4-BE49-F238E27FC236}">
                <a16:creationId xmlns:a16="http://schemas.microsoft.com/office/drawing/2014/main" id="{D4D0FFF6-0B0D-40A5-9564-78D0A8CB2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773238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Rectangle 7">
            <a:extLst>
              <a:ext uri="{FF2B5EF4-FFF2-40B4-BE49-F238E27FC236}">
                <a16:creationId xmlns:a16="http://schemas.microsoft.com/office/drawing/2014/main" id="{CAF414C6-4ABE-4756-9BC1-64285D672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Storage (Hard Disk)</a:t>
            </a:r>
            <a:endParaRPr lang="en-AU" altLang="en-US"/>
          </a:p>
        </p:txBody>
      </p:sp>
      <p:sp>
        <p:nvSpPr>
          <p:cNvPr id="46085" name="Rectangle 8">
            <a:extLst>
              <a:ext uri="{FF2B5EF4-FFF2-40B4-BE49-F238E27FC236}">
                <a16:creationId xmlns:a16="http://schemas.microsoft.com/office/drawing/2014/main" id="{5CFE1157-015F-435E-A75D-C847DDE3E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90575"/>
          </a:xfrm>
        </p:spPr>
        <p:txBody>
          <a:bodyPr/>
          <a:lstStyle/>
          <a:p>
            <a:pPr eaLnBrk="1" hangingPunct="1"/>
            <a:r>
              <a:rPr lang="en-US" altLang="en-US"/>
              <a:t>Nonvolatile, rotating magnetic storage</a:t>
            </a:r>
            <a:endParaRPr lang="en-AU" altLang="en-US"/>
          </a:p>
        </p:txBody>
      </p:sp>
      <p:sp>
        <p:nvSpPr>
          <p:cNvPr id="46086" name="Text Box 4">
            <a:extLst>
              <a:ext uri="{FF2B5EF4-FFF2-40B4-BE49-F238E27FC236}">
                <a16:creationId xmlns:a16="http://schemas.microsoft.com/office/drawing/2014/main" id="{5CB12FC2-B3AF-4C50-B211-AEBCDE1DCA5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60519" y="816769"/>
            <a:ext cx="2000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§6.3 Disk Storage</a:t>
            </a:r>
          </a:p>
        </p:txBody>
      </p:sp>
      <p:pic>
        <p:nvPicPr>
          <p:cNvPr id="46087" name="Picture 12" descr="disk-geometry">
            <a:extLst>
              <a:ext uri="{FF2B5EF4-FFF2-40B4-BE49-F238E27FC236}">
                <a16:creationId xmlns:a16="http://schemas.microsoft.com/office/drawing/2014/main" id="{A5DD938A-6DD3-4468-9F08-E76712D46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3141663"/>
            <a:ext cx="441642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3">
            <a:extLst>
              <a:ext uri="{FF2B5EF4-FFF2-40B4-BE49-F238E27FC236}">
                <a16:creationId xmlns:a16="http://schemas.microsoft.com/office/drawing/2014/main" id="{AD675E21-9FD4-4EDC-B77E-8B7FF6B7C3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EF94A744-5399-4DB5-A7FC-A649ACD7C2F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AU" altLang="en-US" sz="1400"/>
          </a:p>
        </p:txBody>
      </p:sp>
      <p:sp>
        <p:nvSpPr>
          <p:cNvPr id="48131" name="Rectangle 7">
            <a:extLst>
              <a:ext uri="{FF2B5EF4-FFF2-40B4-BE49-F238E27FC236}">
                <a16:creationId xmlns:a16="http://schemas.microsoft.com/office/drawing/2014/main" id="{973A532B-55BB-4C24-9542-BBB2E275E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Storage (Hard Disk)</a:t>
            </a:r>
            <a:endParaRPr lang="en-AU" altLang="en-US"/>
          </a:p>
        </p:txBody>
      </p:sp>
      <p:sp>
        <p:nvSpPr>
          <p:cNvPr id="48132" name="Rectangle 8">
            <a:extLst>
              <a:ext uri="{FF2B5EF4-FFF2-40B4-BE49-F238E27FC236}">
                <a16:creationId xmlns:a16="http://schemas.microsoft.com/office/drawing/2014/main" id="{D5943931-5D54-4642-8FF4-808055061F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90575"/>
          </a:xfrm>
        </p:spPr>
        <p:txBody>
          <a:bodyPr/>
          <a:lstStyle/>
          <a:p>
            <a:pPr eaLnBrk="1" hangingPunct="1"/>
            <a:r>
              <a:rPr lang="en-US" altLang="en-US"/>
              <a:t>Nonvolatile, rotating magnetic storage</a:t>
            </a:r>
            <a:endParaRPr lang="en-AU" altLang="en-US"/>
          </a:p>
        </p:txBody>
      </p:sp>
      <p:sp>
        <p:nvSpPr>
          <p:cNvPr id="48133" name="Text Box 4">
            <a:extLst>
              <a:ext uri="{FF2B5EF4-FFF2-40B4-BE49-F238E27FC236}">
                <a16:creationId xmlns:a16="http://schemas.microsoft.com/office/drawing/2014/main" id="{6DCF3A0E-29DD-4343-BE15-6F062E56EC1F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60519" y="816769"/>
            <a:ext cx="2000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§6.3 Disk Storage</a:t>
            </a:r>
          </a:p>
        </p:txBody>
      </p:sp>
      <p:pic>
        <p:nvPicPr>
          <p:cNvPr id="48134" name="Picture 1">
            <a:extLst>
              <a:ext uri="{FF2B5EF4-FFF2-40B4-BE49-F238E27FC236}">
                <a16:creationId xmlns:a16="http://schemas.microsoft.com/office/drawing/2014/main" id="{B63A608A-DB72-438F-805A-C094688F2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513" y="1857375"/>
            <a:ext cx="4276725" cy="380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>
            <a:extLst>
              <a:ext uri="{FF2B5EF4-FFF2-40B4-BE49-F238E27FC236}">
                <a16:creationId xmlns:a16="http://schemas.microsoft.com/office/drawing/2014/main" id="{7E38F7ED-F62D-4419-B5F3-4F7EDF047B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024EB5B4-15D2-4E3D-A67D-EF80AA61B32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AU" altLang="en-US" sz="1400"/>
          </a:p>
        </p:txBody>
      </p:sp>
      <p:sp>
        <p:nvSpPr>
          <p:cNvPr id="50179" name="Rectangle 4">
            <a:extLst>
              <a:ext uri="{FF2B5EF4-FFF2-40B4-BE49-F238E27FC236}">
                <a16:creationId xmlns:a16="http://schemas.microsoft.com/office/drawing/2014/main" id="{8B87639E-ADA3-4885-960F-F09597F16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Sectors and Access</a:t>
            </a:r>
            <a:endParaRPr lang="en-AU" altLang="en-US"/>
          </a:p>
        </p:txBody>
      </p:sp>
      <p:sp>
        <p:nvSpPr>
          <p:cNvPr id="50180" name="Rectangle 5">
            <a:extLst>
              <a:ext uri="{FF2B5EF4-FFF2-40B4-BE49-F238E27FC236}">
                <a16:creationId xmlns:a16="http://schemas.microsoft.com/office/drawing/2014/main" id="{BEC2037F-D5D3-4DD8-BADB-EA7DACEFC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1975" y="1104900"/>
            <a:ext cx="8270875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Each sector contains: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Sector ID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Data (512 bytes (0.5KB) - 4096 bytes (4KB))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Error correcting code (ECC)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Used to hide defects and recording errors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(discussed more later)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Synchronization fields and gaps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3E681E13-5AD6-4947-BBA4-6CF24AEC17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87B9F164-DFAC-4C21-8F99-BDD6279AB49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AU" altLang="en-US" sz="1400"/>
          </a:p>
        </p:txBody>
      </p:sp>
      <p:sp>
        <p:nvSpPr>
          <p:cNvPr id="52227" name="Rectangle 4">
            <a:extLst>
              <a:ext uri="{FF2B5EF4-FFF2-40B4-BE49-F238E27FC236}">
                <a16:creationId xmlns:a16="http://schemas.microsoft.com/office/drawing/2014/main" id="{C2E6018D-B3B9-4DE7-BF8F-F570BA8E0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Sectors and Access</a:t>
            </a:r>
            <a:endParaRPr lang="en-AU" altLang="en-US"/>
          </a:p>
        </p:txBody>
      </p:sp>
      <p:sp>
        <p:nvSpPr>
          <p:cNvPr id="52228" name="Rectangle 5">
            <a:extLst>
              <a:ext uri="{FF2B5EF4-FFF2-40B4-BE49-F238E27FC236}">
                <a16:creationId xmlns:a16="http://schemas.microsoft.com/office/drawing/2014/main" id="{41E821DC-CF7C-4596-97D2-02C1F049E3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1975" y="1104900"/>
            <a:ext cx="8270875" cy="520442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Each sector contains: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Sector ID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Data (512 bytes (0.5KB) - 4096 bytes (4KB))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Error correcting code (ECC)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Used to hide defects and recording errors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(discussed more later)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Synchronization fields and gaps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Access to a sector involves: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Queuing delay if </a:t>
            </a:r>
            <a:r>
              <a:rPr lang="en-US" altLang="zh-CN" sz="2400" dirty="0"/>
              <a:t>previous</a:t>
            </a:r>
            <a:r>
              <a:rPr lang="en-US" altLang="en-US" sz="2400" dirty="0"/>
              <a:t> accesses are on-going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Seek: turn the heads (mechanical operation, </a:t>
            </a:r>
            <a:r>
              <a:rPr lang="en-US" altLang="en-US" sz="2400" dirty="0">
                <a:solidFill>
                  <a:srgbClr val="C00000"/>
                </a:solidFill>
              </a:rPr>
              <a:t>slow</a:t>
            </a:r>
            <a:r>
              <a:rPr lang="en-US" altLang="en-US" sz="24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Disk rotational latency (mechanical operation, </a:t>
            </a:r>
            <a:r>
              <a:rPr lang="en-US" altLang="en-US" sz="2400" dirty="0">
                <a:solidFill>
                  <a:srgbClr val="C00000"/>
                </a:solidFill>
              </a:rPr>
              <a:t>slow</a:t>
            </a:r>
            <a:r>
              <a:rPr lang="en-US" altLang="en-US" sz="24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Data transfer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Controller overhead</a:t>
            </a:r>
            <a:endParaRPr lang="en-AU" alt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3">
            <a:extLst>
              <a:ext uri="{FF2B5EF4-FFF2-40B4-BE49-F238E27FC236}">
                <a16:creationId xmlns:a16="http://schemas.microsoft.com/office/drawing/2014/main" id="{4581FD8C-A6FA-4025-8344-37EA0C9FBA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0C844587-2D17-4AF7-BF03-A5C3B414D1A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AU" altLang="en-US" sz="1400"/>
          </a:p>
        </p:txBody>
      </p:sp>
      <p:sp>
        <p:nvSpPr>
          <p:cNvPr id="54275" name="Rectangle 4">
            <a:extLst>
              <a:ext uri="{FF2B5EF4-FFF2-40B4-BE49-F238E27FC236}">
                <a16:creationId xmlns:a16="http://schemas.microsoft.com/office/drawing/2014/main" id="{512C2852-2AD4-4991-A1F7-674F598015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Access Example</a:t>
            </a:r>
            <a:endParaRPr lang="en-AU" altLang="en-US"/>
          </a:p>
        </p:txBody>
      </p:sp>
      <p:sp>
        <p:nvSpPr>
          <p:cNvPr id="54276" name="Rectangle 5">
            <a:extLst>
              <a:ext uri="{FF2B5EF4-FFF2-40B4-BE49-F238E27FC236}">
                <a16:creationId xmlns:a16="http://schemas.microsoft.com/office/drawing/2014/main" id="{F2317EA6-34E2-4C9C-8123-23D401FA0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35075"/>
            <a:ext cx="8431212" cy="49307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Given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512B sector, 15,000rpm, 4ms average seek time, 100MB/s transfer rate, 0.2ms controller overhead, idle disk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Average read time (to read 1 sector (512B))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4</a:t>
            </a:r>
            <a:r>
              <a:rPr lang="en-US" altLang="en-US" dirty="0"/>
              <a:t>ms </a:t>
            </a:r>
            <a:r>
              <a:rPr lang="en-US" altLang="en-US" dirty="0">
                <a:solidFill>
                  <a:srgbClr val="C00000"/>
                </a:solidFill>
              </a:rPr>
              <a:t>seek</a:t>
            </a:r>
            <a:r>
              <a:rPr lang="en-US" altLang="en-US" dirty="0"/>
              <a:t> time (time of head turning)</a:t>
            </a:r>
            <a:br>
              <a:rPr lang="en-US" altLang="en-US" dirty="0"/>
            </a:br>
            <a:r>
              <a:rPr lang="en-US" altLang="en-US" dirty="0"/>
              <a:t>+ ½ / (15,000/60) = </a:t>
            </a:r>
            <a:r>
              <a:rPr lang="en-US" altLang="en-US" dirty="0">
                <a:solidFill>
                  <a:srgbClr val="0070C0"/>
                </a:solidFill>
              </a:rPr>
              <a:t>2</a:t>
            </a:r>
            <a:r>
              <a:rPr lang="en-US" altLang="en-US" dirty="0"/>
              <a:t>ms avg </a:t>
            </a:r>
            <a:r>
              <a:rPr lang="en-US" altLang="en-US" dirty="0">
                <a:solidFill>
                  <a:srgbClr val="C00000"/>
                </a:solidFill>
              </a:rPr>
              <a:t>rotational latency</a:t>
            </a:r>
            <a:br>
              <a:rPr lang="en-US" altLang="en-US" dirty="0"/>
            </a:br>
            <a:r>
              <a:rPr lang="en-US" altLang="en-US" dirty="0"/>
              <a:t>+ 512B / 100MB/s ≈ </a:t>
            </a:r>
            <a:r>
              <a:rPr lang="en-US" altLang="en-US" dirty="0">
                <a:solidFill>
                  <a:srgbClr val="C00000"/>
                </a:solidFill>
              </a:rPr>
              <a:t>0.005ms</a:t>
            </a:r>
            <a:r>
              <a:rPr lang="en-US" altLang="en-US" dirty="0"/>
              <a:t> transfer time</a:t>
            </a:r>
            <a:br>
              <a:rPr lang="en-US" altLang="en-US" dirty="0"/>
            </a:br>
            <a:r>
              <a:rPr lang="en-US" altLang="en-US" dirty="0"/>
              <a:t>+ </a:t>
            </a:r>
            <a:r>
              <a:rPr lang="en-US" altLang="en-US" dirty="0">
                <a:solidFill>
                  <a:srgbClr val="0070C0"/>
                </a:solidFill>
              </a:rPr>
              <a:t>0.2</a:t>
            </a:r>
            <a:r>
              <a:rPr lang="en-US" altLang="en-US" dirty="0"/>
              <a:t>ms controller delay</a:t>
            </a:r>
            <a:br>
              <a:rPr lang="en-US" altLang="en-US" dirty="0"/>
            </a:br>
            <a:r>
              <a:rPr lang="en-US" altLang="en-US" dirty="0"/>
              <a:t>= </a:t>
            </a:r>
            <a:r>
              <a:rPr lang="en-US" altLang="en-US" dirty="0">
                <a:solidFill>
                  <a:srgbClr val="0070C0"/>
                </a:solidFill>
              </a:rPr>
              <a:t>6.2</a:t>
            </a:r>
            <a:r>
              <a:rPr lang="en-US" altLang="en-US" dirty="0"/>
              <a:t>ms (majority mechanical time)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If actual average seek time is 1ms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Average read time = 3.2ms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>
            <a:extLst>
              <a:ext uri="{FF2B5EF4-FFF2-40B4-BE49-F238E27FC236}">
                <a16:creationId xmlns:a16="http://schemas.microsoft.com/office/drawing/2014/main" id="{FD2C00BC-F4C1-415F-9AF1-E4717DBB3E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E5A0624C-3768-40D0-AEA9-FA9193E240B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AU" altLang="en-US" sz="1400"/>
          </a:p>
        </p:txBody>
      </p:sp>
      <p:sp>
        <p:nvSpPr>
          <p:cNvPr id="56323" name="Rectangle 4">
            <a:extLst>
              <a:ext uri="{FF2B5EF4-FFF2-40B4-BE49-F238E27FC236}">
                <a16:creationId xmlns:a16="http://schemas.microsoft.com/office/drawing/2014/main" id="{6A0A6889-BEC1-4A09-ACCC-5C5123DF5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Performance Issues</a:t>
            </a:r>
            <a:endParaRPr lang="en-AU" altLang="en-US"/>
          </a:p>
        </p:txBody>
      </p:sp>
      <p:sp>
        <p:nvSpPr>
          <p:cNvPr id="56324" name="Rectangle 5">
            <a:extLst>
              <a:ext uri="{FF2B5EF4-FFF2-40B4-BE49-F238E27FC236}">
                <a16:creationId xmlns:a16="http://schemas.microsoft.com/office/drawing/2014/main" id="{F2303F20-33BA-4384-8382-E2EEB680D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Manufacturers quote average seek time</a:t>
            </a:r>
          </a:p>
          <a:p>
            <a:pPr lvl="1" eaLnBrk="1" hangingPunct="1"/>
            <a:r>
              <a:rPr lang="en-US" altLang="en-US" sz="2400"/>
              <a:t>Based on all possible seeks</a:t>
            </a:r>
          </a:p>
          <a:p>
            <a:pPr lvl="1" eaLnBrk="1" hangingPunct="1"/>
            <a:r>
              <a:rPr lang="en-US" altLang="en-US" sz="2400"/>
              <a:t>Locality and OS scheduling lead to smaller actual average seek times</a:t>
            </a:r>
          </a:p>
          <a:p>
            <a:pPr eaLnBrk="1" hangingPunct="1"/>
            <a:r>
              <a:rPr lang="en-US" altLang="en-US" sz="2800"/>
              <a:t>Smart disk controller allocate physical sectors on disk</a:t>
            </a:r>
          </a:p>
          <a:p>
            <a:pPr lvl="1" eaLnBrk="1" hangingPunct="1"/>
            <a:r>
              <a:rPr lang="en-US" altLang="en-US" sz="2400"/>
              <a:t>Present logical sector interface to host</a:t>
            </a:r>
          </a:p>
          <a:p>
            <a:pPr lvl="1" eaLnBrk="1" hangingPunct="1"/>
            <a:r>
              <a:rPr lang="en-US" altLang="en-US" sz="2400"/>
              <a:t>SCSI, ATA, SATA</a:t>
            </a:r>
          </a:p>
          <a:p>
            <a:pPr eaLnBrk="1" hangingPunct="1"/>
            <a:r>
              <a:rPr lang="en-US" altLang="en-US" sz="2800"/>
              <a:t>Disk drives include caches</a:t>
            </a:r>
          </a:p>
          <a:p>
            <a:pPr lvl="1" eaLnBrk="1" hangingPunct="1"/>
            <a:r>
              <a:rPr lang="en-US" altLang="en-US" sz="2400"/>
              <a:t>Prefetch sectors in anticipation of access</a:t>
            </a:r>
          </a:p>
          <a:p>
            <a:pPr lvl="1" eaLnBrk="1" hangingPunct="1"/>
            <a:r>
              <a:rPr lang="en-US" altLang="en-US" sz="2400"/>
              <a:t>Avoid seek and rotational delay</a:t>
            </a:r>
            <a:endParaRPr lang="en-AU" altLang="en-US" sz="2400"/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D11F7-17B2-4583-99E0-7667925928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F272BCC-EC31-4D73-8ED1-AE34C13EED7A}" type="slidenum">
              <a:rPr lang="en-AU" altLang="en-US" smtClean="0"/>
              <a:pPr>
                <a:defRPr/>
              </a:pPr>
              <a:t>35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7413856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>
            <a:extLst>
              <a:ext uri="{FF2B5EF4-FFF2-40B4-BE49-F238E27FC236}">
                <a16:creationId xmlns:a16="http://schemas.microsoft.com/office/drawing/2014/main" id="{B99D208A-7533-4E53-8DBE-E865A29EA16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289725A3-2B67-4717-B46A-523022E7B6DA}" type="slidenum">
              <a:rPr lang="en-US" altLang="en-US" sz="1200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58371" name="Footer Placeholder 7">
            <a:extLst>
              <a:ext uri="{FF2B5EF4-FFF2-40B4-BE49-F238E27FC236}">
                <a16:creationId xmlns:a16="http://schemas.microsoft.com/office/drawing/2014/main" id="{2A621D5E-D693-4C07-9F24-678B2BC2291A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Copyright © 2014 Elsevier Inc. All rights reserved.</a:t>
            </a:r>
          </a:p>
        </p:txBody>
      </p:sp>
      <p:sp>
        <p:nvSpPr>
          <p:cNvPr id="58372" name="TextBox 3">
            <a:extLst>
              <a:ext uri="{FF2B5EF4-FFF2-40B4-BE49-F238E27FC236}">
                <a16:creationId xmlns:a16="http://schemas.microsoft.com/office/drawing/2014/main" id="{91901210-6C7D-4B97-B4C8-98EC5E7F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FIGURE 4.60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 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Pipelined control overview, showing the two multiplexors for forwarding, the hazard detection unit, and the forwarding unit. 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Although the ID and EX stages have been simplified—the sign-extended immediate and branch logic are missing—this drawing gives the essence of the forwarding hardware requirements.</a:t>
            </a:r>
            <a:r>
              <a:rPr lang="en-US" altLang="en-US" sz="12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8373" name="Picture 6" descr="f04-60-9780124077263">
            <a:extLst>
              <a:ext uri="{FF2B5EF4-FFF2-40B4-BE49-F238E27FC236}">
                <a16:creationId xmlns:a16="http://schemas.microsoft.com/office/drawing/2014/main" id="{DDAD1C56-F5BE-4B69-AA18-D369016A9F29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1063308"/>
            <a:ext cx="6419850" cy="390842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1C634E-0BE8-4B82-AE74-011206E3F3CA}"/>
              </a:ext>
            </a:extLst>
          </p:cNvPr>
          <p:cNvSpPr/>
          <p:nvPr/>
        </p:nvSpPr>
        <p:spPr bwMode="auto">
          <a:xfrm>
            <a:off x="1612900" y="2665095"/>
            <a:ext cx="647700" cy="10080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462AA9-8330-4D27-9E74-FA098F3E3590}"/>
              </a:ext>
            </a:extLst>
          </p:cNvPr>
          <p:cNvSpPr/>
          <p:nvPr/>
        </p:nvSpPr>
        <p:spPr bwMode="auto">
          <a:xfrm>
            <a:off x="6508750" y="2787333"/>
            <a:ext cx="647700" cy="10080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B99AEB-1A03-42F4-AF33-BB9C7B0AA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075" y="563245"/>
            <a:ext cx="16097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F06FDBBD-3A2A-4FC4-B491-D3350E1AF521}"/>
              </a:ext>
            </a:extLst>
          </p:cNvPr>
          <p:cNvSpPr/>
          <p:nvPr/>
        </p:nvSpPr>
        <p:spPr bwMode="auto">
          <a:xfrm>
            <a:off x="7092652" y="544445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66FFC7A-2A00-4270-99FD-ECEF2DB5673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832600" y="1585664"/>
            <a:ext cx="403225" cy="14112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2DF89AF6-3C18-42BD-98CA-AD6E6801F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4433570"/>
            <a:ext cx="1609725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553C2BBE-D781-4871-9756-76310C7ACC08}"/>
              </a:ext>
            </a:extLst>
          </p:cNvPr>
          <p:cNvSpPr/>
          <p:nvPr/>
        </p:nvSpPr>
        <p:spPr bwMode="auto">
          <a:xfrm>
            <a:off x="655588" y="4404302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398470C-BC49-4337-89C8-1A5242592AB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093788" y="2974658"/>
            <a:ext cx="842962" cy="143033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4">
            <a:extLst>
              <a:ext uri="{FF2B5EF4-FFF2-40B4-BE49-F238E27FC236}">
                <a16:creationId xmlns:a16="http://schemas.microsoft.com/office/drawing/2014/main" id="{DAC7F455-0FE3-46A9-9C84-FC0E9ECB76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2BCC477-A609-46E5-A648-67A2F1CE004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AU" altLang="en-US" sz="1400"/>
          </a:p>
        </p:txBody>
      </p:sp>
      <p:pic>
        <p:nvPicPr>
          <p:cNvPr id="59395" name="Picture 6" descr="f05-02-P374493">
            <a:extLst>
              <a:ext uri="{FF2B5EF4-FFF2-40B4-BE49-F238E27FC236}">
                <a16:creationId xmlns:a16="http://schemas.microsoft.com/office/drawing/2014/main" id="{96E9560E-196D-4838-A252-AFCBA475F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25" y="1646238"/>
            <a:ext cx="323532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Rectangle 2">
            <a:extLst>
              <a:ext uri="{FF2B5EF4-FFF2-40B4-BE49-F238E27FC236}">
                <a16:creationId xmlns:a16="http://schemas.microsoft.com/office/drawing/2014/main" id="{AA58098F-37CB-41CF-BF70-D5AE17629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Hierarchy Levels</a:t>
            </a:r>
            <a:endParaRPr lang="en-AU" altLang="en-US"/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2F7A87EF-93E1-44EE-8847-1C1C52C54AC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62488" y="2730500"/>
            <a:ext cx="2622550" cy="395288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Cache Memory</a:t>
            </a:r>
            <a:endParaRPr lang="en-AU" altLang="en-US" sz="18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CAE6F8-AC82-4FBB-99C7-A17E96896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4073525"/>
            <a:ext cx="23907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1800" kern="0" dirty="0"/>
              <a:t>Main Memory -- RAM</a:t>
            </a:r>
            <a:endParaRPr lang="en-AU" altLang="en-US" sz="1800" kern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3">
            <a:extLst>
              <a:ext uri="{FF2B5EF4-FFF2-40B4-BE49-F238E27FC236}">
                <a16:creationId xmlns:a16="http://schemas.microsoft.com/office/drawing/2014/main" id="{11131666-C538-4157-A581-D9F2A3D85C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B08E329-FD05-4AE8-B11C-BF9F580EFBC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AU" altLang="en-US" sz="1400"/>
          </a:p>
        </p:txBody>
      </p:sp>
      <p:pic>
        <p:nvPicPr>
          <p:cNvPr id="61443" name="Picture 10" descr="f05-04-P374493">
            <a:extLst>
              <a:ext uri="{FF2B5EF4-FFF2-40B4-BE49-F238E27FC236}">
                <a16:creationId xmlns:a16="http://schemas.microsoft.com/office/drawing/2014/main" id="{53EF9DAB-CC7D-460C-AE12-BBB0F1BB2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3" y="3538538"/>
            <a:ext cx="3743325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4" name="Rectangle 7">
            <a:extLst>
              <a:ext uri="{FF2B5EF4-FFF2-40B4-BE49-F238E27FC236}">
                <a16:creationId xmlns:a16="http://schemas.microsoft.com/office/drawing/2014/main" id="{AFCEF11B-2557-4616-A0E4-E0A1174A4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46050"/>
            <a:ext cx="7128147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Cache</a:t>
            </a:r>
            <a:endParaRPr lang="en-AU" altLang="en-US" dirty="0"/>
          </a:p>
        </p:txBody>
      </p:sp>
      <p:sp>
        <p:nvSpPr>
          <p:cNvPr id="61445" name="Rectangle 8">
            <a:extLst>
              <a:ext uri="{FF2B5EF4-FFF2-40B4-BE49-F238E27FC236}">
                <a16:creationId xmlns:a16="http://schemas.microsoft.com/office/drawing/2014/main" id="{A433B04D-81C5-4BAB-86C2-FB26BA40D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4500" y="1106488"/>
            <a:ext cx="8377238" cy="2276475"/>
          </a:xfrm>
        </p:spPr>
        <p:txBody>
          <a:bodyPr/>
          <a:lstStyle/>
          <a:p>
            <a:pPr eaLnBrk="1" hangingPunct="1"/>
            <a:r>
              <a:rPr lang="en-US" altLang="en-US" dirty="0"/>
              <a:t>Cache memory</a:t>
            </a:r>
          </a:p>
          <a:p>
            <a:pPr lvl="1" eaLnBrk="1" hangingPunct="1"/>
            <a:r>
              <a:rPr lang="en-US" altLang="en-US" dirty="0"/>
              <a:t>It is the level of the memory hierarchy closest to the CPU, the fastest, and the most costly</a:t>
            </a:r>
          </a:p>
          <a:p>
            <a:pPr eaLnBrk="1" hangingPunct="1"/>
            <a:r>
              <a:rPr lang="en-US" altLang="en-US" dirty="0"/>
              <a:t>Given accesses x</a:t>
            </a:r>
            <a:r>
              <a:rPr lang="en-US" altLang="en-US" baseline="-25000" dirty="0"/>
              <a:t>1</a:t>
            </a:r>
            <a:r>
              <a:rPr lang="en-US" altLang="en-US" dirty="0"/>
              <a:t>, …, 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n</a:t>
            </a:r>
            <a:r>
              <a:rPr lang="en-US" altLang="en-US" baseline="-25000" dirty="0"/>
              <a:t>–1</a:t>
            </a:r>
            <a:r>
              <a:rPr lang="en-US" altLang="en-US" dirty="0"/>
              <a:t>, 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n</a:t>
            </a:r>
            <a:r>
              <a:rPr lang="en-US" altLang="en-US" dirty="0"/>
              <a:t> (</a:t>
            </a:r>
            <a:r>
              <a:rPr lang="en-US" altLang="en-US" dirty="0">
                <a:solidFill>
                  <a:srgbClr val="C00000"/>
                </a:solidFill>
              </a:rPr>
              <a:t>mem </a:t>
            </a:r>
            <a:r>
              <a:rPr lang="en-US" altLang="en-US" dirty="0" err="1">
                <a:solidFill>
                  <a:srgbClr val="C00000"/>
                </a:solidFill>
              </a:rPr>
              <a:t>addr</a:t>
            </a:r>
            <a:r>
              <a:rPr lang="en-US" altLang="en-US" dirty="0"/>
              <a:t>)</a:t>
            </a:r>
            <a:r>
              <a:rPr lang="en-US" altLang="en-US" baseline="-25000" dirty="0"/>
              <a:t> </a:t>
            </a:r>
            <a:endParaRPr lang="en-AU" altLang="en-US" baseline="-25000" dirty="0"/>
          </a:p>
        </p:txBody>
      </p:sp>
      <p:sp>
        <p:nvSpPr>
          <p:cNvPr id="61446" name="Text Box 4">
            <a:extLst>
              <a:ext uri="{FF2B5EF4-FFF2-40B4-BE49-F238E27FC236}">
                <a16:creationId xmlns:a16="http://schemas.microsoft.com/office/drawing/2014/main" id="{8A6BE94D-222C-4660-B2C1-38D0A98AF44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492206" y="1280319"/>
            <a:ext cx="2936875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§5.3 The Basics of Caches</a:t>
            </a:r>
          </a:p>
        </p:txBody>
      </p:sp>
      <p:sp>
        <p:nvSpPr>
          <p:cNvPr id="61447" name="Rectangle 6">
            <a:extLst>
              <a:ext uri="{FF2B5EF4-FFF2-40B4-BE49-F238E27FC236}">
                <a16:creationId xmlns:a16="http://schemas.microsoft.com/office/drawing/2014/main" id="{76571D2E-1C88-46D5-B693-9B1BF6711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049" y="3356992"/>
            <a:ext cx="3955802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/>
              <a:t>How do we know if a data item is present in cache or not?</a:t>
            </a:r>
          </a:p>
          <a:p>
            <a:pPr eaLnBrk="1" hangingPunct="1"/>
            <a:r>
              <a:rPr lang="en-US" altLang="en-US" sz="2800" dirty="0"/>
              <a:t>If it is in cache, where is it?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A338EE7-EB18-43F0-A8E1-7B2937470E7C}"/>
              </a:ext>
            </a:extLst>
          </p:cNvPr>
          <p:cNvSpPr txBox="1">
            <a:spLocks noChangeArrowheads="1"/>
          </p:cNvSpPr>
          <p:nvPr/>
        </p:nvSpPr>
        <p:spPr>
          <a:xfrm>
            <a:off x="1349375" y="3170238"/>
            <a:ext cx="893763" cy="3952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1800" kern="0" dirty="0"/>
              <a:t>Cache</a:t>
            </a:r>
            <a:endParaRPr lang="en-AU" altLang="en-US" sz="1800" kern="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30214BF-BBA3-4CC7-AE06-F371C6C735AD}"/>
              </a:ext>
            </a:extLst>
          </p:cNvPr>
          <p:cNvSpPr txBox="1">
            <a:spLocks noChangeArrowheads="1"/>
          </p:cNvSpPr>
          <p:nvPr/>
        </p:nvSpPr>
        <p:spPr>
          <a:xfrm>
            <a:off x="3408363" y="3176588"/>
            <a:ext cx="893762" cy="3952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1800" kern="0" dirty="0"/>
              <a:t>Cache</a:t>
            </a:r>
            <a:endParaRPr lang="en-AU" altLang="en-US" sz="1800" kern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A3447A-9C77-43D3-AEF2-5EC724AB1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0" y="5693246"/>
            <a:ext cx="1903413" cy="4000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C00000"/>
                </a:solidFill>
              </a:rPr>
              <a:t>Is </a:t>
            </a:r>
            <a:r>
              <a:rPr lang="en-US" altLang="en-US" sz="2000" i="1" dirty="0" err="1">
                <a:solidFill>
                  <a:srgbClr val="C00000"/>
                </a:solidFill>
              </a:rPr>
              <a:t>x</a:t>
            </a:r>
            <a:r>
              <a:rPr lang="en-US" altLang="en-US" sz="2000" i="1" baseline="-25000" dirty="0" err="1">
                <a:solidFill>
                  <a:srgbClr val="C00000"/>
                </a:solidFill>
              </a:rPr>
              <a:t>n</a:t>
            </a:r>
            <a:r>
              <a:rPr lang="en-US" altLang="en-US" sz="2000" dirty="0">
                <a:solidFill>
                  <a:srgbClr val="C00000"/>
                </a:solidFill>
              </a:rPr>
              <a:t> in Cache?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92134EA-9D4F-42F1-8E6B-F100809A2E7D}"/>
              </a:ext>
            </a:extLst>
          </p:cNvPr>
          <p:cNvCxnSpPr>
            <a:cxnSpLocks noChangeShapeType="1"/>
            <a:stCxn id="2" idx="1"/>
          </p:cNvCxnSpPr>
          <p:nvPr/>
        </p:nvCxnSpPr>
        <p:spPr bwMode="auto">
          <a:xfrm flipH="1" flipV="1">
            <a:off x="4211960" y="5449007"/>
            <a:ext cx="963290" cy="444264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>
            <a:extLst>
              <a:ext uri="{FF2B5EF4-FFF2-40B4-BE49-F238E27FC236}">
                <a16:creationId xmlns:a16="http://schemas.microsoft.com/office/drawing/2014/main" id="{8E0EB7C1-1DA9-48EA-B5A4-8CAB280E20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6DDC18A-4003-4F9C-97BF-DB3DCA490B4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AU" altLang="en-US" sz="1400"/>
          </a:p>
        </p:txBody>
      </p:sp>
      <p:pic>
        <p:nvPicPr>
          <p:cNvPr id="63491" name="Picture 9" descr="f05-05-P374493">
            <a:extLst>
              <a:ext uri="{FF2B5EF4-FFF2-40B4-BE49-F238E27FC236}">
                <a16:creationId xmlns:a16="http://schemas.microsoft.com/office/drawing/2014/main" id="{AEB1559C-B737-4BD2-A077-ADA43F4CD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922588"/>
            <a:ext cx="469265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Rectangle 6">
            <a:extLst>
              <a:ext uri="{FF2B5EF4-FFF2-40B4-BE49-F238E27FC236}">
                <a16:creationId xmlns:a16="http://schemas.microsoft.com/office/drawing/2014/main" id="{409576A7-391A-438D-8C85-2B146F5B8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 Mapped Cache</a:t>
            </a:r>
            <a:endParaRPr lang="en-AU" altLang="en-US"/>
          </a:p>
        </p:txBody>
      </p:sp>
      <p:sp>
        <p:nvSpPr>
          <p:cNvPr id="63493" name="Rectangle 7">
            <a:extLst>
              <a:ext uri="{FF2B5EF4-FFF2-40B4-BE49-F238E27FC236}">
                <a16:creationId xmlns:a16="http://schemas.microsoft.com/office/drawing/2014/main" id="{4AE25868-B2B6-4545-B098-743EDBDA7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6629" y="1178655"/>
            <a:ext cx="7920037" cy="1751012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Location in cache determined by memory-address</a:t>
            </a:r>
          </a:p>
          <a:p>
            <a:pPr eaLnBrk="1" hangingPunct="1"/>
            <a:r>
              <a:rPr lang="en-US" altLang="en-US" sz="2000" dirty="0"/>
              <a:t>Direct mapped: only one choice</a:t>
            </a:r>
          </a:p>
          <a:p>
            <a:pPr lvl="1" eaLnBrk="1" hangingPunct="1"/>
            <a:r>
              <a:rPr lang="en-US" altLang="en-US" sz="2000" dirty="0"/>
              <a:t>Cache address = (Block address) % (#Blocks in cache)</a:t>
            </a:r>
          </a:p>
          <a:p>
            <a:pPr lvl="1" eaLnBrk="1" hangingPunct="1"/>
            <a:r>
              <a:rPr lang="en-US" altLang="en-US" sz="2000" dirty="0"/>
              <a:t>In example below, 32-addr mem, 8-addr cache, 1-word block</a:t>
            </a:r>
          </a:p>
          <a:p>
            <a:pPr lvl="1" eaLnBrk="1" hangingPunct="1"/>
            <a:endParaRPr lang="en-AU" altLang="en-US" sz="2000" dirty="0"/>
          </a:p>
        </p:txBody>
      </p:sp>
      <p:sp>
        <p:nvSpPr>
          <p:cNvPr id="63494" name="Rectangle 5">
            <a:extLst>
              <a:ext uri="{FF2B5EF4-FFF2-40B4-BE49-F238E27FC236}">
                <a16:creationId xmlns:a16="http://schemas.microsoft.com/office/drawing/2014/main" id="{8F06B651-5168-49BA-823A-2846DCD5B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3612" y="3149599"/>
            <a:ext cx="2704851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/>
              <a:t>If #Blocks is a power of 2,then just use </a:t>
            </a:r>
            <a:r>
              <a:rPr lang="en-US" altLang="en-US" sz="2400" dirty="0">
                <a:solidFill>
                  <a:srgbClr val="C00000"/>
                </a:solidFill>
              </a:rPr>
              <a:t>low-order</a:t>
            </a:r>
            <a:r>
              <a:rPr lang="en-US" altLang="en-US" sz="2400" dirty="0"/>
              <a:t> address bits for Cache address</a:t>
            </a:r>
            <a:endParaRPr lang="en-AU" altLang="en-US" sz="2400" dirty="0"/>
          </a:p>
        </p:txBody>
      </p:sp>
      <p:sp>
        <p:nvSpPr>
          <p:cNvPr id="63495" name="Rectangle 5">
            <a:extLst>
              <a:ext uri="{FF2B5EF4-FFF2-40B4-BE49-F238E27FC236}">
                <a16:creationId xmlns:a16="http://schemas.microsoft.com/office/drawing/2014/main" id="{5AB6CBE8-C191-499D-BEC6-F73FC08DF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575" y="3913188"/>
            <a:ext cx="100806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AU" altLang="en-US" sz="1800"/>
              <a:t>Cache</a:t>
            </a:r>
          </a:p>
        </p:txBody>
      </p:sp>
      <p:sp>
        <p:nvSpPr>
          <p:cNvPr id="63496" name="Rectangle 5">
            <a:extLst>
              <a:ext uri="{FF2B5EF4-FFF2-40B4-BE49-F238E27FC236}">
                <a16:creationId xmlns:a16="http://schemas.microsoft.com/office/drawing/2014/main" id="{CC369D04-B8A7-4D55-B44E-902A8FC3B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588" y="5553075"/>
            <a:ext cx="8890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AU" altLang="en-US" sz="1800"/>
              <a:t>Mem</a:t>
            </a:r>
          </a:p>
        </p:txBody>
      </p:sp>
      <p:sp>
        <p:nvSpPr>
          <p:cNvPr id="63497" name="TextBox 9">
            <a:extLst>
              <a:ext uri="{FF2B5EF4-FFF2-40B4-BE49-F238E27FC236}">
                <a16:creationId xmlns:a16="http://schemas.microsoft.com/office/drawing/2014/main" id="{50D94AB2-247A-4D8C-BF83-BE57F037C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983" y="1208807"/>
            <a:ext cx="13684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address in memory</a:t>
            </a:r>
          </a:p>
        </p:txBody>
      </p:sp>
      <p:cxnSp>
        <p:nvCxnSpPr>
          <p:cNvPr id="63498" name="Straight Arrow Connector 10">
            <a:extLst>
              <a:ext uri="{FF2B5EF4-FFF2-40B4-BE49-F238E27FC236}">
                <a16:creationId xmlns:a16="http://schemas.microsoft.com/office/drawing/2014/main" id="{73A2F938-A4B5-4440-9B8C-BA3D338B1F5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211960" y="1484784"/>
            <a:ext cx="2808312" cy="534516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3">
            <a:extLst>
              <a:ext uri="{FF2B5EF4-FFF2-40B4-BE49-F238E27FC236}">
                <a16:creationId xmlns:a16="http://schemas.microsoft.com/office/drawing/2014/main" id="{5C2113F7-F9FD-4035-B536-A0B7A1FB1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4149866-5BD3-47D4-B4C8-E83356F7405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AU" altLang="en-US" sz="1400"/>
          </a:p>
        </p:txBody>
      </p:sp>
      <p:sp>
        <p:nvSpPr>
          <p:cNvPr id="65539" name="Rectangle 4">
            <a:extLst>
              <a:ext uri="{FF2B5EF4-FFF2-40B4-BE49-F238E27FC236}">
                <a16:creationId xmlns:a16="http://schemas.microsoft.com/office/drawing/2014/main" id="{0FB3EC4E-C42D-42CD-8E56-3EEEEB26F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Tags and Valid Bits</a:t>
            </a:r>
            <a:endParaRPr lang="en-AU" altLang="en-US"/>
          </a:p>
        </p:txBody>
      </p:sp>
      <p:sp>
        <p:nvSpPr>
          <p:cNvPr id="45060" name="Rectangle 5">
            <a:extLst>
              <a:ext uri="{FF2B5EF4-FFF2-40B4-BE49-F238E27FC236}">
                <a16:creationId xmlns:a16="http://schemas.microsoft.com/office/drawing/2014/main" id="{501F8E1B-1FAB-436D-BF56-58656277FE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8788" y="974725"/>
            <a:ext cx="8445500" cy="54006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Mem addresses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	 00</a:t>
            </a:r>
            <a:r>
              <a:rPr lang="en-US" altLang="en-US" dirty="0">
                <a:solidFill>
                  <a:srgbClr val="FF0000"/>
                </a:solidFill>
              </a:rPr>
              <a:t>001</a:t>
            </a:r>
            <a:r>
              <a:rPr lang="en-US" altLang="en-US" dirty="0"/>
              <a:t>, 01</a:t>
            </a:r>
            <a:r>
              <a:rPr lang="en-US" altLang="en-US" dirty="0">
                <a:solidFill>
                  <a:srgbClr val="FF0000"/>
                </a:solidFill>
              </a:rPr>
              <a:t>001</a:t>
            </a:r>
            <a:r>
              <a:rPr lang="en-US" altLang="en-US" dirty="0"/>
              <a:t>, 10</a:t>
            </a:r>
            <a:r>
              <a:rPr lang="en-US" altLang="en-US" dirty="0">
                <a:solidFill>
                  <a:srgbClr val="FF0000"/>
                </a:solidFill>
              </a:rPr>
              <a:t>001</a:t>
            </a:r>
            <a:r>
              <a:rPr lang="en-US" altLang="en-US" dirty="0"/>
              <a:t>, 11</a:t>
            </a:r>
            <a:r>
              <a:rPr lang="en-US" altLang="en-US" dirty="0">
                <a:solidFill>
                  <a:srgbClr val="FF0000"/>
                </a:solidFill>
              </a:rPr>
              <a:t>001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    will all be mapped to cache address </a:t>
            </a:r>
            <a:r>
              <a:rPr lang="en-US" altLang="en-US" dirty="0">
                <a:solidFill>
                  <a:srgbClr val="FF0000"/>
                </a:solidFill>
              </a:rPr>
              <a:t>001</a:t>
            </a:r>
          </a:p>
          <a:p>
            <a:pPr eaLnBrk="1" hangingPunct="1">
              <a:defRPr/>
            </a:pPr>
            <a:r>
              <a:rPr lang="en-US" altLang="en-US" dirty="0"/>
              <a:t>How do we know which particular word is currently in a cache location?</a:t>
            </a:r>
          </a:p>
          <a:p>
            <a:pPr lvl="1" eaLnBrk="1" hangingPunct="1">
              <a:defRPr/>
            </a:pPr>
            <a:r>
              <a:rPr lang="en-US" altLang="en-US" dirty="0"/>
              <a:t>Store the whole address along with the data</a:t>
            </a:r>
          </a:p>
          <a:p>
            <a:pPr lvl="1" eaLnBrk="1" hangingPunct="1">
              <a:defRPr/>
            </a:pPr>
            <a:r>
              <a:rPr lang="en-US" altLang="en-US" dirty="0"/>
              <a:t>Actually, only need to store the high-order bits (called “tag”)</a:t>
            </a:r>
          </a:p>
          <a:p>
            <a:pPr eaLnBrk="1" hangingPunct="1">
              <a:defRPr/>
            </a:pPr>
            <a:r>
              <a:rPr lang="en-US" altLang="en-US" dirty="0"/>
              <a:t>What if there is no data in a cache address?</a:t>
            </a:r>
          </a:p>
          <a:p>
            <a:pPr lvl="1" eaLnBrk="1" hangingPunct="1">
              <a:defRPr/>
            </a:pPr>
            <a:r>
              <a:rPr lang="en-US" altLang="en-US" dirty="0"/>
              <a:t>Valid bit: 1 = present, 0 = not present; Initially 0</a:t>
            </a:r>
            <a:endParaRPr lang="en-AU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889DE-3EE3-49FF-A35D-3DC68245B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F272BCC-EC31-4D73-8ED1-AE34C13EED7A}" type="slidenum">
              <a:rPr lang="en-AU" altLang="en-US" smtClean="0"/>
              <a:pPr>
                <a:defRPr/>
              </a:pPr>
              <a:t>41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1508364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3">
            <a:extLst>
              <a:ext uri="{FF2B5EF4-FFF2-40B4-BE49-F238E27FC236}">
                <a16:creationId xmlns:a16="http://schemas.microsoft.com/office/drawing/2014/main" id="{DDF9CAFF-7E54-4697-9A0E-083A417535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10A59B9-8455-424E-A740-9BC135C1715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AU" altLang="en-US" sz="1400"/>
          </a:p>
        </p:txBody>
      </p:sp>
      <p:sp>
        <p:nvSpPr>
          <p:cNvPr id="67587" name="Rectangle 56">
            <a:extLst>
              <a:ext uri="{FF2B5EF4-FFF2-40B4-BE49-F238E27FC236}">
                <a16:creationId xmlns:a16="http://schemas.microsoft.com/office/drawing/2014/main" id="{A594D2C9-663C-4685-B9BE-4375BFAB0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sp>
        <p:nvSpPr>
          <p:cNvPr id="67588" name="Rectangle 57">
            <a:extLst>
              <a:ext uri="{FF2B5EF4-FFF2-40B4-BE49-F238E27FC236}">
                <a16:creationId xmlns:a16="http://schemas.microsoft.com/office/drawing/2014/main" id="{DBB74A28-72EA-41DD-9D6E-2B8E4C1E0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552" y="1125538"/>
            <a:ext cx="8259762" cy="1338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8-block cache, 1 word/block, direct mapped</a:t>
            </a:r>
          </a:p>
          <a:p>
            <a:pPr eaLnBrk="1" hangingPunct="1"/>
            <a:r>
              <a:rPr lang="en-US" altLang="en-US" sz="2800" dirty="0"/>
              <a:t>Address sequence: 22, 26, 22, 26, 16, 13, 16, 18</a:t>
            </a:r>
          </a:p>
          <a:p>
            <a:pPr eaLnBrk="1" hangingPunct="1"/>
            <a:r>
              <a:rPr lang="en-US" altLang="en-US" sz="2800" dirty="0"/>
              <a:t>Initial cache state</a:t>
            </a:r>
            <a:endParaRPr lang="en-AU" altLang="en-US" sz="2800" dirty="0"/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2D1E9BDB-6C34-4C84-B812-A62C5650D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216505"/>
              </p:ext>
            </p:extLst>
          </p:nvPr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3">
            <a:extLst>
              <a:ext uri="{FF2B5EF4-FFF2-40B4-BE49-F238E27FC236}">
                <a16:creationId xmlns:a16="http://schemas.microsoft.com/office/drawing/2014/main" id="{842CA533-65F9-4ADC-B9EB-B2048AAAE4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82932EA-FDB9-4197-9352-BF4523C3E19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AU" altLang="en-US" sz="14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D6D3A83-917A-4BDA-9297-E9B8FDA98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graphicFrame>
        <p:nvGraphicFramePr>
          <p:cNvPr id="257027" name="Group 3">
            <a:extLst>
              <a:ext uri="{FF2B5EF4-FFF2-40B4-BE49-F238E27FC236}">
                <a16:creationId xmlns:a16="http://schemas.microsoft.com/office/drawing/2014/main" id="{5C9CE9E1-CA55-4C9F-959F-236594F108FA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57079" name="Group 55">
            <a:extLst>
              <a:ext uri="{FF2B5EF4-FFF2-40B4-BE49-F238E27FC236}">
                <a16:creationId xmlns:a16="http://schemas.microsoft.com/office/drawing/2014/main" id="{D75DD45A-BBAF-429E-B5A5-92FC6135B18E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320800"/>
          <a:ext cx="6072187" cy="733426"/>
        </p:xfrm>
        <a:graphic>
          <a:graphicData uri="http://schemas.openxmlformats.org/drawingml/2006/table">
            <a:tbl>
              <a:tblPr/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>
            <a:extLst>
              <a:ext uri="{FF2B5EF4-FFF2-40B4-BE49-F238E27FC236}">
                <a16:creationId xmlns:a16="http://schemas.microsoft.com/office/drawing/2014/main" id="{D50F7A54-8DD0-4853-AE92-53E1482504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E7BDC9D-88C9-4E4B-8EB2-0F318CDD890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AU" altLang="en-US" sz="14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B9583A41-C37A-4F31-895A-07404E639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graphicFrame>
        <p:nvGraphicFramePr>
          <p:cNvPr id="259075" name="Group 3">
            <a:extLst>
              <a:ext uri="{FF2B5EF4-FFF2-40B4-BE49-F238E27FC236}">
                <a16:creationId xmlns:a16="http://schemas.microsoft.com/office/drawing/2014/main" id="{F3BB6A23-1AC4-4F58-97D4-12F17B9FE930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Mem[11010]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59127" name="Group 55">
            <a:extLst>
              <a:ext uri="{FF2B5EF4-FFF2-40B4-BE49-F238E27FC236}">
                <a16:creationId xmlns:a16="http://schemas.microsoft.com/office/drawing/2014/main" id="{B861BDF9-E7A7-47F4-BD88-E846B22F150A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320800"/>
          <a:ext cx="6072187" cy="733426"/>
        </p:xfrm>
        <a:graphic>
          <a:graphicData uri="http://schemas.openxmlformats.org/drawingml/2006/table">
            <a:tbl>
              <a:tblPr/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11 010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>
            <a:extLst>
              <a:ext uri="{FF2B5EF4-FFF2-40B4-BE49-F238E27FC236}">
                <a16:creationId xmlns:a16="http://schemas.microsoft.com/office/drawing/2014/main" id="{88FD74A1-ACC5-40C1-88B1-D10D981191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E0BB996-89F9-4802-BAC8-C34BF5AB552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AU" altLang="en-US" sz="14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0CAE6C09-1731-41E2-B9CA-F41A5EFF50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graphicFrame>
        <p:nvGraphicFramePr>
          <p:cNvPr id="261123" name="Group 3">
            <a:extLst>
              <a:ext uri="{FF2B5EF4-FFF2-40B4-BE49-F238E27FC236}">
                <a16:creationId xmlns:a16="http://schemas.microsoft.com/office/drawing/2014/main" id="{FC3C7FBE-7E41-43F0-8480-43F50CE0CCEC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Mem[11010]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61175" name="Group 55">
            <a:extLst>
              <a:ext uri="{FF2B5EF4-FFF2-40B4-BE49-F238E27FC236}">
                <a16:creationId xmlns:a16="http://schemas.microsoft.com/office/drawing/2014/main" id="{8177B3D9-8100-428E-898B-FF79F0EE3502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320800"/>
          <a:ext cx="6072187" cy="1096974"/>
        </p:xfrm>
        <a:graphic>
          <a:graphicData uri="http://schemas.openxmlformats.org/drawingml/2006/table">
            <a:tbl>
              <a:tblPr/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11 010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>
            <a:extLst>
              <a:ext uri="{FF2B5EF4-FFF2-40B4-BE49-F238E27FC236}">
                <a16:creationId xmlns:a16="http://schemas.microsoft.com/office/drawing/2014/main" id="{BB4B27CC-FC20-48FB-9D41-605D84FD5B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989EE8D-1093-43B7-A80C-EBFDC260B15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AU" altLang="en-US" sz="14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CBBD2E20-16EA-4F05-B913-E6934F81A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graphicFrame>
        <p:nvGraphicFramePr>
          <p:cNvPr id="263171" name="Group 3">
            <a:extLst>
              <a:ext uri="{FF2B5EF4-FFF2-40B4-BE49-F238E27FC236}">
                <a16:creationId xmlns:a16="http://schemas.microsoft.com/office/drawing/2014/main" id="{189A41A8-6589-496A-9105-1E4758ED6E1E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Mem[10000]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Mem[11010]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Mem[00011]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63223" name="Group 55">
            <a:extLst>
              <a:ext uri="{FF2B5EF4-FFF2-40B4-BE49-F238E27FC236}">
                <a16:creationId xmlns:a16="http://schemas.microsoft.com/office/drawing/2014/main" id="{8320BD09-1786-4C8D-8BBC-5D5A6188AD97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320800"/>
          <a:ext cx="6072187" cy="1466852"/>
        </p:xfrm>
        <a:graphic>
          <a:graphicData uri="http://schemas.openxmlformats.org/drawingml/2006/table">
            <a:tbl>
              <a:tblPr/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00 011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3">
            <a:extLst>
              <a:ext uri="{FF2B5EF4-FFF2-40B4-BE49-F238E27FC236}">
                <a16:creationId xmlns:a16="http://schemas.microsoft.com/office/drawing/2014/main" id="{9002D938-CA19-49D9-AE96-48F82EAF0A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1A59659-9B6F-4216-AC37-8463C177497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AU" altLang="en-US" sz="14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44B3C354-A2AD-4549-A9E6-BD6A4677B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graphicFrame>
        <p:nvGraphicFramePr>
          <p:cNvPr id="265219" name="Group 3">
            <a:extLst>
              <a:ext uri="{FF2B5EF4-FFF2-40B4-BE49-F238E27FC236}">
                <a16:creationId xmlns:a16="http://schemas.microsoft.com/office/drawing/2014/main" id="{B6DF394E-086C-47EA-9B96-A9883A8F97E6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Mem[10000]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Mem[10010]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Mem[00011]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65271" name="Group 55">
            <a:extLst>
              <a:ext uri="{FF2B5EF4-FFF2-40B4-BE49-F238E27FC236}">
                <a16:creationId xmlns:a16="http://schemas.microsoft.com/office/drawing/2014/main" id="{1AC3CF17-D6DF-438E-ABD8-6F465197A9B9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320800"/>
          <a:ext cx="6072187" cy="733426"/>
        </p:xfrm>
        <a:graphic>
          <a:graphicData uri="http://schemas.openxmlformats.org/drawingml/2006/table">
            <a:tbl>
              <a:tblPr/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2">
            <a:extLst>
              <a:ext uri="{FF2B5EF4-FFF2-40B4-BE49-F238E27FC236}">
                <a16:creationId xmlns:a16="http://schemas.microsoft.com/office/drawing/2014/main" id="{BF966DD4-D16F-43B6-B9DB-A6DBBB6945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CA28900-F960-4704-A3D9-9A97A8B9C5A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AU" altLang="en-US" sz="14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18BCFFAE-7B2E-4827-94E9-E64065346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Address Subdivision</a:t>
            </a:r>
            <a:endParaRPr lang="en-AU" altLang="en-US"/>
          </a:p>
        </p:txBody>
      </p:sp>
      <p:pic>
        <p:nvPicPr>
          <p:cNvPr id="79876" name="Picture 4" descr="f05-07-P374493">
            <a:extLst>
              <a:ext uri="{FF2B5EF4-FFF2-40B4-BE49-F238E27FC236}">
                <a16:creationId xmlns:a16="http://schemas.microsoft.com/office/drawing/2014/main" id="{34FC8084-6E60-4FA2-8B26-8D636E589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268413"/>
            <a:ext cx="5040313" cy="497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Rectangle 6">
            <a:extLst>
              <a:ext uri="{FF2B5EF4-FFF2-40B4-BE49-F238E27FC236}">
                <a16:creationId xmlns:a16="http://schemas.microsoft.com/office/drawing/2014/main" id="{4BCA09FD-5123-424B-BBD0-C96AD8560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013" y="2170113"/>
            <a:ext cx="433387" cy="157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2">
            <a:extLst>
              <a:ext uri="{FF2B5EF4-FFF2-40B4-BE49-F238E27FC236}">
                <a16:creationId xmlns:a16="http://schemas.microsoft.com/office/drawing/2014/main" id="{F6CACF1E-24C8-4770-821D-BD9E7A5561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4136858-9D96-436C-A829-15E4E3C1AD9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AU" altLang="en-US" sz="14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CA1DD702-3FDD-4371-9557-21093AA90F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Address Subdivision</a:t>
            </a:r>
            <a:endParaRPr lang="en-AU" altLang="en-US"/>
          </a:p>
        </p:txBody>
      </p:sp>
      <p:pic>
        <p:nvPicPr>
          <p:cNvPr id="81924" name="Picture 4" descr="f05-07-P374493">
            <a:extLst>
              <a:ext uri="{FF2B5EF4-FFF2-40B4-BE49-F238E27FC236}">
                <a16:creationId xmlns:a16="http://schemas.microsoft.com/office/drawing/2014/main" id="{4EDDDA4B-7BB1-4F1B-ABB7-25C154C68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268413"/>
            <a:ext cx="5040313" cy="497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5" name="Rectangle 1">
            <a:extLst>
              <a:ext uri="{FF2B5EF4-FFF2-40B4-BE49-F238E27FC236}">
                <a16:creationId xmlns:a16="http://schemas.microsoft.com/office/drawing/2014/main" id="{D48F825E-4971-4B88-AEA7-F02A3B3E3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075" y="4941888"/>
            <a:ext cx="431800" cy="1857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26" name="Rectangle 5">
            <a:extLst>
              <a:ext uri="{FF2B5EF4-FFF2-40B4-BE49-F238E27FC236}">
                <a16:creationId xmlns:a16="http://schemas.microsoft.com/office/drawing/2014/main" id="{C77BD165-D41E-49B3-9748-7A3CC3AA3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613" y="2017713"/>
            <a:ext cx="433387" cy="157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27" name="Rectangle 6">
            <a:extLst>
              <a:ext uri="{FF2B5EF4-FFF2-40B4-BE49-F238E27FC236}">
                <a16:creationId xmlns:a16="http://schemas.microsoft.com/office/drawing/2014/main" id="{FDA8AE99-8EE7-487D-BDC3-4AE7B0778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013" y="2170113"/>
            <a:ext cx="433387" cy="157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28" name="Rectangle 7">
            <a:extLst>
              <a:ext uri="{FF2B5EF4-FFF2-40B4-BE49-F238E27FC236}">
                <a16:creationId xmlns:a16="http://schemas.microsoft.com/office/drawing/2014/main" id="{13B72394-BA40-4E3B-A4E3-3D4768E1A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2017713"/>
            <a:ext cx="431800" cy="157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29" name="Rectangle 8">
            <a:extLst>
              <a:ext uri="{FF2B5EF4-FFF2-40B4-BE49-F238E27FC236}">
                <a16:creationId xmlns:a16="http://schemas.microsoft.com/office/drawing/2014/main" id="{D9FED906-B85B-417A-8993-173A8FBAE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988" y="3108325"/>
            <a:ext cx="431800" cy="6080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30" name="Rectangle 9">
            <a:extLst>
              <a:ext uri="{FF2B5EF4-FFF2-40B4-BE49-F238E27FC236}">
                <a16:creationId xmlns:a16="http://schemas.microsoft.com/office/drawing/2014/main" id="{167690DC-736F-496C-96BD-831C12E35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8" y="4384675"/>
            <a:ext cx="4318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31" name="Rectangle 10">
            <a:extLst>
              <a:ext uri="{FF2B5EF4-FFF2-40B4-BE49-F238E27FC236}">
                <a16:creationId xmlns:a16="http://schemas.microsoft.com/office/drawing/2014/main" id="{4C511631-4D66-491D-9CFE-94F61703E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3663" y="4956175"/>
            <a:ext cx="431800" cy="1857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3">
            <a:extLst>
              <a:ext uri="{FF2B5EF4-FFF2-40B4-BE49-F238E27FC236}">
                <a16:creationId xmlns:a16="http://schemas.microsoft.com/office/drawing/2014/main" id="{C02127DE-4EE0-4BA5-9B3E-B3E48FFE1C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1D69912-5B21-4F7D-8CE4-0178A088C60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AU" altLang="en-US" sz="1400"/>
          </a:p>
        </p:txBody>
      </p:sp>
      <p:sp>
        <p:nvSpPr>
          <p:cNvPr id="83971" name="Rectangle 16">
            <a:extLst>
              <a:ext uri="{FF2B5EF4-FFF2-40B4-BE49-F238E27FC236}">
                <a16:creationId xmlns:a16="http://schemas.microsoft.com/office/drawing/2014/main" id="{870B6DC7-381A-4316-9203-74120EB6A1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Larger Block Size - Example</a:t>
            </a:r>
            <a:endParaRPr lang="en-AU" altLang="en-US" dirty="0"/>
          </a:p>
        </p:txBody>
      </p:sp>
      <p:sp>
        <p:nvSpPr>
          <p:cNvPr id="83972" name="Rectangle 17">
            <a:extLst>
              <a:ext uri="{FF2B5EF4-FFF2-40B4-BE49-F238E27FC236}">
                <a16:creationId xmlns:a16="http://schemas.microsoft.com/office/drawing/2014/main" id="{C3CEF72B-2407-4F8B-8C56-D9976A48B7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819400"/>
          </a:xfrm>
        </p:spPr>
        <p:txBody>
          <a:bodyPr/>
          <a:lstStyle/>
          <a:p>
            <a:pPr eaLnBrk="1" hangingPunct="1"/>
            <a:r>
              <a:rPr lang="en-US" altLang="en-US" dirty="0"/>
              <a:t>64-block cache, 16 bytes/block (4-word)</a:t>
            </a:r>
          </a:p>
          <a:p>
            <a:pPr lvl="1" eaLnBrk="1" hangingPunct="1"/>
            <a:r>
              <a:rPr lang="en-US" altLang="en-US" dirty="0"/>
              <a:t>To what block number does </a:t>
            </a:r>
            <a:r>
              <a:rPr lang="en-US" altLang="en-US" dirty="0">
                <a:solidFill>
                  <a:srgbClr val="C00000"/>
                </a:solidFill>
              </a:rPr>
              <a:t>byte address </a:t>
            </a:r>
            <a:r>
              <a:rPr lang="en-US" altLang="en-US" dirty="0"/>
              <a:t>1200 map?</a:t>
            </a:r>
          </a:p>
          <a:p>
            <a:pPr eaLnBrk="1" hangingPunct="1"/>
            <a:r>
              <a:rPr lang="en-US" altLang="en-US" dirty="0"/>
              <a:t>Block address = </a:t>
            </a:r>
            <a:r>
              <a:rPr lang="en-US" altLang="en-US" dirty="0">
                <a:latin typeface="Arial Unicode MS" pitchFamily="34" charset="-128"/>
                <a:ea typeface="Arial Unicode MS" pitchFamily="34" charset="-128"/>
                <a:sym typeface="Symbol" panose="05050102010706020507" pitchFamily="18" charset="2"/>
              </a:rPr>
              <a:t></a:t>
            </a:r>
            <a:r>
              <a:rPr lang="en-US" altLang="en-US" dirty="0"/>
              <a:t>1200/16</a:t>
            </a:r>
            <a:r>
              <a:rPr lang="en-US" altLang="en-US" dirty="0">
                <a:sym typeface="Symbol" panose="05050102010706020507" pitchFamily="18" charset="2"/>
              </a:rPr>
              <a:t></a:t>
            </a:r>
            <a:r>
              <a:rPr lang="en-US" altLang="en-US" dirty="0"/>
              <a:t> = 75</a:t>
            </a:r>
          </a:p>
          <a:p>
            <a:pPr eaLnBrk="1" hangingPunct="1"/>
            <a:r>
              <a:rPr lang="en-US" altLang="en-US" dirty="0"/>
              <a:t>Block number = 75 % 64 = 11</a:t>
            </a:r>
            <a:endParaRPr lang="en-AU" altLang="en-US" dirty="0"/>
          </a:p>
        </p:txBody>
      </p:sp>
      <p:grpSp>
        <p:nvGrpSpPr>
          <p:cNvPr id="83973" name="Group 18">
            <a:extLst>
              <a:ext uri="{FF2B5EF4-FFF2-40B4-BE49-F238E27FC236}">
                <a16:creationId xmlns:a16="http://schemas.microsoft.com/office/drawing/2014/main" id="{305B86F7-AA5A-4267-AEAC-3DD6FB5381DE}"/>
              </a:ext>
            </a:extLst>
          </p:cNvPr>
          <p:cNvGrpSpPr>
            <a:grpSpLocks/>
          </p:cNvGrpSpPr>
          <p:nvPr/>
        </p:nvGrpSpPr>
        <p:grpSpPr bwMode="auto">
          <a:xfrm>
            <a:off x="1622425" y="4256088"/>
            <a:ext cx="5292725" cy="1152525"/>
            <a:chOff x="1186" y="2755"/>
            <a:chExt cx="3334" cy="726"/>
          </a:xfrm>
        </p:grpSpPr>
        <p:sp>
          <p:nvSpPr>
            <p:cNvPr id="83974" name="Rectangle 4">
              <a:extLst>
                <a:ext uri="{FF2B5EF4-FFF2-40B4-BE49-F238E27FC236}">
                  <a16:creationId xmlns:a16="http://schemas.microsoft.com/office/drawing/2014/main" id="{DB0A748C-0BC8-4097-A94D-9969A6E95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2976"/>
              <a:ext cx="1724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Tag</a:t>
              </a:r>
              <a:endParaRPr lang="en-AU" altLang="en-US" sz="2400"/>
            </a:p>
          </p:txBody>
        </p:sp>
        <p:sp>
          <p:nvSpPr>
            <p:cNvPr id="83975" name="Rectangle 5">
              <a:extLst>
                <a:ext uri="{FF2B5EF4-FFF2-40B4-BE49-F238E27FC236}">
                  <a16:creationId xmlns:a16="http://schemas.microsoft.com/office/drawing/2014/main" id="{F6C0F22A-6FB6-47FF-AF5B-CC52605D1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2976"/>
              <a:ext cx="862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Index</a:t>
              </a:r>
              <a:endParaRPr lang="en-AU" altLang="en-US" sz="2400"/>
            </a:p>
          </p:txBody>
        </p:sp>
        <p:sp>
          <p:nvSpPr>
            <p:cNvPr id="83976" name="Rectangle 6">
              <a:extLst>
                <a:ext uri="{FF2B5EF4-FFF2-40B4-BE49-F238E27FC236}">
                  <a16:creationId xmlns:a16="http://schemas.microsoft.com/office/drawing/2014/main" id="{2DD81704-1505-4655-83E4-20C636D3E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976"/>
              <a:ext cx="635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Offset</a:t>
              </a:r>
              <a:endParaRPr lang="en-AU" altLang="en-US" sz="2400"/>
            </a:p>
          </p:txBody>
        </p:sp>
        <p:sp>
          <p:nvSpPr>
            <p:cNvPr id="83977" name="Text Box 7">
              <a:extLst>
                <a:ext uri="{FF2B5EF4-FFF2-40B4-BE49-F238E27FC236}">
                  <a16:creationId xmlns:a16="http://schemas.microsoft.com/office/drawing/2014/main" id="{B4D9C5C9-79CC-4B27-9684-CD37A54A6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4" y="275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0</a:t>
              </a:r>
              <a:endParaRPr lang="en-AU" altLang="en-US" sz="1800"/>
            </a:p>
          </p:txBody>
        </p:sp>
        <p:sp>
          <p:nvSpPr>
            <p:cNvPr id="83978" name="Text Box 8">
              <a:extLst>
                <a:ext uri="{FF2B5EF4-FFF2-40B4-BE49-F238E27FC236}">
                  <a16:creationId xmlns:a16="http://schemas.microsoft.com/office/drawing/2014/main" id="{D6ED1075-9269-4A53-BCC4-9BF224EB3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9" y="276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3</a:t>
              </a:r>
              <a:endParaRPr lang="en-AU" altLang="en-US" sz="1800" dirty="0"/>
            </a:p>
          </p:txBody>
        </p:sp>
        <p:sp>
          <p:nvSpPr>
            <p:cNvPr id="83979" name="Text Box 9">
              <a:extLst>
                <a:ext uri="{FF2B5EF4-FFF2-40B4-BE49-F238E27FC236}">
                  <a16:creationId xmlns:a16="http://schemas.microsoft.com/office/drawing/2014/main" id="{D2F9C256-F13E-4610-9B83-7AAC0FBEC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3" y="276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4</a:t>
              </a:r>
              <a:endParaRPr lang="en-AU" altLang="en-US" sz="1800" dirty="0"/>
            </a:p>
          </p:txBody>
        </p:sp>
        <p:sp>
          <p:nvSpPr>
            <p:cNvPr id="83980" name="Text Box 10">
              <a:extLst>
                <a:ext uri="{FF2B5EF4-FFF2-40B4-BE49-F238E27FC236}">
                  <a16:creationId xmlns:a16="http://schemas.microsoft.com/office/drawing/2014/main" id="{CA34BBAA-D72F-4FF3-A946-F38DFDB53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9" y="275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9</a:t>
              </a:r>
              <a:endParaRPr lang="en-AU" altLang="en-US" sz="1800" dirty="0"/>
            </a:p>
          </p:txBody>
        </p:sp>
        <p:sp>
          <p:nvSpPr>
            <p:cNvPr id="83981" name="Text Box 11">
              <a:extLst>
                <a:ext uri="{FF2B5EF4-FFF2-40B4-BE49-F238E27FC236}">
                  <a16:creationId xmlns:a16="http://schemas.microsoft.com/office/drawing/2014/main" id="{1E58ABBF-B072-4381-BB78-23A652635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0" y="2755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10</a:t>
              </a:r>
              <a:endParaRPr lang="en-AU" altLang="en-US" sz="1800"/>
            </a:p>
          </p:txBody>
        </p:sp>
        <p:sp>
          <p:nvSpPr>
            <p:cNvPr id="83982" name="Text Box 12">
              <a:extLst>
                <a:ext uri="{FF2B5EF4-FFF2-40B4-BE49-F238E27FC236}">
                  <a16:creationId xmlns:a16="http://schemas.microsoft.com/office/drawing/2014/main" id="{66341B6D-C74B-4EB4-A375-078753BDD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6" y="2755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31</a:t>
              </a:r>
              <a:endParaRPr lang="en-AU" altLang="en-US" sz="1800" dirty="0"/>
            </a:p>
          </p:txBody>
        </p:sp>
        <p:sp>
          <p:nvSpPr>
            <p:cNvPr id="83983" name="Text Box 13">
              <a:extLst>
                <a:ext uri="{FF2B5EF4-FFF2-40B4-BE49-F238E27FC236}">
                  <a16:creationId xmlns:a16="http://schemas.microsoft.com/office/drawing/2014/main" id="{18C85204-CCA5-4F8B-B410-CE95DDF95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9" y="3250"/>
              <a:ext cx="4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4 bits</a:t>
              </a:r>
              <a:endParaRPr lang="en-AU" altLang="en-US" sz="1800" dirty="0"/>
            </a:p>
          </p:txBody>
        </p:sp>
        <p:sp>
          <p:nvSpPr>
            <p:cNvPr id="83984" name="Text Box 14">
              <a:extLst>
                <a:ext uri="{FF2B5EF4-FFF2-40B4-BE49-F238E27FC236}">
                  <a16:creationId xmlns:a16="http://schemas.microsoft.com/office/drawing/2014/main" id="{C6C76BF3-10CF-4659-876D-A694C591B4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2" y="3250"/>
              <a:ext cx="4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6 bits</a:t>
              </a:r>
              <a:endParaRPr lang="en-AU" altLang="en-US" sz="1800" dirty="0"/>
            </a:p>
          </p:txBody>
        </p:sp>
        <p:sp>
          <p:nvSpPr>
            <p:cNvPr id="83985" name="Text Box 15">
              <a:extLst>
                <a:ext uri="{FF2B5EF4-FFF2-40B4-BE49-F238E27FC236}">
                  <a16:creationId xmlns:a16="http://schemas.microsoft.com/office/drawing/2014/main" id="{28AF79DB-8639-41B6-8D87-A84934F532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3250"/>
              <a:ext cx="5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22 bits</a:t>
              </a:r>
              <a:endParaRPr lang="en-AU" altLang="en-US" sz="1800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202FB8A-A87D-48D7-B2F1-86905C1B7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2610" y="5785574"/>
            <a:ext cx="1903413" cy="4000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C00000"/>
                </a:solidFill>
              </a:rPr>
              <a:t>Block number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E9A9CC-283E-469C-9682-40A4FC52FCC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471408" y="5060635"/>
            <a:ext cx="171202" cy="724939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2">
            <a:extLst>
              <a:ext uri="{FF2B5EF4-FFF2-40B4-BE49-F238E27FC236}">
                <a16:creationId xmlns:a16="http://schemas.microsoft.com/office/drawing/2014/main" id="{04A81334-BDF5-4E6B-9008-CB97BED0FA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FC22D3E-6E2C-4DA8-890E-F1AB8606A09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AU" altLang="en-US" sz="14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10EE1C61-0339-4DA9-A156-A5C5AFE59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413" y="188913"/>
            <a:ext cx="8459787" cy="733425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rgbClr val="0039A6"/>
                </a:solidFill>
              </a:rPr>
              <a:t>Single-word</a:t>
            </a:r>
            <a:r>
              <a:rPr lang="en-US" altLang="en-US" sz="4000" dirty="0"/>
              <a:t> vs. Multi-word Cache</a:t>
            </a:r>
            <a:endParaRPr lang="en-AU" altLang="en-US" sz="4000" dirty="0"/>
          </a:p>
        </p:txBody>
      </p:sp>
      <p:sp>
        <p:nvSpPr>
          <p:cNvPr id="87045" name="TextBox 1">
            <a:extLst>
              <a:ext uri="{FF2B5EF4-FFF2-40B4-BE49-F238E27FC236}">
                <a16:creationId xmlns:a16="http://schemas.microsoft.com/office/drawing/2014/main" id="{AA72B9A6-147A-488A-95FF-D141DA2D0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310" y="2141347"/>
            <a:ext cx="20526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39A6"/>
                </a:solidFill>
              </a:rPr>
              <a:t>single-word cache block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784461-3D4B-4B9C-A82A-5DAEAF4E0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432" y="1199556"/>
            <a:ext cx="3738535" cy="5228431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D4285379-4F05-40B0-AE02-C6F600D54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200" y="2141347"/>
            <a:ext cx="17653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39A6"/>
                </a:solidFill>
              </a:rPr>
              <a:t>multi-word cache block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39A6"/>
                </a:solidFill>
              </a:rPr>
              <a:t>(for example 4-word)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2">
            <a:extLst>
              <a:ext uri="{FF2B5EF4-FFF2-40B4-BE49-F238E27FC236}">
                <a16:creationId xmlns:a16="http://schemas.microsoft.com/office/drawing/2014/main" id="{04A81334-BDF5-4E6B-9008-CB97BED0FA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FC22D3E-6E2C-4DA8-890E-F1AB8606A09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AU" altLang="en-US" sz="14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10EE1C61-0339-4DA9-A156-A5C5AFE59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413" y="188913"/>
            <a:ext cx="8459787" cy="733425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rgbClr val="0039A6"/>
                </a:solidFill>
              </a:rPr>
              <a:t>Single-word</a:t>
            </a:r>
            <a:r>
              <a:rPr lang="en-US" altLang="en-US" sz="4000"/>
              <a:t> vs. Multi-word Cache</a:t>
            </a:r>
            <a:endParaRPr lang="en-AU" altLang="en-US" sz="4000"/>
          </a:p>
        </p:txBody>
      </p:sp>
      <p:pic>
        <p:nvPicPr>
          <p:cNvPr id="87044" name="Picture 4" descr="f05-07-P374493">
            <a:extLst>
              <a:ext uri="{FF2B5EF4-FFF2-40B4-BE49-F238E27FC236}">
                <a16:creationId xmlns:a16="http://schemas.microsoft.com/office/drawing/2014/main" id="{802E2396-F42E-4C6F-AB84-33BD6FF05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268413"/>
            <a:ext cx="5040313" cy="497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5" name="TextBox 1">
            <a:extLst>
              <a:ext uri="{FF2B5EF4-FFF2-40B4-BE49-F238E27FC236}">
                <a16:creationId xmlns:a16="http://schemas.microsoft.com/office/drawing/2014/main" id="{AA72B9A6-147A-488A-95FF-D141DA2D0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108075"/>
            <a:ext cx="20526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39A6"/>
                </a:solidFill>
              </a:rPr>
              <a:t>single-word cache block</a:t>
            </a:r>
          </a:p>
        </p:txBody>
      </p:sp>
    </p:spTree>
    <p:extLst>
      <p:ext uri="{BB962C8B-B14F-4D97-AF65-F5344CB8AC3E}">
        <p14:creationId xmlns:p14="http://schemas.microsoft.com/office/powerpoint/2010/main" val="19249063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Footer Placeholder 2">
            <a:extLst>
              <a:ext uri="{FF2B5EF4-FFF2-40B4-BE49-F238E27FC236}">
                <a16:creationId xmlns:a16="http://schemas.microsoft.com/office/drawing/2014/main" id="{B96AD849-5E92-4163-994A-BE6203FD4E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EB67727-5436-47A5-A9A8-C2C4837A7FE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AU" altLang="en-US" sz="1400"/>
          </a:p>
        </p:txBody>
      </p:sp>
      <p:pic>
        <p:nvPicPr>
          <p:cNvPr id="89091" name="Picture 4" descr="f05-09-P374493">
            <a:extLst>
              <a:ext uri="{FF2B5EF4-FFF2-40B4-BE49-F238E27FC236}">
                <a16:creationId xmlns:a16="http://schemas.microsoft.com/office/drawing/2014/main" id="{B0E51442-F122-4CA1-BCB4-3E5C77B50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196975"/>
            <a:ext cx="7975600" cy="505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extBox 1">
            <a:extLst>
              <a:ext uri="{FF2B5EF4-FFF2-40B4-BE49-F238E27FC236}">
                <a16:creationId xmlns:a16="http://schemas.microsoft.com/office/drawing/2014/main" id="{3A295CF3-AC97-482E-8982-D47FB643F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2566988"/>
            <a:ext cx="8493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(16 words)</a:t>
            </a:r>
          </a:p>
        </p:txBody>
      </p:sp>
      <p:sp>
        <p:nvSpPr>
          <p:cNvPr id="89093" name="TextBox 5">
            <a:extLst>
              <a:ext uri="{FF2B5EF4-FFF2-40B4-BE49-F238E27FC236}">
                <a16:creationId xmlns:a16="http://schemas.microsoft.com/office/drawing/2014/main" id="{146F214E-14EB-4C0A-80FF-E198DB70A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313" y="4008438"/>
            <a:ext cx="6715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(256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blocks)</a:t>
            </a:r>
          </a:p>
        </p:txBody>
      </p:sp>
      <p:sp>
        <p:nvSpPr>
          <p:cNvPr id="89094" name="TextBox 1">
            <a:extLst>
              <a:ext uri="{FF2B5EF4-FFF2-40B4-BE49-F238E27FC236}">
                <a16:creationId xmlns:a16="http://schemas.microsoft.com/office/drawing/2014/main" id="{2543C1A3-3A34-41F6-ABD7-429CF3613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108075"/>
            <a:ext cx="17653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39A6"/>
                </a:solidFill>
              </a:rPr>
              <a:t>16-word cache block</a:t>
            </a:r>
          </a:p>
        </p:txBody>
      </p:sp>
      <p:sp>
        <p:nvSpPr>
          <p:cNvPr id="89095" name="Rectangle 2">
            <a:extLst>
              <a:ext uri="{FF2B5EF4-FFF2-40B4-BE49-F238E27FC236}">
                <a16:creationId xmlns:a16="http://schemas.microsoft.com/office/drawing/2014/main" id="{B0316165-7645-4289-96A1-5B7D2FCE82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413" y="188913"/>
            <a:ext cx="8459787" cy="733425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rgbClr val="0039A6"/>
                </a:solidFill>
              </a:rPr>
              <a:t>Single-word</a:t>
            </a:r>
            <a:r>
              <a:rPr lang="en-US" altLang="en-US" sz="4000"/>
              <a:t> vs. Multi-word Cache</a:t>
            </a:r>
            <a:endParaRPr lang="en-AU" altLang="en-US" sz="4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3">
            <a:extLst>
              <a:ext uri="{FF2B5EF4-FFF2-40B4-BE49-F238E27FC236}">
                <a16:creationId xmlns:a16="http://schemas.microsoft.com/office/drawing/2014/main" id="{C70E9AD1-9E0A-423D-80EB-8FCC68CF86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E5B0AF4-6F52-44E5-96DB-9E51B374694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AU" altLang="en-US" sz="1400"/>
          </a:p>
        </p:txBody>
      </p:sp>
      <p:sp>
        <p:nvSpPr>
          <p:cNvPr id="91139" name="Rectangle 4">
            <a:extLst>
              <a:ext uri="{FF2B5EF4-FFF2-40B4-BE49-F238E27FC236}">
                <a16:creationId xmlns:a16="http://schemas.microsoft.com/office/drawing/2014/main" id="{FB4F8530-07C3-46F2-BB40-ACDBEDAB5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Block Size Considerations</a:t>
            </a:r>
            <a:endParaRPr lang="en-AU" altLang="en-US"/>
          </a:p>
        </p:txBody>
      </p:sp>
      <p:sp>
        <p:nvSpPr>
          <p:cNvPr id="91140" name="Rectangle 5">
            <a:extLst>
              <a:ext uri="{FF2B5EF4-FFF2-40B4-BE49-F238E27FC236}">
                <a16:creationId xmlns:a16="http://schemas.microsoft.com/office/drawing/2014/main" id="{431A0A84-8681-4DEC-B455-9A5AA21708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990600"/>
            <a:ext cx="8064500" cy="4895850"/>
          </a:xfrm>
        </p:spPr>
        <p:txBody>
          <a:bodyPr/>
          <a:lstStyle/>
          <a:p>
            <a:pPr eaLnBrk="1" hangingPunct="1"/>
            <a:r>
              <a:rPr lang="en-US" altLang="en-US"/>
              <a:t>Larger blocks should reduce miss rate</a:t>
            </a:r>
          </a:p>
          <a:p>
            <a:pPr lvl="1" eaLnBrk="1" hangingPunct="1"/>
            <a:r>
              <a:rPr lang="en-US" altLang="en-US"/>
              <a:t>Due to spatial locality</a:t>
            </a:r>
          </a:p>
          <a:p>
            <a:pPr lvl="1" eaLnBrk="1" hangingPunct="1"/>
            <a:r>
              <a:rPr lang="en-US" altLang="en-US"/>
              <a:t>But it’s not always “the larger, the better”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Footer Placeholder 3">
            <a:extLst>
              <a:ext uri="{FF2B5EF4-FFF2-40B4-BE49-F238E27FC236}">
                <a16:creationId xmlns:a16="http://schemas.microsoft.com/office/drawing/2014/main" id="{605CBB72-020D-4CDE-A7B6-722F1932D9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BDD6830-97C2-416C-B650-879FFEA0579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AU" altLang="en-US" sz="1400"/>
          </a:p>
        </p:txBody>
      </p:sp>
      <p:sp>
        <p:nvSpPr>
          <p:cNvPr id="93187" name="Rectangle 4">
            <a:extLst>
              <a:ext uri="{FF2B5EF4-FFF2-40B4-BE49-F238E27FC236}">
                <a16:creationId xmlns:a16="http://schemas.microsoft.com/office/drawing/2014/main" id="{F2529E4E-BCBA-4A6C-9C74-5716B83FC6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Block Size Considerations</a:t>
            </a:r>
            <a:endParaRPr lang="en-AU" altLang="en-US"/>
          </a:p>
        </p:txBody>
      </p:sp>
      <p:sp>
        <p:nvSpPr>
          <p:cNvPr id="92164" name="Rectangle 5">
            <a:extLst>
              <a:ext uri="{FF2B5EF4-FFF2-40B4-BE49-F238E27FC236}">
                <a16:creationId xmlns:a16="http://schemas.microsoft.com/office/drawing/2014/main" id="{D5710E66-9005-45BB-8E33-3BA8ABA840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5313" y="1114108"/>
            <a:ext cx="8064500" cy="4895850"/>
          </a:xfrm>
        </p:spPr>
        <p:txBody>
          <a:bodyPr/>
          <a:lstStyle/>
          <a:p>
            <a:pPr eaLnBrk="1" hangingPunct="1"/>
            <a:r>
              <a:rPr lang="en-US" altLang="en-US" dirty="0"/>
              <a:t>In a fixed-sized cache</a:t>
            </a:r>
          </a:p>
          <a:p>
            <a:pPr lvl="1" eaLnBrk="1" hangingPunct="1"/>
            <a:r>
              <a:rPr lang="en-US" altLang="en-US" dirty="0"/>
              <a:t>Larger blocks </a:t>
            </a:r>
            <a:r>
              <a:rPr lang="en-US" altLang="en-US" dirty="0">
                <a:sym typeface="Symbol" panose="05050102010706020507" pitchFamily="18" charset="2"/>
              </a:rPr>
              <a:t> fewer </a:t>
            </a:r>
            <a:r>
              <a:rPr lang="en-US" altLang="en-US" dirty="0"/>
              <a:t>blocks</a:t>
            </a:r>
            <a:endParaRPr lang="en-US" altLang="en-US" dirty="0"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en-US" dirty="0">
                <a:sym typeface="Symbol" panose="05050102010706020507" pitchFamily="18" charset="2"/>
              </a:rPr>
              <a:t>More competition  increased “block miss rate”</a:t>
            </a:r>
          </a:p>
          <a:p>
            <a:pPr lvl="1" eaLnBrk="1" hangingPunct="1"/>
            <a:r>
              <a:rPr lang="en-US" altLang="en-US" dirty="0">
                <a:sym typeface="Symbol" panose="05050102010706020507" pitchFamily="18" charset="2"/>
              </a:rPr>
              <a:t>Larger miss penalty</a:t>
            </a:r>
          </a:p>
          <a:p>
            <a:pPr lvl="2" eaLnBrk="1" hangingPunct="1"/>
            <a:r>
              <a:rPr lang="en-US" altLang="en-US" dirty="0">
                <a:sym typeface="Symbol" panose="05050102010706020507" pitchFamily="18" charset="2"/>
              </a:rPr>
              <a:t>When replacing a block due to miss, some   soon-needed </a:t>
            </a:r>
            <a:r>
              <a:rPr lang="en-US" altLang="en-US" dirty="0" err="1">
                <a:sym typeface="Symbol" panose="05050102010706020507" pitchFamily="18" charset="2"/>
              </a:rPr>
              <a:t>addrs</a:t>
            </a:r>
            <a:r>
              <a:rPr lang="en-US" altLang="en-US" dirty="0">
                <a:sym typeface="Symbol" panose="05050102010706020507" pitchFamily="18" charset="2"/>
              </a:rPr>
              <a:t> may be swapped out</a:t>
            </a:r>
          </a:p>
          <a:p>
            <a:pPr lvl="2" eaLnBrk="1" hangingPunct="1"/>
            <a:r>
              <a:rPr lang="en-US" altLang="en-US" dirty="0">
                <a:sym typeface="Symbol" panose="05050102010706020507" pitchFamily="18" charset="2"/>
              </a:rPr>
              <a:t>Can cancel benefit of reduced miss rate</a:t>
            </a:r>
          </a:p>
          <a:p>
            <a:pPr eaLnBrk="1" hangingPunct="1"/>
            <a:r>
              <a:rPr lang="en-US" altLang="en-US" dirty="0">
                <a:sym typeface="Symbol" panose="05050102010706020507" pitchFamily="18" charset="2"/>
              </a:rPr>
              <a:t>Need to determine an appropriate block size – tradeoff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3">
            <a:extLst>
              <a:ext uri="{FF2B5EF4-FFF2-40B4-BE49-F238E27FC236}">
                <a16:creationId xmlns:a16="http://schemas.microsoft.com/office/drawing/2014/main" id="{A22E2ABA-9260-4955-9B90-A92F640B24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B6A2EB7-3DB6-4BB7-A2EE-F701FB0960C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AU" altLang="en-US" sz="1400"/>
          </a:p>
        </p:txBody>
      </p:sp>
      <p:sp>
        <p:nvSpPr>
          <p:cNvPr id="95235" name="Rectangle 4">
            <a:extLst>
              <a:ext uri="{FF2B5EF4-FFF2-40B4-BE49-F238E27FC236}">
                <a16:creationId xmlns:a16="http://schemas.microsoft.com/office/drawing/2014/main" id="{135A1AD7-F5C9-4F8E-92C6-3C35F32C81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Block Size Considerations</a:t>
            </a:r>
            <a:endParaRPr lang="en-AU" altLang="en-US"/>
          </a:p>
        </p:txBody>
      </p:sp>
      <p:pic>
        <p:nvPicPr>
          <p:cNvPr id="95236" name="Picture 2">
            <a:extLst>
              <a:ext uri="{FF2B5EF4-FFF2-40B4-BE49-F238E27FC236}">
                <a16:creationId xmlns:a16="http://schemas.microsoft.com/office/drawing/2014/main" id="{ABC64172-74E5-4BCC-AD3F-8FD51E17A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1660525"/>
            <a:ext cx="7526338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8AAA31-007A-4784-AC02-C90CA59250AA}"/>
              </a:ext>
            </a:extLst>
          </p:cNvPr>
          <p:cNvSpPr txBox="1"/>
          <p:nvPr/>
        </p:nvSpPr>
        <p:spPr>
          <a:xfrm>
            <a:off x="8021010" y="1787564"/>
            <a:ext cx="12234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(cache size)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130DBD-84B5-40A4-A91E-EF537A8E56AE}"/>
              </a:ext>
            </a:extLst>
          </p:cNvPr>
          <p:cNvSpPr txBox="1"/>
          <p:nvPr/>
        </p:nvSpPr>
        <p:spPr>
          <a:xfrm>
            <a:off x="5148064" y="5354565"/>
            <a:ext cx="94448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(in Byes)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4">
            <a:extLst>
              <a:ext uri="{FF2B5EF4-FFF2-40B4-BE49-F238E27FC236}">
                <a16:creationId xmlns:a16="http://schemas.microsoft.com/office/drawing/2014/main" id="{DAC7F455-0FE3-46A9-9C84-FC0E9ECB76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2BCC477-A609-46E5-A648-67A2F1CE004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AU" altLang="en-US" sz="1400"/>
          </a:p>
        </p:txBody>
      </p:sp>
      <p:pic>
        <p:nvPicPr>
          <p:cNvPr id="59395" name="Picture 6" descr="f05-02-P374493">
            <a:extLst>
              <a:ext uri="{FF2B5EF4-FFF2-40B4-BE49-F238E27FC236}">
                <a16:creationId xmlns:a16="http://schemas.microsoft.com/office/drawing/2014/main" id="{96E9560E-196D-4838-A252-AFCBA475F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25" y="1646238"/>
            <a:ext cx="323532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Rectangle 2">
            <a:extLst>
              <a:ext uri="{FF2B5EF4-FFF2-40B4-BE49-F238E27FC236}">
                <a16:creationId xmlns:a16="http://schemas.microsoft.com/office/drawing/2014/main" id="{AA58098F-37CB-41CF-BF70-D5AE17629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Hierarchy Levels</a:t>
            </a:r>
            <a:endParaRPr lang="en-AU" altLang="en-US"/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2F7A87EF-93E1-44EE-8847-1C1C52C54AC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62488" y="2730500"/>
            <a:ext cx="2622550" cy="395288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Cache Memory</a:t>
            </a:r>
            <a:endParaRPr lang="en-AU" altLang="en-US" sz="18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CAE6F8-AC82-4FBB-99C7-A17E96896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4073525"/>
            <a:ext cx="23907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1800" kern="0" dirty="0"/>
              <a:t>Main Memory -- RAM</a:t>
            </a:r>
            <a:endParaRPr lang="en-AU" alt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27568159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3">
            <a:extLst>
              <a:ext uri="{FF2B5EF4-FFF2-40B4-BE49-F238E27FC236}">
                <a16:creationId xmlns:a16="http://schemas.microsoft.com/office/drawing/2014/main" id="{5596EC14-86EB-4ED4-BAA8-BAEC599C4D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E009C3DF-7648-49DC-B4E7-FAEBC961FB2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AU" altLang="en-US" sz="1400"/>
          </a:p>
        </p:txBody>
      </p:sp>
      <p:sp>
        <p:nvSpPr>
          <p:cNvPr id="97283" name="Rectangle 4">
            <a:extLst>
              <a:ext uri="{FF2B5EF4-FFF2-40B4-BE49-F238E27FC236}">
                <a16:creationId xmlns:a16="http://schemas.microsoft.com/office/drawing/2014/main" id="{ACB8980C-0543-4EF0-9F89-D36A0BAEB3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Cache Hits</a:t>
            </a:r>
            <a:endParaRPr lang="en-AU" altLang="en-US" dirty="0"/>
          </a:p>
        </p:txBody>
      </p:sp>
      <p:sp>
        <p:nvSpPr>
          <p:cNvPr id="97284" name="Rectangle 5">
            <a:extLst>
              <a:ext uri="{FF2B5EF4-FFF2-40B4-BE49-F238E27FC236}">
                <a16:creationId xmlns:a16="http://schemas.microsoft.com/office/drawing/2014/main" id="{9931CFE5-9A7B-41DB-94A4-7CB1980E37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2138" y="1006475"/>
            <a:ext cx="8301037" cy="701675"/>
          </a:xfrm>
        </p:spPr>
        <p:txBody>
          <a:bodyPr/>
          <a:lstStyle/>
          <a:p>
            <a:pPr eaLnBrk="1" hangingPunct="1"/>
            <a:r>
              <a:rPr lang="en-US" altLang="en-US" dirty="0"/>
              <a:t>Ex. </a:t>
            </a:r>
            <a:r>
              <a:rPr lang="en-US" altLang="en-US" dirty="0" err="1"/>
              <a:t>lw</a:t>
            </a:r>
            <a:r>
              <a:rPr lang="en-US" altLang="en-US" dirty="0"/>
              <a:t> $1, </a:t>
            </a:r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0($2)</a:t>
            </a:r>
          </a:p>
          <a:p>
            <a:pPr eaLnBrk="1" hangingPunct="1"/>
            <a:r>
              <a:rPr lang="en-US" altLang="en-US" dirty="0"/>
              <a:t>On cache hit, CPU proceeds normally</a:t>
            </a:r>
          </a:p>
        </p:txBody>
      </p:sp>
      <p:pic>
        <p:nvPicPr>
          <p:cNvPr id="6" name="Picture 6" descr="f05-02-P374493">
            <a:extLst>
              <a:ext uri="{FF2B5EF4-FFF2-40B4-BE49-F238E27FC236}">
                <a16:creationId xmlns:a16="http://schemas.microsoft.com/office/drawing/2014/main" id="{62AFEB14-D199-4914-A972-5CC256995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347813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EAFE870C-6D58-47CB-8253-46F44162F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9958" y="3524150"/>
            <a:ext cx="1150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cache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1CB20B0-E4BF-4474-8DF8-9CEE83F10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983" y="4884638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RAM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846C54-934F-4EDB-94A9-EDAF65BCAD35}"/>
              </a:ext>
            </a:extLst>
          </p:cNvPr>
          <p:cNvCxnSpPr>
            <a:cxnSpLocks/>
          </p:cNvCxnSpPr>
          <p:nvPr/>
        </p:nvCxnSpPr>
        <p:spPr bwMode="auto">
          <a:xfrm flipH="1">
            <a:off x="3655153" y="3105800"/>
            <a:ext cx="1224136" cy="2880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331862D-4D2A-4E14-94C7-3AA78C03C93D}"/>
              </a:ext>
            </a:extLst>
          </p:cNvPr>
          <p:cNvSpPr txBox="1"/>
          <p:nvPr/>
        </p:nvSpPr>
        <p:spPr>
          <a:xfrm>
            <a:off x="3469283" y="4038500"/>
            <a:ext cx="455612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Hit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A92777AF-9D2A-415E-BB93-B725D2856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835375"/>
            <a:ext cx="1296144" cy="233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1600" kern="0" dirty="0" err="1"/>
              <a:t>lw</a:t>
            </a:r>
            <a:r>
              <a:rPr lang="en-US" altLang="en-US" sz="1600" kern="0" dirty="0"/>
              <a:t> $1, </a:t>
            </a:r>
            <a:r>
              <a:rPr lang="en-US" altLang="en-US" sz="1600" b="1" kern="0" dirty="0">
                <a:solidFill>
                  <a:schemeClr val="tx2">
                    <a:lumMod val="75000"/>
                  </a:schemeClr>
                </a:solidFill>
              </a:rPr>
              <a:t>0($2)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3">
            <a:extLst>
              <a:ext uri="{FF2B5EF4-FFF2-40B4-BE49-F238E27FC236}">
                <a16:creationId xmlns:a16="http://schemas.microsoft.com/office/drawing/2014/main" id="{5596EC14-86EB-4ED4-BAA8-BAEC599C4D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E009C3DF-7648-49DC-B4E7-FAEBC961FB2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AU" altLang="en-US" sz="1400"/>
          </a:p>
        </p:txBody>
      </p:sp>
      <p:sp>
        <p:nvSpPr>
          <p:cNvPr id="97283" name="Rectangle 4">
            <a:extLst>
              <a:ext uri="{FF2B5EF4-FFF2-40B4-BE49-F238E27FC236}">
                <a16:creationId xmlns:a16="http://schemas.microsoft.com/office/drawing/2014/main" id="{ACB8980C-0543-4EF0-9F89-D36A0BAEB3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Misses</a:t>
            </a:r>
            <a:endParaRPr lang="en-AU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C46C16-2076-4030-A633-E16407CC8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074712"/>
            <a:ext cx="8551862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kern="0" dirty="0"/>
              <a:t>On cache miss</a:t>
            </a:r>
          </a:p>
          <a:p>
            <a:pPr lvl="1" eaLnBrk="1" hangingPunct="1">
              <a:defRPr/>
            </a:pPr>
            <a:r>
              <a:rPr lang="en-US" altLang="en-US" kern="0" dirty="0"/>
              <a:t>Stall the CPU pipeline</a:t>
            </a:r>
          </a:p>
          <a:p>
            <a:pPr lvl="1" eaLnBrk="1" hangingPunct="1">
              <a:defRPr/>
            </a:pPr>
            <a:r>
              <a:rPr lang="en-US" altLang="en-US" kern="0" dirty="0"/>
              <a:t>Fetch block from </a:t>
            </a:r>
            <a:r>
              <a:rPr lang="en-US" altLang="en-US" kern="0" dirty="0" err="1"/>
              <a:t>mem</a:t>
            </a:r>
            <a:r>
              <a:rPr lang="en-US" altLang="en-US" kern="0" dirty="0"/>
              <a:t> (lower level of hierarchy)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kern="0" dirty="0"/>
              <a:t>After fetch:</a:t>
            </a:r>
          </a:p>
          <a:p>
            <a:pPr lvl="1" eaLnBrk="1" hangingPunct="1">
              <a:defRPr/>
            </a:pPr>
            <a:r>
              <a:rPr lang="en-US" altLang="en-US" kern="0" dirty="0"/>
              <a:t>For instruction cache miss</a:t>
            </a:r>
          </a:p>
          <a:p>
            <a:pPr lvl="2" eaLnBrk="1" hangingPunct="1">
              <a:defRPr/>
            </a:pPr>
            <a:r>
              <a:rPr lang="en-US" altLang="en-US" kern="0" dirty="0"/>
              <a:t>Restart instruction fetch</a:t>
            </a:r>
          </a:p>
          <a:p>
            <a:pPr lvl="1" eaLnBrk="1" hangingPunct="1">
              <a:defRPr/>
            </a:pPr>
            <a:r>
              <a:rPr lang="en-US" altLang="en-US" kern="0" dirty="0"/>
              <a:t>For data cache miss</a:t>
            </a:r>
          </a:p>
          <a:p>
            <a:pPr lvl="2" eaLnBrk="1" hangingPunct="1">
              <a:defRPr/>
            </a:pPr>
            <a:r>
              <a:rPr lang="en-US" altLang="en-US" kern="0" dirty="0"/>
              <a:t>Complete data access</a:t>
            </a:r>
            <a:endParaRPr lang="en-AU" altLang="en-US" kern="0" dirty="0"/>
          </a:p>
        </p:txBody>
      </p:sp>
      <p:pic>
        <p:nvPicPr>
          <p:cNvPr id="8" name="Picture 6" descr="f05-02-P374493">
            <a:extLst>
              <a:ext uri="{FF2B5EF4-FFF2-40B4-BE49-F238E27FC236}">
                <a16:creationId xmlns:a16="http://schemas.microsoft.com/office/drawing/2014/main" id="{A40C9B9B-48CD-494D-8F9F-334B570C8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361" y="2707853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203785F7-0D19-4723-A8ED-15D9D4A74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3511" y="3884190"/>
            <a:ext cx="1150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cache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2CE7B3-D2B6-4530-82B3-C081BFEE6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948" y="5476453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C55016-DFE5-4BC7-BA55-573B91A08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323" y="5357390"/>
            <a:ext cx="6334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Miss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0C99A7-BF47-47B6-A7F8-4794077E5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2248" y="4085803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442AF3-BE3E-498A-BF4D-2A96D99A7121}"/>
              </a:ext>
            </a:extLst>
          </p:cNvPr>
          <p:cNvCxnSpPr>
            <a:cxnSpLocks noChangeShapeType="1"/>
            <a:stCxn id="13" idx="3"/>
          </p:cNvCxnSpPr>
          <p:nvPr/>
        </p:nvCxnSpPr>
        <p:spPr bwMode="auto">
          <a:xfrm flipH="1" flipV="1">
            <a:off x="6313686" y="4220740"/>
            <a:ext cx="19050" cy="13065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5">
            <a:extLst>
              <a:ext uri="{FF2B5EF4-FFF2-40B4-BE49-F238E27FC236}">
                <a16:creationId xmlns:a16="http://schemas.microsoft.com/office/drawing/2014/main" id="{5A309280-9A60-405F-B853-22A574A89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026" y="3161664"/>
            <a:ext cx="1307182" cy="358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1600" kern="0" dirty="0" err="1"/>
              <a:t>lw</a:t>
            </a:r>
            <a:r>
              <a:rPr lang="en-US" altLang="en-US" sz="1600" kern="0" dirty="0"/>
              <a:t> $1, </a:t>
            </a:r>
            <a:r>
              <a:rPr lang="en-US" altLang="en-US" sz="1600" b="1" kern="0" dirty="0">
                <a:solidFill>
                  <a:srgbClr val="FF0000"/>
                </a:solidFill>
              </a:rPr>
              <a:t>0($2)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8CFFDF9-A037-4699-9485-0BAA851A0D9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397823" y="3429000"/>
            <a:ext cx="822794" cy="65680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79047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Footer Placeholder 3">
            <a:extLst>
              <a:ext uri="{FF2B5EF4-FFF2-40B4-BE49-F238E27FC236}">
                <a16:creationId xmlns:a16="http://schemas.microsoft.com/office/drawing/2014/main" id="{55E90103-1C39-4948-BFB6-CE1FDC05F9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7E05563-D0E1-47FA-B0E6-B53B1A11CF8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AU" altLang="en-US" sz="1400"/>
          </a:p>
        </p:txBody>
      </p:sp>
      <p:sp>
        <p:nvSpPr>
          <p:cNvPr id="99331" name="Rectangle 4">
            <a:extLst>
              <a:ext uri="{FF2B5EF4-FFF2-40B4-BE49-F238E27FC236}">
                <a16:creationId xmlns:a16="http://schemas.microsoft.com/office/drawing/2014/main" id="{C91C2B98-4444-4B49-BDD5-873D6838A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2" y="138609"/>
            <a:ext cx="8352284" cy="769441"/>
          </a:xfrm>
        </p:spPr>
        <p:txBody>
          <a:bodyPr/>
          <a:lstStyle/>
          <a:p>
            <a:pPr eaLnBrk="1" hangingPunct="1"/>
            <a:r>
              <a:rPr lang="en-US" altLang="en-US" dirty="0"/>
              <a:t>Issues on Hit: Write-Through</a:t>
            </a:r>
            <a:endParaRPr lang="en-AU" altLang="en-US" dirty="0"/>
          </a:p>
        </p:txBody>
      </p:sp>
      <p:sp>
        <p:nvSpPr>
          <p:cNvPr id="99332" name="Rectangle 5">
            <a:extLst>
              <a:ext uri="{FF2B5EF4-FFF2-40B4-BE49-F238E27FC236}">
                <a16:creationId xmlns:a16="http://schemas.microsoft.com/office/drawing/2014/main" id="{A66EA42F-4542-44AD-9780-09C9F72BA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4398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On data-write hit, could just update the block in cache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But then cache and memory would be </a:t>
            </a:r>
            <a:r>
              <a:rPr lang="en-US" altLang="en-US" sz="2400">
                <a:solidFill>
                  <a:srgbClr val="FF0000"/>
                </a:solidFill>
              </a:rPr>
              <a:t>inconsistent</a:t>
            </a:r>
          </a:p>
        </p:txBody>
      </p:sp>
      <p:pic>
        <p:nvPicPr>
          <p:cNvPr id="99333" name="Picture 9" descr="f05-05-P374493">
            <a:extLst>
              <a:ext uri="{FF2B5EF4-FFF2-40B4-BE49-F238E27FC236}">
                <a16:creationId xmlns:a16="http://schemas.microsoft.com/office/drawing/2014/main" id="{12EDA46C-ECFA-444F-9361-137DA6814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63" y="2447925"/>
            <a:ext cx="5329237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4" name="TextBox 8">
            <a:extLst>
              <a:ext uri="{FF2B5EF4-FFF2-40B4-BE49-F238E27FC236}">
                <a16:creationId xmlns:a16="http://schemas.microsoft.com/office/drawing/2014/main" id="{3235AD9C-EE1C-4736-923B-61F4E7CE8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038" y="3279775"/>
            <a:ext cx="3587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99335" name="TextBox 9">
            <a:extLst>
              <a:ext uri="{FF2B5EF4-FFF2-40B4-BE49-F238E27FC236}">
                <a16:creationId xmlns:a16="http://schemas.microsoft.com/office/drawing/2014/main" id="{175ABBB1-71C4-4007-9662-7370B1781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5024438"/>
            <a:ext cx="358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Footer Placeholder 3">
            <a:extLst>
              <a:ext uri="{FF2B5EF4-FFF2-40B4-BE49-F238E27FC236}">
                <a16:creationId xmlns:a16="http://schemas.microsoft.com/office/drawing/2014/main" id="{7FC08B42-6568-4505-8422-94568BAD71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3A52230-CB02-4F90-A872-232341D1F7A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AU" altLang="en-US" sz="1400"/>
          </a:p>
        </p:txBody>
      </p:sp>
      <p:sp>
        <p:nvSpPr>
          <p:cNvPr id="101379" name="Rectangle 4">
            <a:extLst>
              <a:ext uri="{FF2B5EF4-FFF2-40B4-BE49-F238E27FC236}">
                <a16:creationId xmlns:a16="http://schemas.microsoft.com/office/drawing/2014/main" id="{2D0705DD-AF73-47F6-8C27-EC12296C9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Write-Through (on Hit)</a:t>
            </a:r>
            <a:endParaRPr lang="en-AU" altLang="en-US"/>
          </a:p>
        </p:txBody>
      </p:sp>
      <p:sp>
        <p:nvSpPr>
          <p:cNvPr id="101380" name="Rectangle 5">
            <a:extLst>
              <a:ext uri="{FF2B5EF4-FFF2-40B4-BE49-F238E27FC236}">
                <a16:creationId xmlns:a16="http://schemas.microsoft.com/office/drawing/2014/main" id="{270253A5-147F-4ACE-AAE0-15C7E84C41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4398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On data-write hit, could just update the block in cache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But then cache and memory would be </a:t>
            </a:r>
            <a:r>
              <a:rPr lang="en-US" altLang="en-US" sz="2400">
                <a:solidFill>
                  <a:srgbClr val="FF0000"/>
                </a:solidFill>
              </a:rPr>
              <a:t>inconsistent</a:t>
            </a:r>
          </a:p>
        </p:txBody>
      </p:sp>
      <p:pic>
        <p:nvPicPr>
          <p:cNvPr id="101381" name="Picture 9" descr="f05-05-P374493">
            <a:extLst>
              <a:ext uri="{FF2B5EF4-FFF2-40B4-BE49-F238E27FC236}">
                <a16:creationId xmlns:a16="http://schemas.microsoft.com/office/drawing/2014/main" id="{E751F653-5F57-43F9-A823-D5D97E998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63" y="2447925"/>
            <a:ext cx="5329237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2" name="TextBox 2">
            <a:extLst>
              <a:ext uri="{FF2B5EF4-FFF2-40B4-BE49-F238E27FC236}">
                <a16:creationId xmlns:a16="http://schemas.microsoft.com/office/drawing/2014/main" id="{FE76DF9C-1F8B-4A04-812B-972641E0D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038" y="3279775"/>
            <a:ext cx="3587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1383" name="TextBox 7">
            <a:extLst>
              <a:ext uri="{FF2B5EF4-FFF2-40B4-BE49-F238E27FC236}">
                <a16:creationId xmlns:a16="http://schemas.microsoft.com/office/drawing/2014/main" id="{070DB9B4-164F-4FAC-956A-C8C35183C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5024438"/>
            <a:ext cx="358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5</a:t>
            </a:r>
          </a:p>
        </p:txBody>
      </p:sp>
      <p:cxnSp>
        <p:nvCxnSpPr>
          <p:cNvPr id="101384" name="Straight Arrow Connector 5">
            <a:extLst>
              <a:ext uri="{FF2B5EF4-FFF2-40B4-BE49-F238E27FC236}">
                <a16:creationId xmlns:a16="http://schemas.microsoft.com/office/drawing/2014/main" id="{044A9B68-BEEC-43B6-BE72-20A11A081E9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9475" y="3068638"/>
            <a:ext cx="647700" cy="3603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385" name="TextBox 12">
            <a:extLst>
              <a:ext uri="{FF2B5EF4-FFF2-40B4-BE49-F238E27FC236}">
                <a16:creationId xmlns:a16="http://schemas.microsoft.com/office/drawing/2014/main" id="{70709A56-359C-4C30-B09D-9C2C70C4A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763" y="2771775"/>
            <a:ext cx="671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write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40A2093E-1292-4372-BABE-27D513CEB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275" y="2492896"/>
            <a:ext cx="1706269" cy="63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1600" kern="0" dirty="0" err="1"/>
              <a:t>addi</a:t>
            </a:r>
            <a:r>
              <a:rPr lang="en-US" altLang="en-US" sz="1600" kern="0" dirty="0"/>
              <a:t> $1, $zero, 6</a:t>
            </a:r>
          </a:p>
          <a:p>
            <a:pPr marL="0" indent="0" eaLnBrk="1" hangingPunct="1">
              <a:buNone/>
            </a:pPr>
            <a:r>
              <a:rPr lang="en-US" altLang="en-US" sz="1600" kern="0" dirty="0" err="1"/>
              <a:t>sw</a:t>
            </a:r>
            <a:r>
              <a:rPr lang="en-US" altLang="en-US" sz="1600" kern="0" dirty="0"/>
              <a:t> $1, </a:t>
            </a:r>
            <a:r>
              <a:rPr lang="en-US" altLang="en-US" sz="1600" b="1" kern="0" dirty="0">
                <a:solidFill>
                  <a:srgbClr val="FF0000"/>
                </a:solidFill>
              </a:rPr>
              <a:t>1($zero)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3">
            <a:extLst>
              <a:ext uri="{FF2B5EF4-FFF2-40B4-BE49-F238E27FC236}">
                <a16:creationId xmlns:a16="http://schemas.microsoft.com/office/drawing/2014/main" id="{C795E300-E515-49E3-AFCC-3C7CE99E1D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38AE178-FFFA-43F9-8D5B-94FC338AC11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AU" altLang="en-US" sz="1400"/>
          </a:p>
        </p:txBody>
      </p:sp>
      <p:sp>
        <p:nvSpPr>
          <p:cNvPr id="103427" name="Rectangle 4">
            <a:extLst>
              <a:ext uri="{FF2B5EF4-FFF2-40B4-BE49-F238E27FC236}">
                <a16:creationId xmlns:a16="http://schemas.microsoft.com/office/drawing/2014/main" id="{E64EB96A-19C1-462C-BBD8-B96102356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Write-Through (on Hit)</a:t>
            </a:r>
            <a:endParaRPr lang="en-AU" altLang="en-US"/>
          </a:p>
        </p:txBody>
      </p:sp>
      <p:sp>
        <p:nvSpPr>
          <p:cNvPr id="33796" name="Rectangle 5">
            <a:extLst>
              <a:ext uri="{FF2B5EF4-FFF2-40B4-BE49-F238E27FC236}">
                <a16:creationId xmlns:a16="http://schemas.microsoft.com/office/drawing/2014/main" id="{2C9209FB-E65F-4B91-8181-19B0BEA3B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8270875" cy="6477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 dirty="0"/>
              <a:t>Write-through: also update memory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</p:txBody>
      </p:sp>
      <p:pic>
        <p:nvPicPr>
          <p:cNvPr id="103429" name="Picture 9" descr="f05-05-P374493">
            <a:extLst>
              <a:ext uri="{FF2B5EF4-FFF2-40B4-BE49-F238E27FC236}">
                <a16:creationId xmlns:a16="http://schemas.microsoft.com/office/drawing/2014/main" id="{D539DB24-3D60-4EA9-8C9A-EF0FB060A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63" y="2447925"/>
            <a:ext cx="5329237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30" name="TextBox 8">
            <a:extLst>
              <a:ext uri="{FF2B5EF4-FFF2-40B4-BE49-F238E27FC236}">
                <a16:creationId xmlns:a16="http://schemas.microsoft.com/office/drawing/2014/main" id="{F9BE6D99-34A3-4F7E-AE0B-FDA86603D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038" y="3279775"/>
            <a:ext cx="3587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3431" name="TextBox 9">
            <a:extLst>
              <a:ext uri="{FF2B5EF4-FFF2-40B4-BE49-F238E27FC236}">
                <a16:creationId xmlns:a16="http://schemas.microsoft.com/office/drawing/2014/main" id="{99FEDD7C-F640-45F5-A460-DDDBE3CE6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5024438"/>
            <a:ext cx="358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6</a:t>
            </a:r>
          </a:p>
        </p:txBody>
      </p:sp>
      <p:cxnSp>
        <p:nvCxnSpPr>
          <p:cNvPr id="103432" name="Straight Arrow Connector 11">
            <a:extLst>
              <a:ext uri="{FF2B5EF4-FFF2-40B4-BE49-F238E27FC236}">
                <a16:creationId xmlns:a16="http://schemas.microsoft.com/office/drawing/2014/main" id="{3BF67021-4A75-4C85-AE97-4C309B239D7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9475" y="3068638"/>
            <a:ext cx="647700" cy="3603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433" name="Straight Arrow Connector 12">
            <a:extLst>
              <a:ext uri="{FF2B5EF4-FFF2-40B4-BE49-F238E27FC236}">
                <a16:creationId xmlns:a16="http://schemas.microsoft.com/office/drawing/2014/main" id="{329F4849-72A3-4D88-AFC9-2B3871B2405C}"/>
              </a:ext>
            </a:extLst>
          </p:cNvPr>
          <p:cNvCxnSpPr>
            <a:cxnSpLocks noChangeShapeType="1"/>
            <a:endCxn id="103431" idx="0"/>
          </p:cNvCxnSpPr>
          <p:nvPr/>
        </p:nvCxnSpPr>
        <p:spPr bwMode="auto">
          <a:xfrm flipH="1">
            <a:off x="2174875" y="3068638"/>
            <a:ext cx="1244600" cy="1955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434" name="TextBox 15">
            <a:extLst>
              <a:ext uri="{FF2B5EF4-FFF2-40B4-BE49-F238E27FC236}">
                <a16:creationId xmlns:a16="http://schemas.microsoft.com/office/drawing/2014/main" id="{583116B3-3CAA-48DF-A72A-B72498676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763" y="2771775"/>
            <a:ext cx="671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write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B3B40983-9E16-426D-A2EC-060D8740E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275" y="2492896"/>
            <a:ext cx="1706269" cy="63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1600" kern="0" dirty="0" err="1"/>
              <a:t>addi</a:t>
            </a:r>
            <a:r>
              <a:rPr lang="en-US" altLang="en-US" sz="1600" kern="0" dirty="0"/>
              <a:t> $1, $zero, 6</a:t>
            </a:r>
          </a:p>
          <a:p>
            <a:pPr marL="0" indent="0" eaLnBrk="1" hangingPunct="1">
              <a:buNone/>
            </a:pPr>
            <a:r>
              <a:rPr lang="en-US" altLang="en-US" sz="1600" kern="0" dirty="0" err="1"/>
              <a:t>sw</a:t>
            </a:r>
            <a:r>
              <a:rPr lang="en-US" altLang="en-US" sz="1600" kern="0" dirty="0"/>
              <a:t> $1, </a:t>
            </a:r>
            <a:r>
              <a:rPr lang="en-US" altLang="en-US" sz="1600" b="1" kern="0" dirty="0">
                <a:solidFill>
                  <a:srgbClr val="FF0000"/>
                </a:solidFill>
              </a:rPr>
              <a:t>1($zero)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Footer Placeholder 3">
            <a:extLst>
              <a:ext uri="{FF2B5EF4-FFF2-40B4-BE49-F238E27FC236}">
                <a16:creationId xmlns:a16="http://schemas.microsoft.com/office/drawing/2014/main" id="{1B6C47C4-B7F0-4A8B-884E-DBF1770D66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1723FAE-69C0-4C0C-B0DD-194900F4382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AU" altLang="en-US" sz="1400"/>
          </a:p>
        </p:txBody>
      </p:sp>
      <p:sp>
        <p:nvSpPr>
          <p:cNvPr id="105475" name="Rectangle 4">
            <a:extLst>
              <a:ext uri="{FF2B5EF4-FFF2-40B4-BE49-F238E27FC236}">
                <a16:creationId xmlns:a16="http://schemas.microsoft.com/office/drawing/2014/main" id="{9DAA3F70-E771-4834-859A-536BDD7AC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Write-Through (on Hit)</a:t>
            </a:r>
            <a:endParaRPr lang="en-AU" altLang="en-US"/>
          </a:p>
        </p:txBody>
      </p:sp>
      <p:sp>
        <p:nvSpPr>
          <p:cNvPr id="105476" name="Rectangle 5">
            <a:extLst>
              <a:ext uri="{FF2B5EF4-FFF2-40B4-BE49-F238E27FC236}">
                <a16:creationId xmlns:a16="http://schemas.microsoft.com/office/drawing/2014/main" id="{2A46F9B8-6AA0-4147-97E2-5C8ABD967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5" y="1341438"/>
            <a:ext cx="8487544" cy="251961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But that makes write operation take much longer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e.g., if base CPI = 1, 10% of instructions are stores (</a:t>
            </a:r>
            <a:r>
              <a:rPr lang="en-US" altLang="en-US" sz="2400" dirty="0" err="1"/>
              <a:t>sw</a:t>
            </a:r>
            <a:r>
              <a:rPr lang="en-US" altLang="en-US" sz="2400" dirty="0"/>
              <a:t>)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en-US" sz="2400" dirty="0"/>
              <a:t>    Assume write to memory takes 100 cycles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 Effective (i.e. average) CPI = 1 + 10%×100 = 11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Due to write-through, “</a:t>
            </a:r>
            <a:r>
              <a:rPr lang="en-US" altLang="en-US" sz="2400" dirty="0" err="1"/>
              <a:t>sw</a:t>
            </a:r>
            <a:r>
              <a:rPr lang="en-US" altLang="en-US" sz="2400" dirty="0"/>
              <a:t>” (i.e. write) instruction is a potentially more expensive instruction than “</a:t>
            </a:r>
            <a:r>
              <a:rPr lang="en-US" altLang="en-US" sz="2400" dirty="0" err="1"/>
              <a:t>lw</a:t>
            </a:r>
            <a:r>
              <a:rPr lang="en-US" altLang="en-US" sz="2400" dirty="0"/>
              <a:t>”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Footer Placeholder 3">
            <a:extLst>
              <a:ext uri="{FF2B5EF4-FFF2-40B4-BE49-F238E27FC236}">
                <a16:creationId xmlns:a16="http://schemas.microsoft.com/office/drawing/2014/main" id="{B25695A3-3ADD-4C25-880F-534A15E86F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7F231F1-777D-498D-9BFE-7906E982FA9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AU" altLang="en-US" sz="1400"/>
          </a:p>
        </p:txBody>
      </p:sp>
      <p:sp>
        <p:nvSpPr>
          <p:cNvPr id="107523" name="Rectangle 4">
            <a:extLst>
              <a:ext uri="{FF2B5EF4-FFF2-40B4-BE49-F238E27FC236}">
                <a16:creationId xmlns:a16="http://schemas.microsoft.com/office/drawing/2014/main" id="{110A4B01-B149-465E-9CD5-C89302249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Write-Through</a:t>
            </a:r>
            <a:endParaRPr lang="en-AU" altLang="en-US"/>
          </a:p>
        </p:txBody>
      </p:sp>
      <p:sp>
        <p:nvSpPr>
          <p:cNvPr id="107524" name="Rectangle 5">
            <a:extLst>
              <a:ext uri="{FF2B5EF4-FFF2-40B4-BE49-F238E27FC236}">
                <a16:creationId xmlns:a16="http://schemas.microsoft.com/office/drawing/2014/main" id="{F1E0CC0C-7142-4903-BDB7-9B240D593E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0875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Try to make it quicker: Use a “write buffer”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Holds data waiting to be written to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CPU continues immediately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Only stalls on write if write buffer is already full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Put it aside first (buffering), and write later in a batch </a:t>
            </a:r>
          </a:p>
        </p:txBody>
      </p:sp>
      <p:pic>
        <p:nvPicPr>
          <p:cNvPr id="107525" name="Picture 9" descr="f05-05-P374493">
            <a:extLst>
              <a:ext uri="{FF2B5EF4-FFF2-40B4-BE49-F238E27FC236}">
                <a16:creationId xmlns:a16="http://schemas.microsoft.com/office/drawing/2014/main" id="{8CCA36F7-E5AC-4A9F-BD31-770E7ED0F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5" y="3130550"/>
            <a:ext cx="4230688" cy="305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6" name="Rectangle 1">
            <a:extLst>
              <a:ext uri="{FF2B5EF4-FFF2-40B4-BE49-F238E27FC236}">
                <a16:creationId xmlns:a16="http://schemas.microsoft.com/office/drawing/2014/main" id="{85BFC3DC-3D20-4988-904B-D6823A487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563938"/>
            <a:ext cx="936625" cy="52228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7527" name="TextBox 2">
            <a:extLst>
              <a:ext uri="{FF2B5EF4-FFF2-40B4-BE49-F238E27FC236}">
                <a16:creationId xmlns:a16="http://schemas.microsoft.com/office/drawing/2014/main" id="{AA010972-3BFD-42BA-BC14-1EF926118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3508375"/>
            <a:ext cx="8032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write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buffer</a:t>
            </a:r>
          </a:p>
        </p:txBody>
      </p:sp>
      <p:sp>
        <p:nvSpPr>
          <p:cNvPr id="107528" name="TextBox 8">
            <a:extLst>
              <a:ext uri="{FF2B5EF4-FFF2-40B4-BE49-F238E27FC236}">
                <a16:creationId xmlns:a16="http://schemas.microsoft.com/office/drawing/2014/main" id="{90EA0070-9839-4827-AEB8-833EEF0BA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576638"/>
            <a:ext cx="3000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7529" name="TextBox 9">
            <a:extLst>
              <a:ext uri="{FF2B5EF4-FFF2-40B4-BE49-F238E27FC236}">
                <a16:creationId xmlns:a16="http://schemas.microsoft.com/office/drawing/2014/main" id="{DDAA3BE3-CC9E-45B5-B1B2-39A0EDACF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3584575"/>
            <a:ext cx="3000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7530" name="TextBox 10">
            <a:extLst>
              <a:ext uri="{FF2B5EF4-FFF2-40B4-BE49-F238E27FC236}">
                <a16:creationId xmlns:a16="http://schemas.microsoft.com/office/drawing/2014/main" id="{431CBD09-7803-4C2A-A671-584DE5CD1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5108575"/>
            <a:ext cx="3016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Footer Placeholder 3">
            <a:extLst>
              <a:ext uri="{FF2B5EF4-FFF2-40B4-BE49-F238E27FC236}">
                <a16:creationId xmlns:a16="http://schemas.microsoft.com/office/drawing/2014/main" id="{481BA0E9-3732-41D0-9AD9-A91948C570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9D0D7AE-B4E8-4479-80CD-742F778C6B5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AU" altLang="en-US" sz="1400"/>
          </a:p>
        </p:txBody>
      </p:sp>
      <p:sp>
        <p:nvSpPr>
          <p:cNvPr id="109571" name="Rectangle 4">
            <a:extLst>
              <a:ext uri="{FF2B5EF4-FFF2-40B4-BE49-F238E27FC236}">
                <a16:creationId xmlns:a16="http://schemas.microsoft.com/office/drawing/2014/main" id="{7113FB2B-FAE2-42BF-BD2E-19994C605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Alternative: Write-Back</a:t>
            </a:r>
            <a:endParaRPr lang="en-AU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2" name="Rectangle 5">
                <a:extLst>
                  <a:ext uri="{FF2B5EF4-FFF2-40B4-BE49-F238E27FC236}">
                    <a16:creationId xmlns:a16="http://schemas.microsoft.com/office/drawing/2014/main" id="{C95D28F6-2D72-4C99-8D09-56A10EF55763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60388" y="1125538"/>
                <a:ext cx="8136259" cy="5111750"/>
              </a:xfrm>
            </p:spPr>
            <p:txBody>
              <a:bodyPr/>
              <a:lstStyle/>
              <a:p>
                <a:pPr eaLnBrk="1" hangingPunct="1"/>
                <a:r>
                  <a:rPr lang="en-US" altLang="en-US" dirty="0"/>
                  <a:t>On data-write hit, only update the block in cache (don’t write to mem)</a:t>
                </a:r>
              </a:p>
              <a:p>
                <a:pPr lvl="1" eaLnBrk="1" hangingPunct="1"/>
                <a:r>
                  <a:rPr lang="en-US" altLang="en-US" dirty="0"/>
                  <a:t>But keep track of whether each block is “dirty”</a:t>
                </a:r>
              </a:p>
              <a:p>
                <a:pPr lvl="1" eaLnBrk="1" hangingPunct="1"/>
                <a:r>
                  <a:rPr lang="en-US" altLang="en-US" dirty="0"/>
                  <a:t>“dirty” </a:t>
                </a:r>
                <a14:m>
                  <m:oMath xmlns:m="http://schemas.openxmlformats.org/officeDocument/2006/math">
                    <m:r>
                      <a:rPr lang="en-US" altLang="en-US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⇔</m:t>
                    </m:r>
                  </m:oMath>
                </a14:m>
                <a:r>
                  <a:rPr lang="en-US" altLang="en-US" dirty="0">
                    <a:sym typeface="Wingdings" panose="05000000000000000000" pitchFamily="2" charset="2"/>
                  </a:rPr>
                  <a:t> “has been written to”</a:t>
                </a:r>
                <a:endParaRPr lang="en-US" altLang="en-US" dirty="0"/>
              </a:p>
              <a:p>
                <a:pPr eaLnBrk="1" hangingPunct="1"/>
                <a:r>
                  <a:rPr lang="en-US" altLang="en-US" dirty="0"/>
                  <a:t>When a dirty block is replaced</a:t>
                </a:r>
              </a:p>
              <a:p>
                <a:pPr lvl="1" eaLnBrk="1" hangingPunct="1"/>
                <a:r>
                  <a:rPr lang="en-US" altLang="en-US" dirty="0"/>
                  <a:t>Write it back to memory</a:t>
                </a:r>
              </a:p>
              <a:p>
                <a:pPr lvl="1" eaLnBrk="1" hangingPunct="1"/>
                <a:r>
                  <a:rPr lang="en-US" altLang="en-US" dirty="0"/>
                  <a:t>Can use a write-buffer to allow replacing block to be read first – write replacing block to buffer so they can be read before dirty block is written to memory</a:t>
                </a:r>
                <a:endParaRPr lang="en-AU" altLang="en-US" dirty="0"/>
              </a:p>
            </p:txBody>
          </p:sp>
        </mc:Choice>
        <mc:Fallback xmlns="">
          <p:sp>
            <p:nvSpPr>
              <p:cNvPr id="109572" name="Rectangle 5">
                <a:extLst>
                  <a:ext uri="{FF2B5EF4-FFF2-40B4-BE49-F238E27FC236}">
                    <a16:creationId xmlns:a16="http://schemas.microsoft.com/office/drawing/2014/main" id="{C95D28F6-2D72-4C99-8D09-56A10EF5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60388" y="1125538"/>
                <a:ext cx="8136259" cy="5111750"/>
              </a:xfrm>
              <a:blipFill>
                <a:blip r:embed="rId3"/>
                <a:stretch>
                  <a:fillRect l="-599" t="-1551" r="-1423" b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Footer Placeholder 3">
            <a:extLst>
              <a:ext uri="{FF2B5EF4-FFF2-40B4-BE49-F238E27FC236}">
                <a16:creationId xmlns:a16="http://schemas.microsoft.com/office/drawing/2014/main" id="{481BA0E9-3732-41D0-9AD9-A91948C570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9D0D7AE-B4E8-4479-80CD-742F778C6B5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AU" altLang="en-US" sz="1400"/>
          </a:p>
        </p:txBody>
      </p:sp>
      <p:sp>
        <p:nvSpPr>
          <p:cNvPr id="109571" name="Rectangle 4">
            <a:extLst>
              <a:ext uri="{FF2B5EF4-FFF2-40B4-BE49-F238E27FC236}">
                <a16:creationId xmlns:a16="http://schemas.microsoft.com/office/drawing/2014/main" id="{7113FB2B-FAE2-42BF-BD2E-19994C605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Alternative: Write-Back</a:t>
            </a:r>
            <a:endParaRPr lang="en-AU" altLang="en-US" dirty="0"/>
          </a:p>
        </p:txBody>
      </p:sp>
      <p:pic>
        <p:nvPicPr>
          <p:cNvPr id="7" name="Picture 6" descr="f05-02-P374493">
            <a:extLst>
              <a:ext uri="{FF2B5EF4-FFF2-40B4-BE49-F238E27FC236}">
                <a16:creationId xmlns:a16="http://schemas.microsoft.com/office/drawing/2014/main" id="{09AB0DE6-3220-4525-BF46-CDBB0B1D8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988840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E3AE4DD6-427B-40AB-B258-EFC8459CE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7821" y="2922622"/>
            <a:ext cx="1150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buffer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98FC8A-A36A-4FFA-BC58-43EF701AB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371" y="4757440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B57C46-1827-4295-A29B-BA1B81CE6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3543" y="3057869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B2A7C6-23D2-46EC-9908-FE749C1EA433}"/>
              </a:ext>
            </a:extLst>
          </p:cNvPr>
          <p:cNvCxnSpPr>
            <a:cxnSpLocks noChangeShapeType="1"/>
            <a:stCxn id="9" idx="1"/>
          </p:cNvCxnSpPr>
          <p:nvPr/>
        </p:nvCxnSpPr>
        <p:spPr bwMode="auto">
          <a:xfrm flipH="1" flipV="1">
            <a:off x="2736418" y="3192806"/>
            <a:ext cx="908953" cy="163210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A14947-F4B2-4EEF-A60A-0EFB10F6A9E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9873" y="3204530"/>
            <a:ext cx="746009" cy="1820370"/>
          </a:xfrm>
          <a:prstGeom prst="straightConnector1">
            <a:avLst/>
          </a:prstGeom>
          <a:noFill/>
          <a:ln w="9525" algn="ctr">
            <a:solidFill>
              <a:schemeClr val="tx2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C790D7-C93F-4C17-A8A4-51A0CF4EDE34}"/>
              </a:ext>
            </a:extLst>
          </p:cNvPr>
          <p:cNvCxnSpPr>
            <a:cxnSpLocks noChangeShapeType="1"/>
            <a:stCxn id="11" idx="0"/>
          </p:cNvCxnSpPr>
          <p:nvPr/>
        </p:nvCxnSpPr>
        <p:spPr bwMode="auto">
          <a:xfrm flipV="1">
            <a:off x="2664981" y="2420889"/>
            <a:ext cx="1186939" cy="63698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Box 1">
            <a:extLst>
              <a:ext uri="{FF2B5EF4-FFF2-40B4-BE49-F238E27FC236}">
                <a16:creationId xmlns:a16="http://schemas.microsoft.com/office/drawing/2014/main" id="{685302B1-7577-430E-9C2C-586676FE1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965" y="2833686"/>
            <a:ext cx="90895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dirty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E578E01-1510-458F-9A6D-FA545C5C280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58935" y="3125337"/>
            <a:ext cx="527200" cy="13744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TextBox 1">
            <a:extLst>
              <a:ext uri="{FF2B5EF4-FFF2-40B4-BE49-F238E27FC236}">
                <a16:creationId xmlns:a16="http://schemas.microsoft.com/office/drawing/2014/main" id="{09D7E5F8-4ABE-45CB-9036-FA1E8C8BC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999" y="3707184"/>
            <a:ext cx="3915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30" name="TextBox 1">
            <a:extLst>
              <a:ext uri="{FF2B5EF4-FFF2-40B4-BE49-F238E27FC236}">
                <a16:creationId xmlns:a16="http://schemas.microsoft.com/office/drawing/2014/main" id="{07B06FB0-F986-478E-8A29-7DC331D68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5399" y="2564904"/>
            <a:ext cx="3915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31" name="TextBox 1">
            <a:extLst>
              <a:ext uri="{FF2B5EF4-FFF2-40B4-BE49-F238E27FC236}">
                <a16:creationId xmlns:a16="http://schemas.microsoft.com/office/drawing/2014/main" id="{ECACBA45-D0CF-492C-B5FE-D6DCC473F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214" y="3085855"/>
            <a:ext cx="3915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47D0440E-0631-4A73-99C0-E90AD245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5269" y="3841107"/>
            <a:ext cx="3915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2">
                    <a:lumMod val="50000"/>
                  </a:schemeClr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35184349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3">
            <a:extLst>
              <a:ext uri="{FF2B5EF4-FFF2-40B4-BE49-F238E27FC236}">
                <a16:creationId xmlns:a16="http://schemas.microsoft.com/office/drawing/2014/main" id="{7BC5D4B1-F899-4B20-AAB0-A5C6A0989D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76E2716-3A3B-4B23-AA66-A0414E7AF2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AU" altLang="en-US" sz="1400"/>
          </a:p>
        </p:txBody>
      </p:sp>
      <p:sp>
        <p:nvSpPr>
          <p:cNvPr id="111619" name="Rectangle 4">
            <a:extLst>
              <a:ext uri="{FF2B5EF4-FFF2-40B4-BE49-F238E27FC236}">
                <a16:creationId xmlns:a16="http://schemas.microsoft.com/office/drawing/2014/main" id="{49FF5564-9BF5-4209-B48D-DE5195504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Write Allocate in Cache</a:t>
            </a:r>
            <a:endParaRPr lang="en-AU" alt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F97CA23-FC56-4CB3-9BB0-8ED6C9388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317" y="1041400"/>
            <a:ext cx="8302472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en-US" kern="0" dirty="0"/>
              <a:t>What should happen on a write miss?</a:t>
            </a:r>
          </a:p>
          <a:p>
            <a:pPr eaLnBrk="1" hangingPunct="1"/>
            <a:r>
              <a:rPr lang="en-US" altLang="en-US" kern="0" dirty="0"/>
              <a:t>For write-through, two alternatives:</a:t>
            </a:r>
          </a:p>
          <a:p>
            <a:pPr lvl="1" eaLnBrk="1" hangingPunct="1"/>
            <a:r>
              <a:rPr lang="en-US" altLang="en-US" kern="0" dirty="0"/>
              <a:t>1. Allocate on miss: fetch the block, then write</a:t>
            </a:r>
          </a:p>
          <a:p>
            <a:pPr lvl="1" eaLnBrk="1" hangingPunct="1"/>
            <a:r>
              <a:rPr lang="en-US" altLang="en-US" kern="0" dirty="0"/>
              <a:t>2. Write-around: don’t fetch the block</a:t>
            </a:r>
          </a:p>
          <a:p>
            <a:pPr lvl="2" eaLnBrk="1" hangingPunct="1"/>
            <a:r>
              <a:rPr lang="en-US" altLang="en-US" kern="0" dirty="0"/>
              <a:t>Since programs often write a whole block before reading it (e.g., initialization)</a:t>
            </a:r>
          </a:p>
          <a:p>
            <a:pPr lvl="2" eaLnBrk="1" hangingPunct="1"/>
            <a:r>
              <a:rPr lang="en-US" altLang="en-US" kern="0" dirty="0"/>
              <a:t>Don’t fetch the block until the first read-miss</a:t>
            </a:r>
          </a:p>
          <a:p>
            <a:pPr eaLnBrk="1" hangingPunct="1"/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18498347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3">
            <a:extLst>
              <a:ext uri="{FF2B5EF4-FFF2-40B4-BE49-F238E27FC236}">
                <a16:creationId xmlns:a16="http://schemas.microsoft.com/office/drawing/2014/main" id="{7BC5D4B1-F899-4B20-AAB0-A5C6A0989D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76E2716-3A3B-4B23-AA66-A0414E7AF2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AU" altLang="en-US" sz="1400"/>
          </a:p>
        </p:txBody>
      </p:sp>
      <p:sp>
        <p:nvSpPr>
          <p:cNvPr id="111619" name="Rectangle 4">
            <a:extLst>
              <a:ext uri="{FF2B5EF4-FFF2-40B4-BE49-F238E27FC236}">
                <a16:creationId xmlns:a16="http://schemas.microsoft.com/office/drawing/2014/main" id="{49FF5564-9BF5-4209-B48D-DE5195504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 Allocation</a:t>
            </a:r>
            <a:endParaRPr lang="en-AU" altLang="en-US"/>
          </a:p>
        </p:txBody>
      </p:sp>
      <p:sp>
        <p:nvSpPr>
          <p:cNvPr id="74756" name="Rectangle 5">
            <a:extLst>
              <a:ext uri="{FF2B5EF4-FFF2-40B4-BE49-F238E27FC236}">
                <a16:creationId xmlns:a16="http://schemas.microsoft.com/office/drawing/2014/main" id="{8A350169-36E9-4E2E-843A-FCC6954613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317" y="1041400"/>
            <a:ext cx="8302472" cy="5124450"/>
          </a:xfrm>
        </p:spPr>
        <p:txBody>
          <a:bodyPr/>
          <a:lstStyle/>
          <a:p>
            <a:pPr eaLnBrk="1" hangingPunct="1"/>
            <a:r>
              <a:rPr lang="en-US" altLang="en-US" dirty="0"/>
              <a:t>Fetch the block, then write</a:t>
            </a:r>
          </a:p>
        </p:txBody>
      </p:sp>
      <p:pic>
        <p:nvPicPr>
          <p:cNvPr id="5" name="Picture 6" descr="f05-02-P374493">
            <a:extLst>
              <a:ext uri="{FF2B5EF4-FFF2-40B4-BE49-F238E27FC236}">
                <a16:creationId xmlns:a16="http://schemas.microsoft.com/office/drawing/2014/main" id="{5942F31F-5A85-4608-9B06-8B0B49989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988840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AEABB689-2AF6-41A8-BB2F-8445B2490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934" y="3165177"/>
            <a:ext cx="1150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cache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CA8494-5C1C-4EF5-A845-52BB89B82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371" y="4757440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0147F-0867-4CB2-AC75-B11CA5B16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746" y="4638377"/>
            <a:ext cx="6334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Miss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45EB68-4263-41E9-BD26-C5103DBD8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2671" y="3366790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1D4F66C5-020F-4023-B3E3-4B0D93596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7449" y="2442651"/>
            <a:ext cx="1307182" cy="358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1600" kern="0" dirty="0" err="1"/>
              <a:t>sw</a:t>
            </a:r>
            <a:r>
              <a:rPr lang="en-US" altLang="en-US" sz="1600" kern="0" dirty="0"/>
              <a:t> $1, </a:t>
            </a:r>
            <a:r>
              <a:rPr lang="en-US" altLang="en-US" sz="1600" b="1" kern="0" dirty="0">
                <a:solidFill>
                  <a:srgbClr val="FF0000"/>
                </a:solidFill>
              </a:rPr>
              <a:t>0($2)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963242-3515-4E46-BAA6-7678360BB50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788246" y="2762085"/>
            <a:ext cx="1055688" cy="65787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23D703-B46D-435A-B608-C766C6F1A3AE}"/>
              </a:ext>
            </a:extLst>
          </p:cNvPr>
          <p:cNvCxnSpPr>
            <a:cxnSpLocks noChangeShapeType="1"/>
            <a:stCxn id="7" idx="0"/>
          </p:cNvCxnSpPr>
          <p:nvPr/>
        </p:nvCxnSpPr>
        <p:spPr bwMode="auto">
          <a:xfrm flipH="1" flipV="1">
            <a:off x="3716808" y="3535065"/>
            <a:ext cx="1" cy="122237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3">
            <a:extLst>
              <a:ext uri="{FF2B5EF4-FFF2-40B4-BE49-F238E27FC236}">
                <a16:creationId xmlns:a16="http://schemas.microsoft.com/office/drawing/2014/main" id="{7BC5D4B1-F899-4B20-AAB0-A5C6A0989D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76E2716-3A3B-4B23-AA66-A0414E7AF2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AU" altLang="en-US" sz="1400"/>
          </a:p>
        </p:txBody>
      </p:sp>
      <p:sp>
        <p:nvSpPr>
          <p:cNvPr id="111619" name="Rectangle 4">
            <a:extLst>
              <a:ext uri="{FF2B5EF4-FFF2-40B4-BE49-F238E27FC236}">
                <a16:creationId xmlns:a16="http://schemas.microsoft.com/office/drawing/2014/main" id="{49FF5564-9BF5-4209-B48D-DE5195504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 Allocation</a:t>
            </a:r>
            <a:endParaRPr lang="en-AU" altLang="en-US"/>
          </a:p>
        </p:txBody>
      </p:sp>
      <p:sp>
        <p:nvSpPr>
          <p:cNvPr id="74756" name="Rectangle 5">
            <a:extLst>
              <a:ext uri="{FF2B5EF4-FFF2-40B4-BE49-F238E27FC236}">
                <a16:creationId xmlns:a16="http://schemas.microsoft.com/office/drawing/2014/main" id="{8A350169-36E9-4E2E-843A-FCC6954613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317" y="1041400"/>
            <a:ext cx="8302472" cy="5124450"/>
          </a:xfrm>
        </p:spPr>
        <p:txBody>
          <a:bodyPr/>
          <a:lstStyle/>
          <a:p>
            <a:pPr eaLnBrk="1" hangingPunct="1"/>
            <a:r>
              <a:rPr lang="en-US" altLang="en-US" dirty="0"/>
              <a:t>Write-around: don’t fetch the block</a:t>
            </a:r>
          </a:p>
        </p:txBody>
      </p:sp>
      <p:pic>
        <p:nvPicPr>
          <p:cNvPr id="5" name="Picture 6" descr="f05-02-P374493">
            <a:extLst>
              <a:ext uri="{FF2B5EF4-FFF2-40B4-BE49-F238E27FC236}">
                <a16:creationId xmlns:a16="http://schemas.microsoft.com/office/drawing/2014/main" id="{5942F31F-5A85-4608-9B06-8B0B49989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988840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AEABB689-2AF6-41A8-BB2F-8445B2490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934" y="3165177"/>
            <a:ext cx="1150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cache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CA8494-5C1C-4EF5-A845-52BB89B82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371" y="4757440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0147F-0867-4CB2-AC75-B11CA5B16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746" y="4638377"/>
            <a:ext cx="6334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Miss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45EB68-4263-41E9-BD26-C5103DBD8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2671" y="3366790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1D4F66C5-020F-4023-B3E3-4B0D93596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7449" y="2442651"/>
            <a:ext cx="1307182" cy="358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1600" kern="0" dirty="0" err="1"/>
              <a:t>sw</a:t>
            </a:r>
            <a:r>
              <a:rPr lang="en-US" altLang="en-US" sz="1600" kern="0" dirty="0"/>
              <a:t> $1, </a:t>
            </a:r>
            <a:r>
              <a:rPr lang="en-US" altLang="en-US" sz="1600" b="1" kern="0" dirty="0">
                <a:solidFill>
                  <a:srgbClr val="FF0000"/>
                </a:solidFill>
              </a:rPr>
              <a:t>0($2)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963242-3515-4E46-BAA6-7678360BB50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723159" y="2762085"/>
            <a:ext cx="1120775" cy="199535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8375039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3">
            <a:extLst>
              <a:ext uri="{FF2B5EF4-FFF2-40B4-BE49-F238E27FC236}">
                <a16:creationId xmlns:a16="http://schemas.microsoft.com/office/drawing/2014/main" id="{7BC5D4B1-F899-4B20-AAB0-A5C6A0989D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76E2716-3A3B-4B23-AA66-A0414E7AF2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AU" altLang="en-US" sz="1400"/>
          </a:p>
        </p:txBody>
      </p:sp>
      <p:sp>
        <p:nvSpPr>
          <p:cNvPr id="111619" name="Rectangle 4">
            <a:extLst>
              <a:ext uri="{FF2B5EF4-FFF2-40B4-BE49-F238E27FC236}">
                <a16:creationId xmlns:a16="http://schemas.microsoft.com/office/drawing/2014/main" id="{49FF5564-9BF5-4209-B48D-DE5195504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Write Allocate</a:t>
            </a:r>
            <a:endParaRPr lang="en-AU" alt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F97CA23-FC56-4CB3-9BB0-8ED6C9388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568" y="1041400"/>
            <a:ext cx="8317221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en-US" kern="0" dirty="0"/>
              <a:t>What should happen on a write miss?</a:t>
            </a:r>
          </a:p>
          <a:p>
            <a:pPr eaLnBrk="1" hangingPunct="1"/>
            <a:r>
              <a:rPr lang="en-US" altLang="en-US" dirty="0"/>
              <a:t>For write-back</a:t>
            </a:r>
          </a:p>
          <a:p>
            <a:pPr lvl="1" eaLnBrk="1" hangingPunct="1"/>
            <a:r>
              <a:rPr lang="en-US" altLang="en-US" dirty="0"/>
              <a:t>First, write back the current block (if dirty)</a:t>
            </a:r>
          </a:p>
          <a:p>
            <a:pPr lvl="1" eaLnBrk="1" hangingPunct="1"/>
            <a:r>
              <a:rPr lang="en-US" altLang="en-US" dirty="0"/>
              <a:t>Then fetch the new block</a:t>
            </a:r>
          </a:p>
          <a:p>
            <a:pPr lvl="1" eaLnBrk="1" hangingPunct="1"/>
            <a:r>
              <a:rPr lang="en-US" altLang="en-US" dirty="0"/>
              <a:t>Then write into cache, and flag dirty</a:t>
            </a:r>
          </a:p>
        </p:txBody>
      </p:sp>
    </p:spTree>
    <p:extLst>
      <p:ext uri="{BB962C8B-B14F-4D97-AF65-F5344CB8AC3E}">
        <p14:creationId xmlns:p14="http://schemas.microsoft.com/office/powerpoint/2010/main" val="31816818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Footer Placeholder 3">
            <a:extLst>
              <a:ext uri="{FF2B5EF4-FFF2-40B4-BE49-F238E27FC236}">
                <a16:creationId xmlns:a16="http://schemas.microsoft.com/office/drawing/2014/main" id="{84E3CCDF-DB99-4BE7-A9C1-F3CDC80ADF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C63EA47-0B6E-44F0-90B0-B5B93651BA6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AU" altLang="en-US" sz="140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F738AD00-76DB-4C3C-A62D-063C81FA7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1938"/>
            <a:ext cx="8259762" cy="646112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SimSun" panose="02010600030101010101" pitchFamily="2" charset="-122"/>
              </a:rPr>
              <a:t>Real </a:t>
            </a:r>
            <a:r>
              <a:rPr lang="en-AU" altLang="zh-CN" sz="3600">
                <a:ea typeface="SimSun" panose="02010600030101010101" pitchFamily="2" charset="-122"/>
              </a:rPr>
              <a:t>e</a:t>
            </a:r>
            <a:r>
              <a:rPr lang="en-AU" altLang="en-US" sz="3600"/>
              <a:t>xample: Intrinsity FastMATH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795F7F7E-053A-4998-918C-530BA80AA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060450"/>
            <a:ext cx="8424167" cy="5248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AU" altLang="en-US" sz="2600" dirty="0"/>
              <a:t>Embedded MIPS processor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12-stage pipeline (cf. MIPS is a 5-stage pipeline)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Instruction and data access on each cycle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sz="2600" dirty="0"/>
              <a:t>Split cache: separate I-cache and D-cache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I: Instruction; D: Data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Each 16KB Cache: 256 blocks </a:t>
            </a:r>
            <a:r>
              <a:rPr lang="en-US" altLang="en-US" sz="2600" dirty="0">
                <a:cs typeface="Arial" panose="020B0604020202020204" pitchFamily="34" charset="0"/>
              </a:rPr>
              <a:t>×</a:t>
            </a:r>
            <a:r>
              <a:rPr lang="en-AU" altLang="en-US" sz="2600" dirty="0"/>
              <a:t> 16 words/block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D-cache: write-through or write-back</a:t>
            </a:r>
          </a:p>
        </p:txBody>
      </p:sp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4">
            <a:extLst>
              <a:ext uri="{FF2B5EF4-FFF2-40B4-BE49-F238E27FC236}">
                <a16:creationId xmlns:a16="http://schemas.microsoft.com/office/drawing/2014/main" id="{DAC7F455-0FE3-46A9-9C84-FC0E9ECB76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2BCC477-A609-46E5-A648-67A2F1CE004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AU" altLang="en-US" sz="1400"/>
          </a:p>
        </p:txBody>
      </p:sp>
      <p:pic>
        <p:nvPicPr>
          <p:cNvPr id="59395" name="Picture 6" descr="f05-02-P374493">
            <a:extLst>
              <a:ext uri="{FF2B5EF4-FFF2-40B4-BE49-F238E27FC236}">
                <a16:creationId xmlns:a16="http://schemas.microsoft.com/office/drawing/2014/main" id="{96E9560E-196D-4838-A252-AFCBA475F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25" y="1646238"/>
            <a:ext cx="323532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Rectangle 2">
            <a:extLst>
              <a:ext uri="{FF2B5EF4-FFF2-40B4-BE49-F238E27FC236}">
                <a16:creationId xmlns:a16="http://schemas.microsoft.com/office/drawing/2014/main" id="{AA58098F-37CB-41CF-BF70-D5AE17629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Hierarchy Levels</a:t>
            </a:r>
            <a:endParaRPr lang="en-AU" altLang="en-US"/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2F7A87EF-93E1-44EE-8847-1C1C52C54AC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62488" y="2730500"/>
            <a:ext cx="2622550" cy="395288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Cache Memory</a:t>
            </a:r>
            <a:endParaRPr lang="en-AU" altLang="en-US" sz="18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CAE6F8-AC82-4FBB-99C7-A17E96896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4073525"/>
            <a:ext cx="23907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1800" kern="0" dirty="0"/>
              <a:t>Main Memory -- RAM</a:t>
            </a:r>
            <a:endParaRPr lang="en-AU" altLang="en-US" sz="1800" kern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8FDCB2-35DE-4553-85AB-4B8B6B22C8BC}"/>
              </a:ext>
            </a:extLst>
          </p:cNvPr>
          <p:cNvSpPr/>
          <p:nvPr/>
        </p:nvSpPr>
        <p:spPr bwMode="auto">
          <a:xfrm>
            <a:off x="2878274" y="2709050"/>
            <a:ext cx="1805479" cy="637309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4162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Footer Placeholder 2">
            <a:extLst>
              <a:ext uri="{FF2B5EF4-FFF2-40B4-BE49-F238E27FC236}">
                <a16:creationId xmlns:a16="http://schemas.microsoft.com/office/drawing/2014/main" id="{F7F59E77-10B6-4133-90F0-198439ABAB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FB2A059-0960-4644-838F-980C3B42899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AU" altLang="en-US" sz="14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598EE63C-EF7A-4F61-99DB-07AE5F11D1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Example: Intrinsity FastMATH</a:t>
            </a:r>
          </a:p>
        </p:txBody>
      </p:sp>
      <p:pic>
        <p:nvPicPr>
          <p:cNvPr id="115716" name="Picture 4" descr="f05-09-P374493">
            <a:extLst>
              <a:ext uri="{FF2B5EF4-FFF2-40B4-BE49-F238E27FC236}">
                <a16:creationId xmlns:a16="http://schemas.microsoft.com/office/drawing/2014/main" id="{CB6DE30D-A0EA-490E-AE86-61A37E1A1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196975"/>
            <a:ext cx="7975600" cy="505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A3CD66-00E1-44BB-9375-35EF9E02E5E6}"/>
              </a:ext>
            </a:extLst>
          </p:cNvPr>
          <p:cNvSpPr/>
          <p:nvPr/>
        </p:nvSpPr>
        <p:spPr bwMode="auto">
          <a:xfrm>
            <a:off x="1590196" y="3090356"/>
            <a:ext cx="6088781" cy="1840179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Footer Placeholder 3">
            <a:extLst>
              <a:ext uri="{FF2B5EF4-FFF2-40B4-BE49-F238E27FC236}">
                <a16:creationId xmlns:a16="http://schemas.microsoft.com/office/drawing/2014/main" id="{84E3CCDF-DB99-4BE7-A9C1-F3CDC80ADF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C63EA47-0B6E-44F0-90B0-B5B93651BA6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AU" altLang="en-US" sz="140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F738AD00-76DB-4C3C-A62D-063C81FA7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1938"/>
            <a:ext cx="8259762" cy="646112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SimSun" panose="02010600030101010101" pitchFamily="2" charset="-122"/>
              </a:rPr>
              <a:t>Real </a:t>
            </a:r>
            <a:r>
              <a:rPr lang="en-AU" altLang="zh-CN" sz="3600">
                <a:ea typeface="SimSun" panose="02010600030101010101" pitchFamily="2" charset="-122"/>
              </a:rPr>
              <a:t>e</a:t>
            </a:r>
            <a:r>
              <a:rPr lang="en-AU" altLang="en-US" sz="3600"/>
              <a:t>xample: Intrinsity FastMATH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795F7F7E-053A-4998-918C-530BA80AA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060450"/>
            <a:ext cx="8424167" cy="5248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AU" altLang="en-US" sz="2600" dirty="0"/>
              <a:t>SPEC2000 miss rates (benchmark program statistics)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I-cache: 0.4% </a:t>
            </a:r>
            <a:r>
              <a:rPr lang="en-AU" altLang="en-US" sz="2600" dirty="0">
                <a:solidFill>
                  <a:schemeClr val="bg1">
                    <a:lumMod val="50000"/>
                  </a:schemeClr>
                </a:solidFill>
              </a:rPr>
              <a:t>(99.6% of instructions fetched from cache)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D-cache: 11.4% </a:t>
            </a:r>
            <a:r>
              <a:rPr lang="en-AU" altLang="en-US" sz="2600" dirty="0">
                <a:solidFill>
                  <a:schemeClr val="bg1">
                    <a:lumMod val="50000"/>
                  </a:schemeClr>
                </a:solidFill>
              </a:rPr>
              <a:t>(88.6% of data </a:t>
            </a:r>
            <a:r>
              <a:rPr lang="en-AU" altLang="en-US" sz="2600" dirty="0" err="1">
                <a:solidFill>
                  <a:schemeClr val="bg1">
                    <a:lumMod val="50000"/>
                  </a:schemeClr>
                </a:solidFill>
              </a:rPr>
              <a:t>lw</a:t>
            </a:r>
            <a:r>
              <a:rPr lang="en-AU" altLang="en-US" sz="26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AU" altLang="en-US" sz="2600" dirty="0" err="1">
                <a:solidFill>
                  <a:schemeClr val="bg1">
                    <a:lumMod val="50000"/>
                  </a:schemeClr>
                </a:solidFill>
              </a:rPr>
              <a:t>sw</a:t>
            </a:r>
            <a:r>
              <a:rPr lang="en-AU" altLang="en-US" sz="2600" dirty="0">
                <a:solidFill>
                  <a:schemeClr val="bg1">
                    <a:lumMod val="50000"/>
                  </a:schemeClr>
                </a:solidFill>
              </a:rPr>
              <a:t> in cache)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Weighted average miss rate: 3.2%</a:t>
            </a:r>
          </a:p>
        </p:txBody>
      </p:sp>
    </p:spTree>
    <p:extLst>
      <p:ext uri="{BB962C8B-B14F-4D97-AF65-F5344CB8AC3E}">
        <p14:creationId xmlns:p14="http://schemas.microsoft.com/office/powerpoint/2010/main" val="3913353134"/>
      </p:ext>
    </p:extLst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Footer Placeholder 3">
            <a:extLst>
              <a:ext uri="{FF2B5EF4-FFF2-40B4-BE49-F238E27FC236}">
                <a16:creationId xmlns:a16="http://schemas.microsoft.com/office/drawing/2014/main" id="{CCDC1091-FD12-4611-A7A3-9F512070A2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1EAE494-94C8-4EDD-9CFD-75B8C805B80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AU" altLang="en-US" sz="1400"/>
          </a:p>
        </p:txBody>
      </p:sp>
      <p:sp>
        <p:nvSpPr>
          <p:cNvPr id="119811" name="Rectangle 4">
            <a:extLst>
              <a:ext uri="{FF2B5EF4-FFF2-40B4-BE49-F238E27FC236}">
                <a16:creationId xmlns:a16="http://schemas.microsoft.com/office/drawing/2014/main" id="{AE453A0B-CC54-4FB8-A9F3-4234497FA3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Performance Example</a:t>
            </a:r>
            <a:endParaRPr lang="en-AU" altLang="en-US"/>
          </a:p>
        </p:txBody>
      </p:sp>
      <p:sp>
        <p:nvSpPr>
          <p:cNvPr id="88068" name="Rectangle 5">
            <a:extLst>
              <a:ext uri="{FF2B5EF4-FFF2-40B4-BE49-F238E27FC236}">
                <a16:creationId xmlns:a16="http://schemas.microsoft.com/office/drawing/2014/main" id="{50F8B6CF-F6F6-4E4C-98D3-BB57A9F24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dirty="0"/>
              <a:t>Given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I-cache miss rate = 2% (instruction fetch)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D-cache miss rate = 4% (data </a:t>
            </a:r>
            <a:r>
              <a:rPr lang="en-US" altLang="en-US" dirty="0" err="1"/>
              <a:t>lw</a:t>
            </a:r>
            <a:r>
              <a:rPr lang="en-US" altLang="en-US" dirty="0"/>
              <a:t>/</a:t>
            </a:r>
            <a:r>
              <a:rPr lang="en-US" altLang="en-US" dirty="0" err="1"/>
              <a:t>sw</a:t>
            </a:r>
            <a:r>
              <a:rPr lang="en-US" altLang="en-US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Miss penalty = 100 cycles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Base CPI (ideal cache) = </a:t>
            </a:r>
            <a:r>
              <a:rPr lang="en-US" altLang="en-US" dirty="0">
                <a:solidFill>
                  <a:srgbClr val="C00000"/>
                </a:solidFill>
              </a:rPr>
              <a:t>2</a:t>
            </a:r>
            <a:endParaRPr lang="en-US" altLang="en-US" sz="1200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Load &amp; stores are 36% of instructions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dirty="0"/>
              <a:t>Miss penalty per instruction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I-cache:  100%×2%×100 = 2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D-cache: 36% ×4%×100 = 1.44</a:t>
            </a:r>
            <a:endParaRPr lang="en-US" alt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dirty="0"/>
              <a:t>Actual average CPI = </a:t>
            </a:r>
            <a:r>
              <a:rPr lang="en-US" altLang="en-US" dirty="0">
                <a:solidFill>
                  <a:srgbClr val="C00000"/>
                </a:solidFill>
              </a:rPr>
              <a:t>2</a:t>
            </a:r>
            <a:r>
              <a:rPr lang="en-US" altLang="en-US" dirty="0"/>
              <a:t> + 2 + 1.44 = 5.44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5.44/</a:t>
            </a:r>
            <a:r>
              <a:rPr lang="en-US" altLang="en-US" dirty="0">
                <a:solidFill>
                  <a:srgbClr val="C00000"/>
                </a:solidFill>
              </a:rPr>
              <a:t>2</a:t>
            </a:r>
            <a:r>
              <a:rPr lang="en-US" altLang="en-US" dirty="0"/>
              <a:t> =2.72 times slower than ideal CPU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756CD-2D11-4F4B-A0ED-731FEC51205D}"/>
              </a:ext>
            </a:extLst>
          </p:cNvPr>
          <p:cNvSpPr txBox="1"/>
          <p:nvPr/>
        </p:nvSpPr>
        <p:spPr>
          <a:xfrm>
            <a:off x="5865611" y="2765108"/>
            <a:ext cx="2450806" cy="58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</a:rPr>
              <a:t> 1 cycle address transfer</a:t>
            </a:r>
          </a:p>
          <a:p>
            <a:pPr>
              <a:defRPr/>
            </a:pP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</a:rPr>
              <a:t> 1 data transfer, if hit</a:t>
            </a:r>
            <a:endParaRPr lang="en-US" sz="1600" dirty="0"/>
          </a:p>
        </p:txBody>
      </p:sp>
      <p:sp>
        <p:nvSpPr>
          <p:cNvPr id="119815" name="TextBox 8">
            <a:extLst>
              <a:ext uri="{FF2B5EF4-FFF2-40B4-BE49-F238E27FC236}">
                <a16:creationId xmlns:a16="http://schemas.microsoft.com/office/drawing/2014/main" id="{412DEA1C-7B11-4347-99B0-D38FEB0FF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2863" y="4510699"/>
            <a:ext cx="21207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7F7F7F"/>
                </a:solidFill>
              </a:rPr>
              <a:t>36% of times need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7F7F7F"/>
                </a:solidFill>
              </a:rPr>
              <a:t>to access mem again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Footer Placeholder 3">
            <a:extLst>
              <a:ext uri="{FF2B5EF4-FFF2-40B4-BE49-F238E27FC236}">
                <a16:creationId xmlns:a16="http://schemas.microsoft.com/office/drawing/2014/main" id="{55CC1FE7-28F0-4BED-8C6E-2AB5AFFB13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AB6C48B-4B98-41A9-9351-832AD0CDBEA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AU" altLang="en-US" sz="1400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628DF5EE-C30E-4D15-B87F-F9274989A5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Average Access Time</a:t>
            </a:r>
          </a:p>
        </p:txBody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600B0A0D-13FB-4540-BB32-04158C5E0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991475" cy="4679950"/>
          </a:xfrm>
        </p:spPr>
        <p:txBody>
          <a:bodyPr/>
          <a:lstStyle/>
          <a:p>
            <a:pPr eaLnBrk="1" hangingPunct="1"/>
            <a:r>
              <a:rPr lang="en-AU" altLang="en-US" dirty="0"/>
              <a:t>Average memory access time (AMAT)</a:t>
            </a:r>
          </a:p>
          <a:p>
            <a:pPr lvl="1" eaLnBrk="1" hangingPunct="1"/>
            <a:r>
              <a:rPr lang="en-AU" altLang="en-US" dirty="0"/>
              <a:t>AMAT = Hit time + Miss rate </a:t>
            </a:r>
            <a:r>
              <a:rPr lang="en-US" altLang="en-US" dirty="0">
                <a:cs typeface="Arial" panose="020B0604020202020204" pitchFamily="34" charset="0"/>
              </a:rPr>
              <a:t>× Miss penalty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Example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CPU with 1ns clock, hit time = 1 cycle, miss penalty = 20 cycles, I-cache miss rate = 5%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AMAT = 1 + 5%×20 = 2ns</a:t>
            </a:r>
          </a:p>
          <a:p>
            <a:pPr lvl="2" eaLnBrk="1" hangingPunct="1"/>
            <a:r>
              <a:rPr lang="en-US" altLang="en-US" dirty="0">
                <a:cs typeface="Arial" panose="020B0604020202020204" pitchFamily="34" charset="0"/>
              </a:rPr>
              <a:t>2 cycles per instruction</a:t>
            </a:r>
          </a:p>
          <a:p>
            <a:pPr lvl="2" eaLnBrk="1" hangingPunct="1"/>
            <a:r>
              <a:rPr lang="en-US" altLang="en-US" dirty="0">
                <a:cs typeface="Arial" panose="020B0604020202020204" pitchFamily="34" charset="0"/>
              </a:rPr>
              <a:t>(cache cycle, not mem</a:t>
            </a:r>
            <a:r>
              <a:rPr lang="en-US" altLang="zh-CN" dirty="0">
                <a:ea typeface="SimSun" panose="02010600030101010101" pitchFamily="2" charset="-122"/>
                <a:cs typeface="Arial" panose="020B0604020202020204" pitchFamily="34" charset="0"/>
              </a:rPr>
              <a:t>ory</a:t>
            </a:r>
            <a:r>
              <a:rPr lang="en-US" altLang="en-US" dirty="0">
                <a:cs typeface="Arial" panose="020B0604020202020204" pitchFamily="34" charset="0"/>
              </a:rPr>
              <a:t> cycle)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88AF2C-C19A-4DAB-A10D-E5E266752B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DD6626D4-DABE-492F-9032-06C451E08B6A}" type="slidenum">
              <a:rPr lang="en-AU" altLang="en-US" smtClean="0"/>
              <a:pPr>
                <a:defRPr/>
              </a:pPr>
              <a:t>77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44073751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Number Placeholder 5">
            <a:extLst>
              <a:ext uri="{FF2B5EF4-FFF2-40B4-BE49-F238E27FC236}">
                <a16:creationId xmlns:a16="http://schemas.microsoft.com/office/drawing/2014/main" id="{FD1EDEC6-7949-4C4B-A6D8-51AC41600F27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38EC3749-4BCF-401A-ABFF-0359987BA248}" type="slidenum">
              <a:rPr lang="en-US" altLang="en-US" sz="1200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124931" name="Footer Placeholder 7">
            <a:extLst>
              <a:ext uri="{FF2B5EF4-FFF2-40B4-BE49-F238E27FC236}">
                <a16:creationId xmlns:a16="http://schemas.microsoft.com/office/drawing/2014/main" id="{FC7085B1-9135-4691-BA24-E06DDCBD36A6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Copyright © 2014 Elsevier Inc. All rights reserved.</a:t>
            </a:r>
          </a:p>
        </p:txBody>
      </p:sp>
      <p:sp>
        <p:nvSpPr>
          <p:cNvPr id="124932" name="TextBox 3">
            <a:extLst>
              <a:ext uri="{FF2B5EF4-FFF2-40B4-BE49-F238E27FC236}">
                <a16:creationId xmlns:a16="http://schemas.microsoft.com/office/drawing/2014/main" id="{7EF9B2D1-2C18-413A-B5BA-AB7BACF02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FIGURE 4.60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 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Pipelined control overview, showing the two multiplexors for forwarding, the hazard detection unit, and the forwarding unit. 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Although the ID and EX stages have been simplified—the sign-extended immediate and branch logic are missing—this drawing gives the essence of the forwarding hardware requirements.</a:t>
            </a:r>
            <a:r>
              <a:rPr lang="en-US" altLang="en-US" sz="12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4933" name="Picture 6" descr="f04-60-9780124077263">
            <a:extLst>
              <a:ext uri="{FF2B5EF4-FFF2-40B4-BE49-F238E27FC236}">
                <a16:creationId xmlns:a16="http://schemas.microsoft.com/office/drawing/2014/main" id="{E69690B2-5C7F-460C-BBB4-7938C893E261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941388"/>
            <a:ext cx="6419850" cy="390842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1C634E-0BE8-4B82-AE74-011206E3F3CA}"/>
              </a:ext>
            </a:extLst>
          </p:cNvPr>
          <p:cNvSpPr/>
          <p:nvPr/>
        </p:nvSpPr>
        <p:spPr bwMode="auto">
          <a:xfrm>
            <a:off x="1612900" y="2543175"/>
            <a:ext cx="647700" cy="10080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462AA9-8330-4D27-9E74-FA098F3E3590}"/>
              </a:ext>
            </a:extLst>
          </p:cNvPr>
          <p:cNvSpPr/>
          <p:nvPr/>
        </p:nvSpPr>
        <p:spPr bwMode="auto">
          <a:xfrm>
            <a:off x="6508750" y="2665413"/>
            <a:ext cx="647700" cy="10080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C1B466-1CC0-4C07-8CB5-8F7C1C52AA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075" y="441325"/>
            <a:ext cx="16097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F06FDBBD-3A2A-4FC4-B491-D3350E1AF521}"/>
              </a:ext>
            </a:extLst>
          </p:cNvPr>
          <p:cNvSpPr/>
          <p:nvPr/>
        </p:nvSpPr>
        <p:spPr bwMode="auto">
          <a:xfrm>
            <a:off x="7092652" y="399377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BDB9758-6E16-4E0D-B701-2FA2413C188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832600" y="1441450"/>
            <a:ext cx="403225" cy="14112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B443C62C-699B-419C-ABDB-7691AAD6FF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4311650"/>
            <a:ext cx="1609725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553C2BBE-D781-4871-9756-76310C7ACC08}"/>
              </a:ext>
            </a:extLst>
          </p:cNvPr>
          <p:cNvSpPr/>
          <p:nvPr/>
        </p:nvSpPr>
        <p:spPr bwMode="auto">
          <a:xfrm>
            <a:off x="655588" y="4282382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1E8CC0D-F0A4-4025-96CE-47DA4163F93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093788" y="2852738"/>
            <a:ext cx="842962" cy="143033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>
            <a:extLst>
              <a:ext uri="{FF2B5EF4-FFF2-40B4-BE49-F238E27FC236}">
                <a16:creationId xmlns:a16="http://schemas.microsoft.com/office/drawing/2014/main" id="{8E0EB7C1-1DA9-48EA-B5A4-8CAB280E20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6DDC18A-4003-4F9C-97BF-DB3DCA490B4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AU" altLang="en-US" sz="1400"/>
          </a:p>
        </p:txBody>
      </p:sp>
      <p:pic>
        <p:nvPicPr>
          <p:cNvPr id="63491" name="Picture 9" descr="f05-05-P374493">
            <a:extLst>
              <a:ext uri="{FF2B5EF4-FFF2-40B4-BE49-F238E27FC236}">
                <a16:creationId xmlns:a16="http://schemas.microsoft.com/office/drawing/2014/main" id="{AEB1559C-B737-4BD2-A077-ADA43F4CD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922588"/>
            <a:ext cx="469265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Rectangle 6">
            <a:extLst>
              <a:ext uri="{FF2B5EF4-FFF2-40B4-BE49-F238E27FC236}">
                <a16:creationId xmlns:a16="http://schemas.microsoft.com/office/drawing/2014/main" id="{409576A7-391A-438D-8C85-2B146F5B8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 Mapped Cache</a:t>
            </a:r>
            <a:endParaRPr lang="en-AU" altLang="en-US"/>
          </a:p>
        </p:txBody>
      </p:sp>
      <p:sp>
        <p:nvSpPr>
          <p:cNvPr id="63493" name="Rectangle 7">
            <a:extLst>
              <a:ext uri="{FF2B5EF4-FFF2-40B4-BE49-F238E27FC236}">
                <a16:creationId xmlns:a16="http://schemas.microsoft.com/office/drawing/2014/main" id="{4AE25868-B2B6-4545-B098-743EDBDA7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73150"/>
            <a:ext cx="7920037" cy="2251075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Location determined by address</a:t>
            </a:r>
          </a:p>
          <a:p>
            <a:pPr eaLnBrk="1" hangingPunct="1"/>
            <a:r>
              <a:rPr lang="en-US" altLang="en-US" sz="2200" dirty="0"/>
              <a:t>Direct mapped: only one choice</a:t>
            </a:r>
          </a:p>
          <a:p>
            <a:pPr lvl="1" eaLnBrk="1" hangingPunct="1"/>
            <a:r>
              <a:rPr lang="en-US" altLang="en-US" sz="2200" dirty="0"/>
              <a:t>Cache address = (Block address) % (#Blocks in cache)</a:t>
            </a:r>
          </a:p>
          <a:p>
            <a:pPr lvl="1" eaLnBrk="1" hangingPunct="1"/>
            <a:r>
              <a:rPr lang="en-US" altLang="en-US" sz="2200" dirty="0">
                <a:solidFill>
                  <a:srgbClr val="C00000"/>
                </a:solidFill>
              </a:rPr>
              <a:t>Fixed mapping</a:t>
            </a:r>
          </a:p>
          <a:p>
            <a:pPr lvl="1" eaLnBrk="1" hangingPunct="1"/>
            <a:endParaRPr lang="en-AU" altLang="en-US" sz="2200" dirty="0"/>
          </a:p>
        </p:txBody>
      </p:sp>
      <p:sp>
        <p:nvSpPr>
          <p:cNvPr id="63494" name="Rectangle 5">
            <a:extLst>
              <a:ext uri="{FF2B5EF4-FFF2-40B4-BE49-F238E27FC236}">
                <a16:creationId xmlns:a16="http://schemas.microsoft.com/office/drawing/2014/main" id="{8F06B651-5168-49BA-823A-2846DCD5B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3613" y="3149599"/>
            <a:ext cx="25908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/>
              <a:t>If #Blocks is a power of 2, just use </a:t>
            </a:r>
            <a:r>
              <a:rPr lang="en-US" altLang="en-US" sz="2400" dirty="0">
                <a:solidFill>
                  <a:srgbClr val="FF0000"/>
                </a:solidFill>
              </a:rPr>
              <a:t>low-order</a:t>
            </a:r>
            <a:r>
              <a:rPr lang="en-US" altLang="en-US" sz="2400" dirty="0"/>
              <a:t> address bits for Cache address</a:t>
            </a:r>
            <a:endParaRPr lang="en-AU" altLang="en-US" sz="2400" dirty="0"/>
          </a:p>
        </p:txBody>
      </p:sp>
      <p:sp>
        <p:nvSpPr>
          <p:cNvPr id="63495" name="Rectangle 5">
            <a:extLst>
              <a:ext uri="{FF2B5EF4-FFF2-40B4-BE49-F238E27FC236}">
                <a16:creationId xmlns:a16="http://schemas.microsoft.com/office/drawing/2014/main" id="{5AB6CBE8-C191-499D-BEC6-F73FC08DF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575" y="3913188"/>
            <a:ext cx="100806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AU" altLang="en-US" sz="1800"/>
              <a:t>Cache</a:t>
            </a:r>
          </a:p>
        </p:txBody>
      </p:sp>
      <p:sp>
        <p:nvSpPr>
          <p:cNvPr id="63496" name="Rectangle 5">
            <a:extLst>
              <a:ext uri="{FF2B5EF4-FFF2-40B4-BE49-F238E27FC236}">
                <a16:creationId xmlns:a16="http://schemas.microsoft.com/office/drawing/2014/main" id="{CC369D04-B8A7-4D55-B44E-902A8FC3B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588" y="5553075"/>
            <a:ext cx="8890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AU" altLang="en-US" sz="1800"/>
              <a:t>Mem</a:t>
            </a:r>
          </a:p>
        </p:txBody>
      </p:sp>
      <p:sp>
        <p:nvSpPr>
          <p:cNvPr id="63497" name="TextBox 9">
            <a:extLst>
              <a:ext uri="{FF2B5EF4-FFF2-40B4-BE49-F238E27FC236}">
                <a16:creationId xmlns:a16="http://schemas.microsoft.com/office/drawing/2014/main" id="{50D94AB2-247A-4D8C-BF83-BE57F037C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1112838"/>
            <a:ext cx="13684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address in memory</a:t>
            </a:r>
          </a:p>
        </p:txBody>
      </p:sp>
      <p:cxnSp>
        <p:nvCxnSpPr>
          <p:cNvPr id="63498" name="Straight Arrow Connector 10">
            <a:extLst>
              <a:ext uri="{FF2B5EF4-FFF2-40B4-BE49-F238E27FC236}">
                <a16:creationId xmlns:a16="http://schemas.microsoft.com/office/drawing/2014/main" id="{73A2F938-A4B5-4440-9B8C-BA3D338B1F54}"/>
              </a:ext>
            </a:extLst>
          </p:cNvPr>
          <p:cNvCxnSpPr>
            <a:cxnSpLocks noChangeShapeType="1"/>
            <a:stCxn id="63497" idx="1"/>
          </p:cNvCxnSpPr>
          <p:nvPr/>
        </p:nvCxnSpPr>
        <p:spPr bwMode="auto">
          <a:xfrm flipH="1">
            <a:off x="4716463" y="1466850"/>
            <a:ext cx="1079500" cy="5222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9169848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Footer Placeholder 3">
            <a:extLst>
              <a:ext uri="{FF2B5EF4-FFF2-40B4-BE49-F238E27FC236}">
                <a16:creationId xmlns:a16="http://schemas.microsoft.com/office/drawing/2014/main" id="{6136C3BF-D59E-4ED4-B29C-93FDB4B270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3FC94F1-F36E-4988-97CD-CFC70450653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lang="en-AU" altLang="en-US" sz="1400"/>
          </a:p>
        </p:txBody>
      </p:sp>
      <p:sp>
        <p:nvSpPr>
          <p:cNvPr id="128003" name="Rectangle 4">
            <a:extLst>
              <a:ext uri="{FF2B5EF4-FFF2-40B4-BE49-F238E27FC236}">
                <a16:creationId xmlns:a16="http://schemas.microsoft.com/office/drawing/2014/main" id="{33D8A3D4-56D4-492E-B5F2-B796B2485B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Caches</a:t>
            </a:r>
            <a:endParaRPr lang="en-AU" altLang="en-US"/>
          </a:p>
        </p:txBody>
      </p:sp>
      <p:sp>
        <p:nvSpPr>
          <p:cNvPr id="97284" name="Rectangle 5">
            <a:extLst>
              <a:ext uri="{FF2B5EF4-FFF2-40B4-BE49-F238E27FC236}">
                <a16:creationId xmlns:a16="http://schemas.microsoft.com/office/drawing/2014/main" id="{37F02018-2493-4989-997F-AEA115A1C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588" y="1035050"/>
            <a:ext cx="8310884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Purpose: To increase hit-rate</a:t>
            </a:r>
          </a:p>
          <a:p>
            <a:pPr eaLnBrk="1" hangingPunct="1"/>
            <a:r>
              <a:rPr lang="en-US" altLang="en-US" dirty="0"/>
              <a:t>Fully associative</a:t>
            </a:r>
          </a:p>
          <a:p>
            <a:pPr lvl="1" eaLnBrk="1" hangingPunct="1"/>
            <a:r>
              <a:rPr lang="en-US" altLang="en-US" dirty="0"/>
              <a:t>Non-fixed mapping</a:t>
            </a:r>
          </a:p>
          <a:p>
            <a:pPr lvl="1" eaLnBrk="1" hangingPunct="1"/>
            <a:r>
              <a:rPr lang="en-US" altLang="en-US" dirty="0"/>
              <a:t>Allow a given block to go in </a:t>
            </a:r>
            <a:r>
              <a:rPr lang="en-US" altLang="en-US" dirty="0">
                <a:solidFill>
                  <a:srgbClr val="C00000"/>
                </a:solidFill>
              </a:rPr>
              <a:t>any entry</a:t>
            </a:r>
            <a:r>
              <a:rPr lang="en-US" altLang="en-US" dirty="0"/>
              <a:t> in cache</a:t>
            </a:r>
          </a:p>
          <a:p>
            <a:pPr lvl="1" eaLnBrk="1" hangingPunct="1"/>
            <a:r>
              <a:rPr lang="en-US" altLang="en-US" dirty="0"/>
              <a:t>Requires all entries to be searched at once</a:t>
            </a:r>
          </a:p>
          <a:p>
            <a:pPr lvl="1" eaLnBrk="1" hangingPunct="1"/>
            <a:r>
              <a:rPr lang="en-US" altLang="en-US" dirty="0"/>
              <a:t>Tag comparisons at all entries (expensive)</a:t>
            </a:r>
          </a:p>
          <a:p>
            <a:pPr eaLnBrk="1" hangingPunct="1"/>
            <a:r>
              <a:rPr lang="en-US" altLang="zh-CN" dirty="0"/>
              <a:t>Not fully associative:</a:t>
            </a:r>
            <a:r>
              <a:rPr lang="en-US" altLang="zh-CN" i="1" dirty="0"/>
              <a:t> </a:t>
            </a:r>
            <a:r>
              <a:rPr lang="en-US" altLang="en-US" i="1" dirty="0"/>
              <a:t>n</a:t>
            </a:r>
            <a:r>
              <a:rPr lang="en-US" altLang="en-US" dirty="0"/>
              <a:t>-way set associative</a:t>
            </a:r>
          </a:p>
          <a:p>
            <a:pPr lvl="1" eaLnBrk="1" hangingPunct="1"/>
            <a:r>
              <a:rPr lang="en-US" altLang="en-US" dirty="0"/>
              <a:t>Cache is divided into several sets</a:t>
            </a:r>
          </a:p>
          <a:p>
            <a:pPr lvl="1" eaLnBrk="1" hangingPunct="1"/>
            <a:r>
              <a:rPr lang="en-US" altLang="en-US" dirty="0"/>
              <a:t>Allow a given block to go in any cache entry in a certain 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Footer Placeholder 3">
            <a:extLst>
              <a:ext uri="{FF2B5EF4-FFF2-40B4-BE49-F238E27FC236}">
                <a16:creationId xmlns:a16="http://schemas.microsoft.com/office/drawing/2014/main" id="{080A3799-C321-4AB4-A6C4-42247F4992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C62399F-C9E7-40BB-8D46-547A6C17903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en-AU" altLang="en-US" sz="1400"/>
          </a:p>
        </p:txBody>
      </p:sp>
      <p:sp>
        <p:nvSpPr>
          <p:cNvPr id="130051" name="Rectangle 4">
            <a:extLst>
              <a:ext uri="{FF2B5EF4-FFF2-40B4-BE49-F238E27FC236}">
                <a16:creationId xmlns:a16="http://schemas.microsoft.com/office/drawing/2014/main" id="{3E777BAC-FDFD-4430-A659-07355C04A9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Caches</a:t>
            </a:r>
            <a:endParaRPr lang="en-AU" altLang="en-US"/>
          </a:p>
        </p:txBody>
      </p:sp>
      <p:pic>
        <p:nvPicPr>
          <p:cNvPr id="130052" name="Picture 6" descr="f05-02-P374493">
            <a:extLst>
              <a:ext uri="{FF2B5EF4-FFF2-40B4-BE49-F238E27FC236}">
                <a16:creationId xmlns:a16="http://schemas.microsoft.com/office/drawing/2014/main" id="{52B51D1E-A057-4F4A-8AC4-D34881D8D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1231900"/>
            <a:ext cx="4476750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0054" name="Straight Arrow Connector 11">
            <a:extLst>
              <a:ext uri="{FF2B5EF4-FFF2-40B4-BE49-F238E27FC236}">
                <a16:creationId xmlns:a16="http://schemas.microsoft.com/office/drawing/2014/main" id="{0F0B8FEA-E834-4EC9-87EB-48D51630D35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019425" y="2852738"/>
            <a:ext cx="1047750" cy="273685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4935" name="Straight Arrow Connector 16">
            <a:extLst>
              <a:ext uri="{FF2B5EF4-FFF2-40B4-BE49-F238E27FC236}">
                <a16:creationId xmlns:a16="http://schemas.microsoft.com/office/drawing/2014/main" id="{407EDDE3-06D3-47AA-8FD1-2C163E8F76D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203848" y="2852738"/>
            <a:ext cx="863328" cy="273685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4936" name="Straight Arrow Connector 19">
            <a:extLst>
              <a:ext uri="{FF2B5EF4-FFF2-40B4-BE49-F238E27FC236}">
                <a16:creationId xmlns:a16="http://schemas.microsoft.com/office/drawing/2014/main" id="{D9B21FD4-997D-4093-8B24-63B40643CFC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403024" y="2852739"/>
            <a:ext cx="664152" cy="2736849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Footer Placeholder 3">
            <a:extLst>
              <a:ext uri="{FF2B5EF4-FFF2-40B4-BE49-F238E27FC236}">
                <a16:creationId xmlns:a16="http://schemas.microsoft.com/office/drawing/2014/main" id="{F692720F-E766-4975-8F93-30BB11C79D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9DC7324-3706-45D3-97A1-7E88B71E93A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en-AU" altLang="en-US" sz="1400"/>
          </a:p>
        </p:txBody>
      </p:sp>
      <p:sp>
        <p:nvSpPr>
          <p:cNvPr id="132099" name="Rectangle 4">
            <a:extLst>
              <a:ext uri="{FF2B5EF4-FFF2-40B4-BE49-F238E27FC236}">
                <a16:creationId xmlns:a16="http://schemas.microsoft.com/office/drawing/2014/main" id="{3E4FAB58-4096-49FC-93C1-2A2A213C1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Caches</a:t>
            </a:r>
            <a:endParaRPr lang="en-AU" altLang="en-US"/>
          </a:p>
        </p:txBody>
      </p:sp>
      <p:sp>
        <p:nvSpPr>
          <p:cNvPr id="132100" name="Rectangle 5">
            <a:extLst>
              <a:ext uri="{FF2B5EF4-FFF2-40B4-BE49-F238E27FC236}">
                <a16:creationId xmlns:a16="http://schemas.microsoft.com/office/drawing/2014/main" id="{6F83C784-3A4A-4EC2-A9CF-9BBA4107F2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i="1" dirty="0"/>
              <a:t>n</a:t>
            </a:r>
            <a:r>
              <a:rPr lang="en-US" altLang="en-US" dirty="0"/>
              <a:t>-way set associative</a:t>
            </a:r>
          </a:p>
          <a:p>
            <a:pPr lvl="1" eaLnBrk="1" hangingPunct="1"/>
            <a:r>
              <a:rPr lang="en-US" altLang="en-US" dirty="0"/>
              <a:t>Each set contains </a:t>
            </a:r>
            <a:r>
              <a:rPr lang="en-US" altLang="en-US" i="1" dirty="0"/>
              <a:t>n</a:t>
            </a:r>
            <a:r>
              <a:rPr lang="en-US" altLang="en-US" dirty="0"/>
              <a:t> entries</a:t>
            </a:r>
            <a:endParaRPr lang="en-AU" altLang="en-US" dirty="0"/>
          </a:p>
          <a:p>
            <a:pPr lvl="1" eaLnBrk="1" hangingPunct="1"/>
            <a:r>
              <a:rPr lang="en-US" altLang="en-US" dirty="0"/>
              <a:t>Block number (memory address) determines which set it can go</a:t>
            </a:r>
          </a:p>
          <a:p>
            <a:pPr lvl="2" eaLnBrk="1" hangingPunct="1"/>
            <a:r>
              <a:rPr lang="en-US" altLang="zh-CN" dirty="0">
                <a:ea typeface="SimSun" panose="02010600030101010101" pitchFamily="2" charset="-122"/>
              </a:rPr>
              <a:t>Set # = </a:t>
            </a:r>
            <a:r>
              <a:rPr lang="en-US" altLang="en-US" dirty="0"/>
              <a:t>(Block number) % (# of sets in cache)</a:t>
            </a:r>
          </a:p>
          <a:p>
            <a:pPr lvl="1" eaLnBrk="1" hangingPunct="1"/>
            <a:r>
              <a:rPr lang="en-US" altLang="en-US" dirty="0"/>
              <a:t>Search all entries in a given set at once</a:t>
            </a:r>
          </a:p>
          <a:p>
            <a:pPr lvl="1" eaLnBrk="1" hangingPunct="1"/>
            <a:r>
              <a:rPr lang="en-US" altLang="en-US" i="1" dirty="0"/>
              <a:t>n</a:t>
            </a:r>
            <a:r>
              <a:rPr lang="en-US" altLang="en-US" dirty="0"/>
              <a:t> tag comparators (not the whole cache, less expensive)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Footer Placeholder 2">
            <a:extLst>
              <a:ext uri="{FF2B5EF4-FFF2-40B4-BE49-F238E27FC236}">
                <a16:creationId xmlns:a16="http://schemas.microsoft.com/office/drawing/2014/main" id="{0B8345F4-81AB-4415-A3F9-330985ADDA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ADFC390-A2E3-4FC6-B3CD-7D041536149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en-AU" altLang="en-US" sz="1400"/>
          </a:p>
        </p:txBody>
      </p:sp>
      <p:pic>
        <p:nvPicPr>
          <p:cNvPr id="134147" name="Picture 5" descr="f05-13-P374493">
            <a:extLst>
              <a:ext uri="{FF2B5EF4-FFF2-40B4-BE49-F238E27FC236}">
                <a16:creationId xmlns:a16="http://schemas.microsoft.com/office/drawing/2014/main" id="{B9CC7C3D-2D91-4DC3-A955-B024B86BF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844675"/>
            <a:ext cx="7731125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148" name="Rectangle 2">
            <a:extLst>
              <a:ext uri="{FF2B5EF4-FFF2-40B4-BE49-F238E27FC236}">
                <a16:creationId xmlns:a16="http://schemas.microsoft.com/office/drawing/2014/main" id="{98FFC90D-65F7-43AD-B6E0-E3EDA33E9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 Example</a:t>
            </a:r>
            <a:endParaRPr lang="en-AU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DEACCF-915E-4147-A9BB-7B2CABC80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75" y="4027488"/>
            <a:ext cx="215900" cy="64928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3E6C08-0895-4C4A-97CC-6C9C914D4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538" y="4027488"/>
            <a:ext cx="388937" cy="64928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57AAFF-A5D3-44BC-964C-64DC65F37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9289" y="4032250"/>
            <a:ext cx="1463040" cy="649288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D5B978-00B4-4418-9DA2-A7BCE09A3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9513" y="5157788"/>
            <a:ext cx="2125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address 12 = 1</a:t>
            </a:r>
            <a:r>
              <a:rPr lang="en-US" altLang="en-US" sz="180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8FB079-2CE5-4F7C-B1E9-F04840A11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3513" y="5159375"/>
            <a:ext cx="2125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address 12 = 11</a:t>
            </a:r>
            <a:r>
              <a:rPr lang="en-US" altLang="en-US" sz="1800">
                <a:solidFill>
                  <a:srgbClr val="FF0000"/>
                </a:solidFill>
              </a:rPr>
              <a:t>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54215D-33EC-4CB9-96EA-D831FB6F3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638" y="5151438"/>
            <a:ext cx="2125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address 12 = 1100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DB3C10-68FE-40D8-B4A4-5883D7F57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9963" y="2528480"/>
            <a:ext cx="215900" cy="1225296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69685A-78D1-4933-8801-D911DC1E2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2523164"/>
            <a:ext cx="388938" cy="1225296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4DFEBB-BDF7-4097-A5AA-79B674132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3571" y="2523164"/>
            <a:ext cx="1463040" cy="1225296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65B362-B98B-4902-A633-D863FCF9A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550" y="2249488"/>
            <a:ext cx="21256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Set #                 0</a:t>
            </a:r>
            <a:endParaRPr lang="en-US" altLang="en-US" sz="140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C34AEF-6E95-4175-9D63-89ED87152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863" y="5532438"/>
            <a:ext cx="21193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Set # = 12 % 4 = </a:t>
            </a:r>
            <a:r>
              <a:rPr lang="en-US" altLang="en-US" sz="18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7814EC-560A-4619-B2EF-4786CAFA5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75" y="5529263"/>
            <a:ext cx="21193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Set # = 12 % 1 = </a:t>
            </a:r>
            <a:r>
              <a:rPr lang="en-US" altLang="en-US" sz="1800">
                <a:solidFill>
                  <a:srgbClr val="FF0000"/>
                </a:solidFill>
              </a:rPr>
              <a:t>0</a:t>
            </a:r>
          </a:p>
        </p:txBody>
      </p:sp>
      <p:cxnSp>
        <p:nvCxnSpPr>
          <p:cNvPr id="17" name="Straight Arrow Connector 19">
            <a:extLst>
              <a:ext uri="{FF2B5EF4-FFF2-40B4-BE49-F238E27FC236}">
                <a16:creationId xmlns:a16="http://schemas.microsoft.com/office/drawing/2014/main" id="{9425A31D-B8B7-477D-B197-54DE5D8E293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552950" y="2911475"/>
            <a:ext cx="28575" cy="12446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Arrow Connector 19">
            <a:extLst>
              <a:ext uri="{FF2B5EF4-FFF2-40B4-BE49-F238E27FC236}">
                <a16:creationId xmlns:a16="http://schemas.microsoft.com/office/drawing/2014/main" id="{0D789B93-4D18-4433-A513-FF5DF408263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371975" y="2911475"/>
            <a:ext cx="203200" cy="125412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Arrow Connector 19">
            <a:extLst>
              <a:ext uri="{FF2B5EF4-FFF2-40B4-BE49-F238E27FC236}">
                <a16:creationId xmlns:a16="http://schemas.microsoft.com/office/drawing/2014/main" id="{5BCC5537-9D0B-415A-B868-20B5CBCDCA3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52675" y="2940050"/>
            <a:ext cx="0" cy="1192213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19">
            <a:extLst>
              <a:ext uri="{FF2B5EF4-FFF2-40B4-BE49-F238E27FC236}">
                <a16:creationId xmlns:a16="http://schemas.microsoft.com/office/drawing/2014/main" id="{85593B20-2CD4-49AA-AF25-FE2A19BDD4C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174038" y="2947988"/>
            <a:ext cx="130175" cy="1503362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Arrow Connector 19">
            <a:extLst>
              <a:ext uri="{FF2B5EF4-FFF2-40B4-BE49-F238E27FC236}">
                <a16:creationId xmlns:a16="http://schemas.microsoft.com/office/drawing/2014/main" id="{D8499F16-25F1-490F-9FBB-0E7DA5790ED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301038" y="2965450"/>
            <a:ext cx="0" cy="14859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Arrow Connector 19">
            <a:extLst>
              <a:ext uri="{FF2B5EF4-FFF2-40B4-BE49-F238E27FC236}">
                <a16:creationId xmlns:a16="http://schemas.microsoft.com/office/drawing/2014/main" id="{1FFA4FF3-C6C2-42B3-AE71-0AFBECD618C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348538" y="2978150"/>
            <a:ext cx="965200" cy="14859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Arrow Connector 19">
            <a:extLst>
              <a:ext uri="{FF2B5EF4-FFF2-40B4-BE49-F238E27FC236}">
                <a16:creationId xmlns:a16="http://schemas.microsoft.com/office/drawing/2014/main" id="{5F98318C-EE1B-4706-9B06-AD742F21B9C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859713" y="2978150"/>
            <a:ext cx="431800" cy="1458913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Arrow Connector 19">
            <a:extLst>
              <a:ext uri="{FF2B5EF4-FFF2-40B4-BE49-F238E27FC236}">
                <a16:creationId xmlns:a16="http://schemas.microsoft.com/office/drawing/2014/main" id="{13710C7B-25A3-43CA-BE00-930E17D2FD9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164388" y="2978150"/>
            <a:ext cx="1149350" cy="14859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3" grpId="0"/>
      <p:bldP spid="9" grpId="0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Footer Placeholder 3">
            <a:extLst>
              <a:ext uri="{FF2B5EF4-FFF2-40B4-BE49-F238E27FC236}">
                <a16:creationId xmlns:a16="http://schemas.microsoft.com/office/drawing/2014/main" id="{5167959E-8DAA-4038-9A5F-695E137972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48F0C08-4E21-42FB-8FE5-329A10818DD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en-AU" altLang="en-US" sz="1400"/>
          </a:p>
        </p:txBody>
      </p:sp>
      <p:sp>
        <p:nvSpPr>
          <p:cNvPr id="136195" name="Rectangle 5">
            <a:extLst>
              <a:ext uri="{FF2B5EF4-FFF2-40B4-BE49-F238E27FC236}">
                <a16:creationId xmlns:a16="http://schemas.microsoft.com/office/drawing/2014/main" id="{09BC8BF9-F09A-4417-89EB-0F7E355CC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Spectrum of Associativity</a:t>
            </a:r>
            <a:endParaRPr lang="en-AU" altLang="en-US"/>
          </a:p>
        </p:txBody>
      </p:sp>
      <p:sp>
        <p:nvSpPr>
          <p:cNvPr id="136196" name="Rectangle 6">
            <a:extLst>
              <a:ext uri="{FF2B5EF4-FFF2-40B4-BE49-F238E27FC236}">
                <a16:creationId xmlns:a16="http://schemas.microsoft.com/office/drawing/2014/main" id="{5416870E-E7CD-4A7E-94FE-6999227A13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0725" y="1087438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en-US"/>
              <a:t>For a cache with 8 entries</a:t>
            </a:r>
            <a:endParaRPr lang="en-AU" altLang="en-US"/>
          </a:p>
        </p:txBody>
      </p:sp>
      <p:pic>
        <p:nvPicPr>
          <p:cNvPr id="136197" name="Picture 7" descr="f05-14-P374493">
            <a:extLst>
              <a:ext uri="{FF2B5EF4-FFF2-40B4-BE49-F238E27FC236}">
                <a16:creationId xmlns:a16="http://schemas.microsoft.com/office/drawing/2014/main" id="{7E98D53A-2508-4748-BC0E-3FAA8A51C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1838325"/>
            <a:ext cx="5513387" cy="431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B77229-8898-471F-8EFE-37E612010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3686175"/>
            <a:ext cx="13557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address 14 = 1</a:t>
            </a:r>
            <a:r>
              <a:rPr lang="en-US" altLang="en-US" sz="1100">
                <a:solidFill>
                  <a:srgbClr val="FF0000"/>
                </a:solidFill>
              </a:rPr>
              <a:t>110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C14BA5-C8D4-4209-BB09-7E76D1953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9988" y="3390900"/>
            <a:ext cx="15113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address 14 = 11</a:t>
            </a:r>
            <a:r>
              <a:rPr lang="en-US" altLang="en-US" sz="110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C8ADDF-FD19-4202-A951-2280E641D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7263" y="4756150"/>
            <a:ext cx="143986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address 14 = 111</a:t>
            </a:r>
            <a:r>
              <a:rPr lang="en-US" altLang="en-US" sz="11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BC140-E596-4C4B-81D5-759D29E63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7738" y="5895975"/>
            <a:ext cx="13779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address 14 = 1110</a:t>
            </a:r>
          </a:p>
        </p:txBody>
      </p:sp>
      <p:sp>
        <p:nvSpPr>
          <p:cNvPr id="136202" name="TextBox 9">
            <a:extLst>
              <a:ext uri="{FF2B5EF4-FFF2-40B4-BE49-F238E27FC236}">
                <a16:creationId xmlns:a16="http://schemas.microsoft.com/office/drawing/2014/main" id="{A896B359-72D2-4852-953A-52001B10D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188" y="5699125"/>
            <a:ext cx="4603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Set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0</a:t>
            </a:r>
            <a:endParaRPr lang="en-US" altLang="en-US" sz="110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90CB2B-A166-444E-B8A6-38D10131BC16}"/>
              </a:ext>
            </a:extLst>
          </p:cNvPr>
          <p:cNvSpPr txBox="1"/>
          <p:nvPr/>
        </p:nvSpPr>
        <p:spPr>
          <a:xfrm>
            <a:off x="6099175" y="2481263"/>
            <a:ext cx="7493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b="1" dirty="0"/>
              <a:t>(4 sets)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5C9DD7-4BAC-46B1-9146-7E6B2AAFB420}"/>
              </a:ext>
            </a:extLst>
          </p:cNvPr>
          <p:cNvSpPr txBox="1"/>
          <p:nvPr/>
        </p:nvSpPr>
        <p:spPr>
          <a:xfrm>
            <a:off x="5235575" y="4292600"/>
            <a:ext cx="750888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b="1" dirty="0"/>
              <a:t>(2 sets)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29B108-21F8-437D-A638-673D717A1FA4}"/>
              </a:ext>
            </a:extLst>
          </p:cNvPr>
          <p:cNvSpPr txBox="1"/>
          <p:nvPr/>
        </p:nvSpPr>
        <p:spPr>
          <a:xfrm>
            <a:off x="5811838" y="5437188"/>
            <a:ext cx="661987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b="1" dirty="0"/>
              <a:t>(1 set)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714B39-8B22-4436-B600-0FFF34D6F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9025" y="3400425"/>
            <a:ext cx="1363663" cy="230188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CE9F71-EEBB-495A-8372-F3E44488B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4772025"/>
            <a:ext cx="2724150" cy="230188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59FA82-CB9A-4C74-812B-E4A1F020B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5915025"/>
            <a:ext cx="5507038" cy="230188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D0DA74-954D-4560-89D1-CB1355871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3702050"/>
            <a:ext cx="700088" cy="23177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5" grpId="0" animBg="1"/>
      <p:bldP spid="17" grpId="0" animBg="1"/>
      <p:bldP spid="18" grpId="0" animBg="1"/>
      <p:bldP spid="1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Footer Placeholder 3">
            <a:extLst>
              <a:ext uri="{FF2B5EF4-FFF2-40B4-BE49-F238E27FC236}">
                <a16:creationId xmlns:a16="http://schemas.microsoft.com/office/drawing/2014/main" id="{AFE0E63B-E318-476B-AAA2-6EB23071D5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51E6B9A-EF1B-447E-85AF-7DFBBC299A5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en-AU" altLang="en-US" sz="1400"/>
          </a:p>
        </p:txBody>
      </p:sp>
      <p:sp>
        <p:nvSpPr>
          <p:cNvPr id="138243" name="Rectangle 64">
            <a:extLst>
              <a:ext uri="{FF2B5EF4-FFF2-40B4-BE49-F238E27FC236}">
                <a16:creationId xmlns:a16="http://schemas.microsoft.com/office/drawing/2014/main" id="{38D0AE2B-7429-475B-9EA6-45882EE7F4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 Example</a:t>
            </a:r>
            <a:endParaRPr lang="en-AU" altLang="en-US"/>
          </a:p>
        </p:txBody>
      </p:sp>
      <p:sp>
        <p:nvSpPr>
          <p:cNvPr id="138244" name="Rectangle 65">
            <a:extLst>
              <a:ext uri="{FF2B5EF4-FFF2-40B4-BE49-F238E27FC236}">
                <a16:creationId xmlns:a16="http://schemas.microsoft.com/office/drawing/2014/main" id="{2BBDFBED-044E-4321-9E65-2E87DECEA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268586"/>
            <a:ext cx="8270875" cy="3384550"/>
          </a:xfrm>
        </p:spPr>
        <p:txBody>
          <a:bodyPr/>
          <a:lstStyle/>
          <a:p>
            <a:pPr eaLnBrk="1" hangingPunct="1"/>
            <a:r>
              <a:rPr lang="en-US" altLang="en-US" dirty="0"/>
              <a:t>Compare 4-block caches (00,01,10,11)</a:t>
            </a:r>
          </a:p>
          <a:p>
            <a:pPr lvl="1" eaLnBrk="1" hangingPunct="1"/>
            <a:r>
              <a:rPr lang="en-US" altLang="en-US" dirty="0"/>
              <a:t>Direct mapped (4 sets); 2-way associative     (2 sets); fully associative (4-way, 1 set)</a:t>
            </a:r>
          </a:p>
          <a:p>
            <a:pPr eaLnBrk="1" hangingPunct="1"/>
            <a:r>
              <a:rPr lang="en-US" altLang="en-US" dirty="0"/>
              <a:t>Consider block access sequence: </a:t>
            </a:r>
          </a:p>
          <a:p>
            <a:pPr marL="0" indent="0" eaLnBrk="1" hangingPunct="1">
              <a:buNone/>
            </a:pPr>
            <a:r>
              <a:rPr lang="en-US" altLang="en-US" dirty="0"/>
              <a:t>	0, 8, 0, 6, 8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Footer Placeholder 3">
            <a:extLst>
              <a:ext uri="{FF2B5EF4-FFF2-40B4-BE49-F238E27FC236}">
                <a16:creationId xmlns:a16="http://schemas.microsoft.com/office/drawing/2014/main" id="{AFE0E63B-E318-476B-AAA2-6EB23071D5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51E6B9A-EF1B-447E-85AF-7DFBBC299A5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lang="en-AU" altLang="en-US" sz="1400"/>
          </a:p>
        </p:txBody>
      </p:sp>
      <p:sp>
        <p:nvSpPr>
          <p:cNvPr id="138243" name="Rectangle 64">
            <a:extLst>
              <a:ext uri="{FF2B5EF4-FFF2-40B4-BE49-F238E27FC236}">
                <a16:creationId xmlns:a16="http://schemas.microsoft.com/office/drawing/2014/main" id="{38D0AE2B-7429-475B-9EA6-45882EE7F4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 Example</a:t>
            </a:r>
            <a:endParaRPr lang="en-AU" altLang="en-US"/>
          </a:p>
        </p:txBody>
      </p:sp>
      <p:sp>
        <p:nvSpPr>
          <p:cNvPr id="138244" name="Rectangle 65">
            <a:extLst>
              <a:ext uri="{FF2B5EF4-FFF2-40B4-BE49-F238E27FC236}">
                <a16:creationId xmlns:a16="http://schemas.microsoft.com/office/drawing/2014/main" id="{2BBDFBED-044E-4321-9E65-2E87DECEA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264889"/>
            <a:ext cx="8270875" cy="2047627"/>
          </a:xfrm>
        </p:spPr>
        <p:txBody>
          <a:bodyPr/>
          <a:lstStyle/>
          <a:p>
            <a:pPr eaLnBrk="1" hangingPunct="1"/>
            <a:r>
              <a:rPr lang="en-US" altLang="en-US" dirty="0"/>
              <a:t>Block access sequence: 0, 8, 0, 6, 8</a:t>
            </a:r>
          </a:p>
          <a:p>
            <a:pPr lvl="1" eaLnBrk="1" hangingPunct="1"/>
            <a:r>
              <a:rPr lang="en-US" altLang="en-US" dirty="0"/>
              <a:t>i.e. 00</a:t>
            </a:r>
            <a:r>
              <a:rPr lang="en-US" altLang="en-US" dirty="0">
                <a:solidFill>
                  <a:srgbClr val="FF0000"/>
                </a:solidFill>
              </a:rPr>
              <a:t>00</a:t>
            </a:r>
            <a:r>
              <a:rPr lang="en-US" altLang="en-US" dirty="0"/>
              <a:t>, 10</a:t>
            </a:r>
            <a:r>
              <a:rPr lang="en-US" altLang="en-US" dirty="0">
                <a:solidFill>
                  <a:srgbClr val="FF0000"/>
                </a:solidFill>
              </a:rPr>
              <a:t>00</a:t>
            </a:r>
            <a:r>
              <a:rPr lang="en-US" altLang="en-US" dirty="0"/>
              <a:t>, 00</a:t>
            </a:r>
            <a:r>
              <a:rPr lang="en-US" altLang="en-US" dirty="0">
                <a:solidFill>
                  <a:srgbClr val="FF0000"/>
                </a:solidFill>
              </a:rPr>
              <a:t>00</a:t>
            </a:r>
            <a:r>
              <a:rPr lang="en-US" altLang="en-US" dirty="0"/>
              <a:t>, 01</a:t>
            </a:r>
            <a:r>
              <a:rPr lang="en-US" altLang="en-US" dirty="0">
                <a:solidFill>
                  <a:srgbClr val="FF0000"/>
                </a:solidFill>
              </a:rPr>
              <a:t>10</a:t>
            </a:r>
            <a:r>
              <a:rPr lang="en-US" altLang="en-US" dirty="0"/>
              <a:t>, 10</a:t>
            </a:r>
            <a:r>
              <a:rPr lang="en-US" altLang="en-US" dirty="0">
                <a:solidFill>
                  <a:srgbClr val="FF0000"/>
                </a:solidFill>
              </a:rPr>
              <a:t>00</a:t>
            </a:r>
            <a:r>
              <a:rPr lang="en-US" altLang="en-US" dirty="0"/>
              <a:t> (mem </a:t>
            </a:r>
            <a:r>
              <a:rPr lang="en-US" altLang="en-US" dirty="0" err="1"/>
              <a:t>addr</a:t>
            </a:r>
            <a:r>
              <a:rPr lang="en-US" altLang="en-US" dirty="0"/>
              <a:t>)</a:t>
            </a:r>
            <a:endParaRPr lang="en-US" altLang="en-US" u="sng" dirty="0"/>
          </a:p>
          <a:p>
            <a:pPr eaLnBrk="1" hangingPunct="1">
              <a:spcBef>
                <a:spcPct val="50000"/>
              </a:spcBef>
            </a:pPr>
            <a:r>
              <a:rPr lang="en-US" altLang="en-US" dirty="0"/>
              <a:t>Direct mapped (4 sets)</a:t>
            </a:r>
          </a:p>
        </p:txBody>
      </p:sp>
      <p:graphicFrame>
        <p:nvGraphicFramePr>
          <p:cNvPr id="304132" name="Group 4">
            <a:extLst>
              <a:ext uri="{FF2B5EF4-FFF2-40B4-BE49-F238E27FC236}">
                <a16:creationId xmlns:a16="http://schemas.microsoft.com/office/drawing/2014/main" id="{CC350545-D30C-4E19-9782-7653F12A6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300493"/>
              </p:ext>
            </p:extLst>
          </p:nvPr>
        </p:nvGraphicFramePr>
        <p:xfrm>
          <a:off x="1474788" y="3528540"/>
          <a:ext cx="6985000" cy="1844676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326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index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0:address ending 00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1:address ending 01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2:address ending 10</a:t>
                      </a: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3:address ending 11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8305" name="TextBox 1">
            <a:extLst>
              <a:ext uri="{FF2B5EF4-FFF2-40B4-BE49-F238E27FC236}">
                <a16:creationId xmlns:a16="http://schemas.microsoft.com/office/drawing/2014/main" id="{CA2002D5-5220-4543-9F0C-32F2C0634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3858740"/>
            <a:ext cx="6207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time</a:t>
            </a:r>
          </a:p>
        </p:txBody>
      </p:sp>
      <p:cxnSp>
        <p:nvCxnSpPr>
          <p:cNvPr id="138306" name="Straight Arrow Connector 3">
            <a:extLst>
              <a:ext uri="{FF2B5EF4-FFF2-40B4-BE49-F238E27FC236}">
                <a16:creationId xmlns:a16="http://schemas.microsoft.com/office/drawing/2014/main" id="{D9596B07-DCD3-41C7-91D9-CED2818232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60463" y="4260377"/>
            <a:ext cx="0" cy="1082675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8086389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Footer Placeholder 3">
            <a:extLst>
              <a:ext uri="{FF2B5EF4-FFF2-40B4-BE49-F238E27FC236}">
                <a16:creationId xmlns:a16="http://schemas.microsoft.com/office/drawing/2014/main" id="{41DF16BC-ADFD-4E7F-AE3B-5484BE31FE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29F8672-30CA-4B1F-BBC1-4FFF7612572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en-AU" altLang="en-US" sz="1400"/>
          </a:p>
        </p:txBody>
      </p:sp>
      <p:sp>
        <p:nvSpPr>
          <p:cNvPr id="140291" name="Rectangle 119">
            <a:extLst>
              <a:ext uri="{FF2B5EF4-FFF2-40B4-BE49-F238E27FC236}">
                <a16:creationId xmlns:a16="http://schemas.microsoft.com/office/drawing/2014/main" id="{6D71BE22-478D-463D-BD4A-CA64D0E0B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4" y="988105"/>
            <a:ext cx="7772400" cy="100217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2-way set associative (2 sets)</a:t>
            </a:r>
          </a:p>
          <a:p>
            <a:pPr eaLnBrk="1" hangingPunct="1"/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, 100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, 000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, 011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, 100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endParaRPr lang="en-US" altLang="en-US" sz="2800" dirty="0"/>
          </a:p>
        </p:txBody>
      </p:sp>
      <p:graphicFrame>
        <p:nvGraphicFramePr>
          <p:cNvPr id="306180" name="Group 4">
            <a:extLst>
              <a:ext uri="{FF2B5EF4-FFF2-40B4-BE49-F238E27FC236}">
                <a16:creationId xmlns:a16="http://schemas.microsoft.com/office/drawing/2014/main" id="{6F9E0DCD-297C-4626-9284-DC477CBF8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045258"/>
              </p:ext>
            </p:extLst>
          </p:nvPr>
        </p:nvGraphicFramePr>
        <p:xfrm>
          <a:off x="1258888" y="2012050"/>
          <a:ext cx="6985000" cy="1887539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35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index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4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 #0: 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set #1: 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with 1</a:t>
                      </a:r>
                      <a:endParaRPr kumimoji="0" lang="en-AU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0350" name="Rectangle 62">
            <a:extLst>
              <a:ext uri="{FF2B5EF4-FFF2-40B4-BE49-F238E27FC236}">
                <a16:creationId xmlns:a16="http://schemas.microsoft.com/office/drawing/2014/main" id="{C9623C22-61AB-4BC1-B692-35CB12A15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941085"/>
            <a:ext cx="77724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latin typeface="+mn-lt"/>
              </a:rPr>
              <a:t>Fully associative (1 set)</a:t>
            </a:r>
          </a:p>
        </p:txBody>
      </p:sp>
      <p:graphicFrame>
        <p:nvGraphicFramePr>
          <p:cNvPr id="306239" name="Group 63">
            <a:extLst>
              <a:ext uri="{FF2B5EF4-FFF2-40B4-BE49-F238E27FC236}">
                <a16:creationId xmlns:a16="http://schemas.microsoft.com/office/drawing/2014/main" id="{315135FF-47B9-42BD-B3E5-1D2EBBBFD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218313"/>
              </p:ext>
            </p:extLst>
          </p:nvPr>
        </p:nvGraphicFramePr>
        <p:xfrm>
          <a:off x="1258888" y="4588785"/>
          <a:ext cx="6985000" cy="1651002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93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Any address, one set of 4-words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0406" name="Rectangle 64">
            <a:extLst>
              <a:ext uri="{FF2B5EF4-FFF2-40B4-BE49-F238E27FC236}">
                <a16:creationId xmlns:a16="http://schemas.microsoft.com/office/drawing/2014/main" id="{FE3908E1-B6D4-46CD-8159-B937F4D534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 Example</a:t>
            </a:r>
            <a:endParaRPr lang="en-AU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50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Footer Placeholder 3">
            <a:extLst>
              <a:ext uri="{FF2B5EF4-FFF2-40B4-BE49-F238E27FC236}">
                <a16:creationId xmlns:a16="http://schemas.microsoft.com/office/drawing/2014/main" id="{7A4C7233-6634-4980-9933-6424F2C373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 dirty="0"/>
              <a:t>Chapter 5 — Large and Fast: Exploiting Memory Hierarchy — </a:t>
            </a:r>
            <a:fld id="{725C8429-813E-4C04-8E55-3F753A29CB3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lang="en-AU" altLang="en-US" sz="1400" dirty="0"/>
          </a:p>
        </p:txBody>
      </p:sp>
      <p:sp>
        <p:nvSpPr>
          <p:cNvPr id="142339" name="Rectangle 4">
            <a:extLst>
              <a:ext uri="{FF2B5EF4-FFF2-40B4-BE49-F238E27FC236}">
                <a16:creationId xmlns:a16="http://schemas.microsoft.com/office/drawing/2014/main" id="{AFE34585-C852-443F-808C-6B79A31EC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How Much Associativity</a:t>
            </a:r>
            <a:endParaRPr lang="en-AU" altLang="en-US" dirty="0"/>
          </a:p>
        </p:txBody>
      </p:sp>
      <p:sp>
        <p:nvSpPr>
          <p:cNvPr id="142340" name="Rectangle 5">
            <a:extLst>
              <a:ext uri="{FF2B5EF4-FFF2-40B4-BE49-F238E27FC236}">
                <a16:creationId xmlns:a16="http://schemas.microsoft.com/office/drawing/2014/main" id="{1736D586-6BA0-4F4B-A109-E0D5D45246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992243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Increased associativity decreases miss rate</a:t>
            </a:r>
          </a:p>
          <a:p>
            <a:pPr lvl="1" eaLnBrk="1" hangingPunct="1"/>
            <a:r>
              <a:rPr lang="en-US" altLang="en-US" dirty="0">
                <a:highlight>
                  <a:srgbClr val="FFFF00"/>
                </a:highlight>
              </a:rPr>
              <a:t>But with diminishing gains</a:t>
            </a:r>
          </a:p>
          <a:p>
            <a:pPr eaLnBrk="1" hangingPunct="1"/>
            <a:r>
              <a:rPr lang="en-US" altLang="en-US" dirty="0"/>
              <a:t>Simulation of a system with 64KB:</a:t>
            </a:r>
            <a:br>
              <a:rPr lang="en-US" altLang="en-US" dirty="0"/>
            </a:br>
            <a:r>
              <a:rPr lang="en-US" altLang="en-US" dirty="0"/>
              <a:t>Data-cache, 16-word blocks, SPEC2000</a:t>
            </a:r>
          </a:p>
          <a:p>
            <a:pPr lvl="1" eaLnBrk="1" hangingPunct="1"/>
            <a:r>
              <a:rPr lang="en-US" altLang="en-US" dirty="0"/>
              <a:t>1-way: 10.3% (direct map) - miss rate</a:t>
            </a:r>
          </a:p>
          <a:p>
            <a:pPr lvl="1" eaLnBrk="1" hangingPunct="1"/>
            <a:r>
              <a:rPr lang="en-US" altLang="en-US" dirty="0"/>
              <a:t>2-way: 8.6%</a:t>
            </a:r>
          </a:p>
          <a:p>
            <a:pPr lvl="1" eaLnBrk="1" hangingPunct="1"/>
            <a:r>
              <a:rPr lang="en-US" altLang="en-US" dirty="0"/>
              <a:t>4-way: 8.3%</a:t>
            </a:r>
          </a:p>
          <a:p>
            <a:pPr lvl="1" eaLnBrk="1" hangingPunct="1"/>
            <a:r>
              <a:rPr lang="en-US" altLang="en-US" dirty="0"/>
              <a:t>8-way: 8.1%</a:t>
            </a:r>
            <a:endParaRPr lang="en-AU" altLang="en-US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Footer Placeholder 2">
            <a:extLst>
              <a:ext uri="{FF2B5EF4-FFF2-40B4-BE49-F238E27FC236}">
                <a16:creationId xmlns:a16="http://schemas.microsoft.com/office/drawing/2014/main" id="{BF903E98-0434-4F24-8520-714F8B4C22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B94E1A9-F893-49E8-B0FB-4EDDFB99F0B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lang="en-AU" altLang="en-US" sz="1400"/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42F7E483-9E69-4668-9E09-3DD85936C5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Set Associative Cache Organization</a:t>
            </a:r>
            <a:endParaRPr lang="en-AU" altLang="en-US" sz="3600"/>
          </a:p>
        </p:txBody>
      </p:sp>
      <p:pic>
        <p:nvPicPr>
          <p:cNvPr id="144388" name="Picture 4" descr="f05-17-P374493">
            <a:extLst>
              <a:ext uri="{FF2B5EF4-FFF2-40B4-BE49-F238E27FC236}">
                <a16:creationId xmlns:a16="http://schemas.microsoft.com/office/drawing/2014/main" id="{5AE2BC05-4454-4228-BBE0-611EA181B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63" y="1266825"/>
            <a:ext cx="6061075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89" name="Rectangle 1">
            <a:extLst>
              <a:ext uri="{FF2B5EF4-FFF2-40B4-BE49-F238E27FC236}">
                <a16:creationId xmlns:a16="http://schemas.microsoft.com/office/drawing/2014/main" id="{AC0A9A3C-8921-4D45-B66C-8DBDA609D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25538"/>
            <a:ext cx="237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4-way set associative</a:t>
            </a:r>
          </a:p>
        </p:txBody>
      </p:sp>
      <p:sp>
        <p:nvSpPr>
          <p:cNvPr id="144390" name="Rectangle 1">
            <a:extLst>
              <a:ext uri="{FF2B5EF4-FFF2-40B4-BE49-F238E27FC236}">
                <a16:creationId xmlns:a16="http://schemas.microsoft.com/office/drawing/2014/main" id="{9550E32C-6AD8-4195-8BCA-8CF409357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1927225"/>
            <a:ext cx="207486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Mem[Tag(22bits) + </a:t>
            </a:r>
            <a:r>
              <a:rPr lang="en-US" altLang="en-US" sz="1100">
                <a:solidFill>
                  <a:srgbClr val="FF0000"/>
                </a:solidFill>
              </a:rPr>
              <a:t>11111100</a:t>
            </a:r>
            <a:r>
              <a:rPr lang="en-US" altLang="en-US" sz="1100"/>
              <a:t>]</a:t>
            </a:r>
          </a:p>
        </p:txBody>
      </p:sp>
      <p:cxnSp>
        <p:nvCxnSpPr>
          <p:cNvPr id="144391" name="Straight Arrow Connector 7">
            <a:extLst>
              <a:ext uri="{FF2B5EF4-FFF2-40B4-BE49-F238E27FC236}">
                <a16:creationId xmlns:a16="http://schemas.microsoft.com/office/drawing/2014/main" id="{08F946EC-BB5D-47B1-B235-9F2D21BAEF8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348038" y="2189163"/>
            <a:ext cx="3024187" cy="10953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392" name="Straight Arrow Connector 10">
            <a:extLst>
              <a:ext uri="{FF2B5EF4-FFF2-40B4-BE49-F238E27FC236}">
                <a16:creationId xmlns:a16="http://schemas.microsoft.com/office/drawing/2014/main" id="{83621589-5FB1-4ADC-864D-5E2F3DA0B91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716463" y="2205038"/>
            <a:ext cx="1655762" cy="10795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393" name="Straight Arrow Connector 15">
            <a:extLst>
              <a:ext uri="{FF2B5EF4-FFF2-40B4-BE49-F238E27FC236}">
                <a16:creationId xmlns:a16="http://schemas.microsoft.com/office/drawing/2014/main" id="{9544EA56-EB03-4BCE-9E0D-6ECA2C96C24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084888" y="2189163"/>
            <a:ext cx="287337" cy="10953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394" name="Straight Arrow Connector 18">
            <a:extLst>
              <a:ext uri="{FF2B5EF4-FFF2-40B4-BE49-F238E27FC236}">
                <a16:creationId xmlns:a16="http://schemas.microsoft.com/office/drawing/2014/main" id="{350481D2-24D6-4FBB-9DCF-A2E90B4A978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72225" y="2189163"/>
            <a:ext cx="1058863" cy="10953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4395" name="Rectangle 1">
            <a:extLst>
              <a:ext uri="{FF2B5EF4-FFF2-40B4-BE49-F238E27FC236}">
                <a16:creationId xmlns:a16="http://schemas.microsoft.com/office/drawing/2014/main" id="{4411707A-2C05-422C-A2D2-66DC08422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0138" y="3141663"/>
            <a:ext cx="162877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Set # </a:t>
            </a:r>
            <a:r>
              <a:rPr lang="en-US" altLang="en-US" sz="1100" b="1" dirty="0">
                <a:solidFill>
                  <a:srgbClr val="FF0000"/>
                </a:solidFill>
              </a:rPr>
              <a:t>11111100 (=252)</a:t>
            </a:r>
          </a:p>
        </p:txBody>
      </p:sp>
      <p:sp>
        <p:nvSpPr>
          <p:cNvPr id="144396" name="TextBox 1">
            <a:extLst>
              <a:ext uri="{FF2B5EF4-FFF2-40B4-BE49-F238E27FC236}">
                <a16:creationId xmlns:a16="http://schemas.microsoft.com/office/drawing/2014/main" id="{DB72E225-53C2-44C4-9C70-C06F05B3F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2813" y="1125538"/>
            <a:ext cx="20701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256 sets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4-word in each set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E150AC7B-8775-4AC5-A868-A0D38684F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681" y="2638672"/>
            <a:ext cx="11801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Set # 00000000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335FE012-198C-4326-9AF5-04392F164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0583" y="3636980"/>
            <a:ext cx="11801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Set # 11111111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4">
            <a:extLst>
              <a:ext uri="{FF2B5EF4-FFF2-40B4-BE49-F238E27FC236}">
                <a16:creationId xmlns:a16="http://schemas.microsoft.com/office/drawing/2014/main" id="{BF8EE7F0-4EF5-4F1E-80DB-FB21BDDE1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pPr eaLnBrk="1" hangingPunct="1"/>
            <a:r>
              <a:rPr lang="en-US" altLang="en-US" sz="4000"/>
              <a:t>Issue: Replacement Policy</a:t>
            </a:r>
            <a:endParaRPr lang="en-AU" altLang="en-US" sz="4000"/>
          </a:p>
        </p:txBody>
      </p:sp>
      <p:sp>
        <p:nvSpPr>
          <p:cNvPr id="7" name="Rectangle 119">
            <a:extLst>
              <a:ext uri="{FF2B5EF4-FFF2-40B4-BE49-F238E27FC236}">
                <a16:creationId xmlns:a16="http://schemas.microsoft.com/office/drawing/2014/main" id="{612FA936-B653-4F19-B568-9105492C8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65225"/>
            <a:ext cx="8270875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kern="0" dirty="0"/>
              <a:t>2-way set associative</a:t>
            </a:r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r>
              <a:rPr lang="en-US" altLang="en-US" kern="0" dirty="0"/>
              <a:t>When Mem[0110]  is loaded, replace Mem[8]</a:t>
            </a:r>
          </a:p>
        </p:txBody>
      </p:sp>
      <p:graphicFrame>
        <p:nvGraphicFramePr>
          <p:cNvPr id="8" name="Group 4">
            <a:extLst>
              <a:ext uri="{FF2B5EF4-FFF2-40B4-BE49-F238E27FC236}">
                <a16:creationId xmlns:a16="http://schemas.microsoft.com/office/drawing/2014/main" id="{ACF41983-5328-4914-807A-AEFE8B07761A}"/>
              </a:ext>
            </a:extLst>
          </p:cNvPr>
          <p:cNvGraphicFramePr>
            <a:graphicFrameLocks noGrp="1"/>
          </p:cNvGraphicFramePr>
          <p:nvPr/>
        </p:nvGraphicFramePr>
        <p:xfrm>
          <a:off x="1273175" y="1925638"/>
          <a:ext cx="6985000" cy="1887539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35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index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(set #)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4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0 (set #0)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1 (set #1)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6494" name="Rectangle 8">
            <a:extLst>
              <a:ext uri="{FF2B5EF4-FFF2-40B4-BE49-F238E27FC236}">
                <a16:creationId xmlns:a16="http://schemas.microsoft.com/office/drawing/2014/main" id="{75078D9A-BF17-458E-8391-21C5CD5CF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525" y="3321050"/>
            <a:ext cx="6940550" cy="263525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6495" name="Footer Placeholder 2">
            <a:extLst>
              <a:ext uri="{FF2B5EF4-FFF2-40B4-BE49-F238E27FC236}">
                <a16:creationId xmlns:a16="http://schemas.microsoft.com/office/drawing/2014/main" id="{48DC1423-DBDE-49EC-8FD2-5F1E820073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E469F13-0866-40C4-B106-9523B9F9382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lang="en-AU" altLang="en-US" sz="14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Footer Placeholder 3">
            <a:extLst>
              <a:ext uri="{FF2B5EF4-FFF2-40B4-BE49-F238E27FC236}">
                <a16:creationId xmlns:a16="http://schemas.microsoft.com/office/drawing/2014/main" id="{5FCE5AA1-2E87-4B59-9273-B85B933A44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C92A47B-54D6-433F-A9B9-F2103E85112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lang="en-AU" altLang="en-US" sz="1400"/>
          </a:p>
        </p:txBody>
      </p:sp>
      <p:sp>
        <p:nvSpPr>
          <p:cNvPr id="148483" name="Rectangle 4">
            <a:extLst>
              <a:ext uri="{FF2B5EF4-FFF2-40B4-BE49-F238E27FC236}">
                <a16:creationId xmlns:a16="http://schemas.microsoft.com/office/drawing/2014/main" id="{2286C486-74C1-41A9-93D4-4141580BE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pPr eaLnBrk="1" hangingPunct="1"/>
            <a:r>
              <a:rPr lang="en-US" altLang="en-US" sz="4000"/>
              <a:t>Issue: Replacement Policy</a:t>
            </a:r>
            <a:endParaRPr lang="en-AU" altLang="en-US" sz="4000"/>
          </a:p>
        </p:txBody>
      </p:sp>
      <p:sp>
        <p:nvSpPr>
          <p:cNvPr id="10" name="Rectangle 119">
            <a:extLst>
              <a:ext uri="{FF2B5EF4-FFF2-40B4-BE49-F238E27FC236}">
                <a16:creationId xmlns:a16="http://schemas.microsoft.com/office/drawing/2014/main" id="{E4519D61-EED2-4878-8CD9-B81E840E3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65225"/>
            <a:ext cx="8270875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kern="0" dirty="0"/>
              <a:t>2-way set associative</a:t>
            </a:r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r>
              <a:rPr lang="en-US" altLang="en-US" kern="0" dirty="0"/>
              <a:t>When Mem[0110]  is loaded, replace Mem[0]</a:t>
            </a:r>
          </a:p>
          <a:p>
            <a:pPr eaLnBrk="1" hangingPunct="1">
              <a:defRPr/>
            </a:pPr>
            <a:r>
              <a:rPr lang="en-US" altLang="en-US" kern="0" dirty="0"/>
              <a:t>Q: When Mem[0110]  is loaded into cache, </a:t>
            </a:r>
            <a:r>
              <a:rPr lang="en-US" altLang="en-US" kern="0" dirty="0">
                <a:highlight>
                  <a:srgbClr val="FFFF00"/>
                </a:highlight>
              </a:rPr>
              <a:t>which word is to be replaced</a:t>
            </a:r>
            <a:r>
              <a:rPr lang="en-US" altLang="en-US" kern="0" dirty="0"/>
              <a:t>?</a:t>
            </a:r>
          </a:p>
        </p:txBody>
      </p:sp>
      <p:graphicFrame>
        <p:nvGraphicFramePr>
          <p:cNvPr id="11" name="Group 4">
            <a:extLst>
              <a:ext uri="{FF2B5EF4-FFF2-40B4-BE49-F238E27FC236}">
                <a16:creationId xmlns:a16="http://schemas.microsoft.com/office/drawing/2014/main" id="{ECF54CB6-7ABE-4B40-ACAA-AD747434E2C5}"/>
              </a:ext>
            </a:extLst>
          </p:cNvPr>
          <p:cNvGraphicFramePr>
            <a:graphicFrameLocks noGrp="1"/>
          </p:cNvGraphicFramePr>
          <p:nvPr/>
        </p:nvGraphicFramePr>
        <p:xfrm>
          <a:off x="1273175" y="1925638"/>
          <a:ext cx="6985000" cy="1887539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35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index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(set #)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4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0 (set #0)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1 (set #1)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8543" name="Rectangle 11">
            <a:extLst>
              <a:ext uri="{FF2B5EF4-FFF2-40B4-BE49-F238E27FC236}">
                <a16:creationId xmlns:a16="http://schemas.microsoft.com/office/drawing/2014/main" id="{9D81E1C4-221D-4493-81FC-86626276B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525" y="3321050"/>
            <a:ext cx="6940550" cy="263525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Footer Placeholder 3">
            <a:extLst>
              <a:ext uri="{FF2B5EF4-FFF2-40B4-BE49-F238E27FC236}">
                <a16:creationId xmlns:a16="http://schemas.microsoft.com/office/drawing/2014/main" id="{D9EB0F1C-9F41-48F3-B7CE-86476CAB6E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9F70757-93E9-4CE2-9974-DD815A1BE0B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lang="en-AU" altLang="en-US" sz="1400"/>
          </a:p>
        </p:txBody>
      </p:sp>
      <p:sp>
        <p:nvSpPr>
          <p:cNvPr id="150531" name="Rectangle 4">
            <a:extLst>
              <a:ext uri="{FF2B5EF4-FFF2-40B4-BE49-F238E27FC236}">
                <a16:creationId xmlns:a16="http://schemas.microsoft.com/office/drawing/2014/main" id="{7C137E5E-05BC-4A09-B9B0-770300162D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pPr eaLnBrk="1" hangingPunct="1"/>
            <a:r>
              <a:rPr lang="en-US" altLang="en-US" sz="4000"/>
              <a:t>Issue: Replacement Policy</a:t>
            </a:r>
            <a:endParaRPr lang="en-AU" altLang="en-US" sz="4000"/>
          </a:p>
        </p:txBody>
      </p:sp>
      <p:sp>
        <p:nvSpPr>
          <p:cNvPr id="120836" name="Rectangle 5">
            <a:extLst>
              <a:ext uri="{FF2B5EF4-FFF2-40B4-BE49-F238E27FC236}">
                <a16:creationId xmlns:a16="http://schemas.microsoft.com/office/drawing/2014/main" id="{82661189-78C9-4998-B397-F7F320A569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8788" y="1125538"/>
            <a:ext cx="8567737" cy="51117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Direct mapped: no choice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Set associative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Non-valid (not used) entry first, if there is one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Otherwise, choose among entries in the set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Least-Recently Used (LRU)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highlight>
                  <a:srgbClr val="FFFF00"/>
                </a:highlight>
              </a:rPr>
              <a:t>Choose the one unused for the longest time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>
                <a:highlight>
                  <a:srgbClr val="FFFF00"/>
                </a:highlight>
              </a:rPr>
              <a:t>Simple for 2-way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manageable for 4-way, but too hard beyond that (hard to keep track just by hardware)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Random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Gives approximately the same performance as LRU for high associativity</a:t>
            </a:r>
            <a:endParaRPr lang="en-AU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0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0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0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0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0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0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08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08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08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08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08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08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08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08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Footer Placeholder 3">
            <a:extLst>
              <a:ext uri="{FF2B5EF4-FFF2-40B4-BE49-F238E27FC236}">
                <a16:creationId xmlns:a16="http://schemas.microsoft.com/office/drawing/2014/main" id="{497D67A8-CE27-4867-B707-160711FBFB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37628FA-98ED-4CD0-A505-907A1E674F0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lang="en-AU" altLang="en-US" sz="1400"/>
          </a:p>
        </p:txBody>
      </p:sp>
      <p:sp>
        <p:nvSpPr>
          <p:cNvPr id="153603" name="Rectangle 4">
            <a:extLst>
              <a:ext uri="{FF2B5EF4-FFF2-40B4-BE49-F238E27FC236}">
                <a16:creationId xmlns:a16="http://schemas.microsoft.com/office/drawing/2014/main" id="{432A4B10-3699-46FC-9668-F46D242F7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Multi-level Caches</a:t>
            </a:r>
            <a:endParaRPr lang="en-AU" altLang="en-US" dirty="0"/>
          </a:p>
        </p:txBody>
      </p:sp>
      <p:sp>
        <p:nvSpPr>
          <p:cNvPr id="153604" name="Rectangle 5">
            <a:extLst>
              <a:ext uri="{FF2B5EF4-FFF2-40B4-BE49-F238E27FC236}">
                <a16:creationId xmlns:a16="http://schemas.microsoft.com/office/drawing/2014/main" id="{75CE2E4F-4002-421B-896E-70FD7259F0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Primary cache attached to CPU</a:t>
            </a:r>
          </a:p>
          <a:p>
            <a:pPr lvl="1" eaLnBrk="1" hangingPunct="1"/>
            <a:r>
              <a:rPr lang="en-US" altLang="en-US" dirty="0"/>
              <a:t>Smallest, fastest, most expensive</a:t>
            </a:r>
          </a:p>
          <a:p>
            <a:pPr eaLnBrk="1" hangingPunct="1"/>
            <a:r>
              <a:rPr lang="en-US" altLang="en-US" dirty="0"/>
              <a:t>Level-2 cache services misses from primary cache</a:t>
            </a:r>
          </a:p>
          <a:p>
            <a:pPr lvl="1" eaLnBrk="1" hangingPunct="1"/>
            <a:r>
              <a:rPr lang="en-US" altLang="en-US" dirty="0"/>
              <a:t>Larger, slower, but still faster than main memory</a:t>
            </a:r>
          </a:p>
          <a:p>
            <a:pPr eaLnBrk="1" hangingPunct="1"/>
            <a:r>
              <a:rPr lang="en-US" altLang="en-US" dirty="0"/>
              <a:t>Main memory services L-2 cache misses</a:t>
            </a:r>
          </a:p>
          <a:p>
            <a:pPr eaLnBrk="1" hangingPunct="1"/>
            <a:r>
              <a:rPr lang="en-US" altLang="en-US" dirty="0"/>
              <a:t>Some high-end systems include L-3 cache</a:t>
            </a:r>
            <a:endParaRPr lang="en-AU" altLang="en-US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Footer Placeholder 1">
            <a:extLst>
              <a:ext uri="{FF2B5EF4-FFF2-40B4-BE49-F238E27FC236}">
                <a16:creationId xmlns:a16="http://schemas.microsoft.com/office/drawing/2014/main" id="{248D0F93-3BD2-4CD8-B7FC-465E2A8E713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8AD9649-B200-4250-A0C2-280B8BD259F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en-AU" altLang="en-US" sz="1400"/>
          </a:p>
        </p:txBody>
      </p:sp>
      <p:pic>
        <p:nvPicPr>
          <p:cNvPr id="3" name="Picture 6" descr="f05-02-P374493">
            <a:extLst>
              <a:ext uri="{FF2B5EF4-FFF2-40B4-BE49-F238E27FC236}">
                <a16:creationId xmlns:a16="http://schemas.microsoft.com/office/drawing/2014/main" id="{3C44DA41-50BB-49FC-A6BE-8C271319B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484784"/>
            <a:ext cx="3971892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404D57B0-0678-4C3C-9838-A657590FEE82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146050"/>
            <a:ext cx="8259762" cy="762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kern="0"/>
              <a:t>Multi-level Caches</a:t>
            </a:r>
            <a:endParaRPr lang="en-AU" altLang="en-US" kern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0896E9-E952-44B5-BF1F-2F80858BB3FD}"/>
              </a:ext>
            </a:extLst>
          </p:cNvPr>
          <p:cNvSpPr/>
          <p:nvPr/>
        </p:nvSpPr>
        <p:spPr bwMode="auto">
          <a:xfrm>
            <a:off x="3387787" y="2792860"/>
            <a:ext cx="1584176" cy="398133"/>
          </a:xfrm>
          <a:prstGeom prst="rect">
            <a:avLst/>
          </a:prstGeom>
          <a:solidFill>
            <a:srgbClr val="C8CAE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8F1E4-C128-4D56-8CE7-EE5A24C03A65}"/>
              </a:ext>
            </a:extLst>
          </p:cNvPr>
          <p:cNvSpPr/>
          <p:nvPr/>
        </p:nvSpPr>
        <p:spPr bwMode="auto">
          <a:xfrm>
            <a:off x="3080323" y="3183559"/>
            <a:ext cx="2194560" cy="369332"/>
          </a:xfrm>
          <a:prstGeom prst="rect">
            <a:avLst/>
          </a:prstGeom>
          <a:solidFill>
            <a:srgbClr val="C8CAE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B4CC79-50FF-45CB-A375-B1631C660392}"/>
              </a:ext>
            </a:extLst>
          </p:cNvPr>
          <p:cNvSpPr/>
          <p:nvPr/>
        </p:nvSpPr>
        <p:spPr>
          <a:xfrm>
            <a:off x="3439128" y="3198614"/>
            <a:ext cx="1492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Level-2 (L-2)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DEE553-10DE-40ED-8C4A-FB2AE92FBAFF}"/>
              </a:ext>
            </a:extLst>
          </p:cNvPr>
          <p:cNvSpPr/>
          <p:nvPr/>
        </p:nvSpPr>
        <p:spPr>
          <a:xfrm>
            <a:off x="3404632" y="278092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Primary (L-1)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52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5" grpId="0"/>
      <p:bldP spid="8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Footer Placeholder 3">
            <a:extLst>
              <a:ext uri="{FF2B5EF4-FFF2-40B4-BE49-F238E27FC236}">
                <a16:creationId xmlns:a16="http://schemas.microsoft.com/office/drawing/2014/main" id="{5497CA9E-6C07-429A-AF54-6703D83529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07B9FB3-32EB-475E-8343-6325F17F3D5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lang="en-AU" altLang="en-US" sz="1400"/>
          </a:p>
        </p:txBody>
      </p:sp>
      <p:sp>
        <p:nvSpPr>
          <p:cNvPr id="155651" name="Rectangle 4">
            <a:extLst>
              <a:ext uri="{FF2B5EF4-FFF2-40B4-BE49-F238E27FC236}">
                <a16:creationId xmlns:a16="http://schemas.microsoft.com/office/drawing/2014/main" id="{C439ADDC-5ECC-4B0A-9D90-1F83C4568E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Multilevel Cache Example</a:t>
            </a:r>
            <a:endParaRPr lang="en-AU" altLang="en-US" dirty="0"/>
          </a:p>
        </p:txBody>
      </p:sp>
      <p:sp>
        <p:nvSpPr>
          <p:cNvPr id="151556" name="Rectangle 5">
            <a:extLst>
              <a:ext uri="{FF2B5EF4-FFF2-40B4-BE49-F238E27FC236}">
                <a16:creationId xmlns:a16="http://schemas.microsoft.com/office/drawing/2014/main" id="{C60F4313-892D-42A6-B325-D44CD63F0E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Given</a:t>
            </a:r>
          </a:p>
          <a:p>
            <a:pPr lvl="1" eaLnBrk="1" hangingPunct="1">
              <a:defRPr/>
            </a:pPr>
            <a:r>
              <a:rPr lang="en-US" altLang="en-US" dirty="0"/>
              <a:t>CPU base CPI = 1, clock rate = 4GHz</a:t>
            </a:r>
          </a:p>
          <a:p>
            <a:pPr lvl="1" eaLnBrk="1" hangingPunct="1">
              <a:defRPr/>
            </a:pPr>
            <a:r>
              <a:rPr lang="en-US" altLang="en-US" dirty="0"/>
              <a:t>(i.e. 4 × 10</a:t>
            </a:r>
            <a:r>
              <a:rPr lang="en-US" altLang="en-US" baseline="30000" dirty="0"/>
              <a:t>9</a:t>
            </a:r>
            <a:r>
              <a:rPr lang="en-US" altLang="en-US" dirty="0"/>
              <a:t> cycles/sec = 0.25ns per cycle)</a:t>
            </a:r>
          </a:p>
          <a:p>
            <a:pPr lvl="1" eaLnBrk="1" hangingPunct="1">
              <a:defRPr/>
            </a:pPr>
            <a:r>
              <a:rPr lang="en-US" altLang="en-US" dirty="0"/>
              <a:t>Miss rate/instruction = 2%</a:t>
            </a:r>
          </a:p>
          <a:p>
            <a:pPr lvl="1" eaLnBrk="1" hangingPunct="1">
              <a:defRPr/>
            </a:pPr>
            <a:r>
              <a:rPr lang="en-US" altLang="en-US" dirty="0"/>
              <a:t>Main memory access time = 100ns</a:t>
            </a:r>
          </a:p>
          <a:p>
            <a:pPr eaLnBrk="1" hangingPunct="1">
              <a:defRPr/>
            </a:pPr>
            <a:r>
              <a:rPr lang="en-US" altLang="en-US" dirty="0"/>
              <a:t>With just primary cache</a:t>
            </a:r>
          </a:p>
          <a:p>
            <a:pPr lvl="1" eaLnBrk="1" hangingPunct="1">
              <a:defRPr/>
            </a:pPr>
            <a:r>
              <a:rPr lang="en-US" altLang="en-US" dirty="0"/>
              <a:t>Miss penalty = 100ns/0.25ns = 400 cycles</a:t>
            </a:r>
          </a:p>
          <a:p>
            <a:pPr lvl="1" eaLnBrk="1" hangingPunct="1">
              <a:defRPr/>
            </a:pPr>
            <a:r>
              <a:rPr lang="en-US" altLang="en-US" dirty="0">
                <a:highlight>
                  <a:srgbClr val="FFFF00"/>
                </a:highlight>
              </a:rPr>
              <a:t>Effective (average) CPI 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>
                <a:highlight>
                  <a:srgbClr val="FFFF00"/>
                </a:highlight>
              </a:rPr>
              <a:t>   = 1 + 2% × 400 = 1 + 8 = 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9</a:t>
            </a:r>
          </a:p>
        </p:txBody>
      </p:sp>
      <p:sp>
        <p:nvSpPr>
          <p:cNvPr id="155653" name="Rectangle 1">
            <a:extLst>
              <a:ext uri="{FF2B5EF4-FFF2-40B4-BE49-F238E27FC236}">
                <a16:creationId xmlns:a16="http://schemas.microsoft.com/office/drawing/2014/main" id="{C4D19089-6245-4324-925A-6409E9E30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63" y="1700213"/>
            <a:ext cx="3074987" cy="50482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54" name="Rectangle 5">
            <a:extLst>
              <a:ext uri="{FF2B5EF4-FFF2-40B4-BE49-F238E27FC236}">
                <a16:creationId xmlns:a16="http://schemas.microsoft.com/office/drawing/2014/main" id="{893E54BF-4F60-4281-A684-9C33EC1D7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63" y="2728913"/>
            <a:ext cx="4259262" cy="50482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55" name="Rectangle 6">
            <a:extLst>
              <a:ext uri="{FF2B5EF4-FFF2-40B4-BE49-F238E27FC236}">
                <a16:creationId xmlns:a16="http://schemas.microsoft.com/office/drawing/2014/main" id="{D4794E7C-4C1B-4703-A245-947B2FE49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63" y="4840288"/>
            <a:ext cx="6762750" cy="11811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Footer Placeholder 3">
            <a:extLst>
              <a:ext uri="{FF2B5EF4-FFF2-40B4-BE49-F238E27FC236}">
                <a16:creationId xmlns:a16="http://schemas.microsoft.com/office/drawing/2014/main" id="{C54FE53A-6464-46D0-8A9D-3943A90B50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 dirty="0"/>
              <a:t>Chapter 5 — Large and Fast: Exploiting Memory Hierarchy — </a:t>
            </a:r>
            <a:fld id="{9E9C6E63-64F2-4A97-B0B7-F89B5DB761D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96</a:t>
            </a:fld>
            <a:endParaRPr lang="en-AU" altLang="en-US" sz="1400" dirty="0"/>
          </a:p>
        </p:txBody>
      </p:sp>
      <p:sp>
        <p:nvSpPr>
          <p:cNvPr id="157699" name="Rectangle 4">
            <a:extLst>
              <a:ext uri="{FF2B5EF4-FFF2-40B4-BE49-F238E27FC236}">
                <a16:creationId xmlns:a16="http://schemas.microsoft.com/office/drawing/2014/main" id="{069E8743-D63E-43F2-B7A3-93576CA604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(cont.)</a:t>
            </a:r>
            <a:endParaRPr lang="en-AU" altLang="en-US"/>
          </a:p>
        </p:txBody>
      </p:sp>
      <p:sp>
        <p:nvSpPr>
          <p:cNvPr id="157700" name="Rectangle 5">
            <a:extLst>
              <a:ext uri="{FF2B5EF4-FFF2-40B4-BE49-F238E27FC236}">
                <a16:creationId xmlns:a16="http://schemas.microsoft.com/office/drawing/2014/main" id="{B1A8651E-5D9A-4EDF-8DC5-E7B2CB9CEE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5150" y="1114425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Now add L-2 cache</a:t>
            </a:r>
          </a:p>
          <a:p>
            <a:pPr lvl="1" eaLnBrk="1" hangingPunct="1"/>
            <a:r>
              <a:rPr lang="en-US" altLang="en-US" dirty="0"/>
              <a:t>Access time = 5ns (between L1-L2)</a:t>
            </a:r>
          </a:p>
          <a:p>
            <a:pPr lvl="1" eaLnBrk="1" hangingPunct="1"/>
            <a:r>
              <a:rPr lang="en-US" altLang="en-US" dirty="0"/>
              <a:t>Global miss rate to main memory = 0.5%</a:t>
            </a:r>
          </a:p>
          <a:p>
            <a:pPr eaLnBrk="1" hangingPunct="1"/>
            <a:r>
              <a:rPr lang="en-US" altLang="en-US" dirty="0"/>
              <a:t>Primary miss, but L-2 hit</a:t>
            </a:r>
          </a:p>
          <a:p>
            <a:pPr lvl="1" eaLnBrk="1" hangingPunct="1"/>
            <a:r>
              <a:rPr lang="en-US" altLang="en-US" dirty="0"/>
              <a:t>Penalty = 5ns/0.25ns = 20 cycles (</a:t>
            </a:r>
            <a:r>
              <a:rPr lang="en-US" altLang="en-US" dirty="0" err="1"/>
              <a:t>btwn</a:t>
            </a:r>
            <a:r>
              <a:rPr lang="en-US" altLang="en-US" dirty="0"/>
              <a:t> L1-L2)</a:t>
            </a:r>
          </a:p>
          <a:p>
            <a:pPr eaLnBrk="1" hangingPunct="1"/>
            <a:r>
              <a:rPr lang="en-US" altLang="en-US" dirty="0"/>
              <a:t>Primary miss, and L-2 miss (global miss)</a:t>
            </a:r>
          </a:p>
          <a:p>
            <a:pPr lvl="1" eaLnBrk="1" hangingPunct="1"/>
            <a:r>
              <a:rPr lang="en-US" altLang="en-US" dirty="0"/>
              <a:t>Extra penalty = 400 cycles (</a:t>
            </a:r>
            <a:r>
              <a:rPr lang="en-US" altLang="en-US" dirty="0" err="1"/>
              <a:t>btwn</a:t>
            </a:r>
            <a:r>
              <a:rPr lang="en-US" altLang="en-US" dirty="0"/>
              <a:t> L2-main)</a:t>
            </a:r>
          </a:p>
          <a:p>
            <a:pPr eaLnBrk="1" hangingPunct="1"/>
            <a:r>
              <a:rPr lang="en-US" altLang="en-US" dirty="0">
                <a:highlight>
                  <a:srgbClr val="FFFF00"/>
                </a:highlight>
              </a:rPr>
              <a:t>CPI = 1 + 0.02 × 20 + 0.005 × 400 = 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3.4</a:t>
            </a:r>
          </a:p>
          <a:p>
            <a:pPr eaLnBrk="1" hangingPunct="1"/>
            <a:r>
              <a:rPr lang="en-US" altLang="en-US" dirty="0"/>
              <a:t>Performance ratio = 9/3.4 = 2.6</a:t>
            </a:r>
            <a:endParaRPr lang="en-AU" altLang="en-US" dirty="0"/>
          </a:p>
        </p:txBody>
      </p:sp>
      <p:sp>
        <p:nvSpPr>
          <p:cNvPr id="157701" name="Rectangle 4">
            <a:extLst>
              <a:ext uri="{FF2B5EF4-FFF2-40B4-BE49-F238E27FC236}">
                <a16:creationId xmlns:a16="http://schemas.microsoft.com/office/drawing/2014/main" id="{F1541455-7587-4319-9F28-EECB5B8CB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463" y="4941888"/>
            <a:ext cx="7337425" cy="50323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Footer Placeholder 1">
            <a:extLst>
              <a:ext uri="{FF2B5EF4-FFF2-40B4-BE49-F238E27FC236}">
                <a16:creationId xmlns:a16="http://schemas.microsoft.com/office/drawing/2014/main" id="{D91CE11A-EAF9-41A7-A75D-7F7678BC19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6AF4E10-0383-42CC-BD1C-5D9566AD343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lang="en-AU" altLang="en-US" sz="14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Footer Placeholder 3">
            <a:extLst>
              <a:ext uri="{FF2B5EF4-FFF2-40B4-BE49-F238E27FC236}">
                <a16:creationId xmlns:a16="http://schemas.microsoft.com/office/drawing/2014/main" id="{75C0043D-64FA-45EC-8CCB-2F18774D83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4237BBE-CE5E-43FB-B031-9CC951B1433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lang="en-AU" altLang="en-US" sz="1400"/>
          </a:p>
        </p:txBody>
      </p:sp>
      <p:sp>
        <p:nvSpPr>
          <p:cNvPr id="159747" name="Rectangle 6">
            <a:extLst>
              <a:ext uri="{FF2B5EF4-FFF2-40B4-BE49-F238E27FC236}">
                <a16:creationId xmlns:a16="http://schemas.microsoft.com/office/drawing/2014/main" id="{B025380A-70AF-41F0-92FA-4BAB4B064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Multilevel Cache Considerations</a:t>
            </a:r>
            <a:endParaRPr lang="en-AU" altLang="en-US" sz="4000"/>
          </a:p>
        </p:txBody>
      </p:sp>
      <p:sp>
        <p:nvSpPr>
          <p:cNvPr id="159748" name="Rectangle 7">
            <a:extLst>
              <a:ext uri="{FF2B5EF4-FFF2-40B4-BE49-F238E27FC236}">
                <a16:creationId xmlns:a16="http://schemas.microsoft.com/office/drawing/2014/main" id="{6EE0B260-619B-4F0C-A620-6D3D50BBF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8963" y="1122502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Primary cache (L-1) design target</a:t>
            </a:r>
          </a:p>
          <a:p>
            <a:pPr lvl="1" eaLnBrk="1" hangingPunct="1"/>
            <a:r>
              <a:rPr lang="en-US" altLang="en-US" dirty="0"/>
              <a:t>Focus on small hit time (quick to process hits, more hits expected)</a:t>
            </a:r>
          </a:p>
          <a:p>
            <a:pPr eaLnBrk="1" hangingPunct="1"/>
            <a:r>
              <a:rPr lang="en-US" altLang="en-US" dirty="0"/>
              <a:t>L-2 cache design target</a:t>
            </a:r>
          </a:p>
          <a:p>
            <a:pPr lvl="1" eaLnBrk="1" hangingPunct="1"/>
            <a:r>
              <a:rPr lang="en-US" altLang="en-US" dirty="0"/>
              <a:t>Focus on low miss rate to avoid main memory access</a:t>
            </a:r>
          </a:p>
          <a:p>
            <a:pPr lvl="1" eaLnBrk="1" hangingPunct="1"/>
            <a:r>
              <a:rPr lang="en-US" altLang="en-US" dirty="0"/>
              <a:t>Hit time has less overall impact</a:t>
            </a:r>
          </a:p>
          <a:p>
            <a:pPr eaLnBrk="1" hangingPunct="1"/>
            <a:r>
              <a:rPr lang="en-US" altLang="en-US" dirty="0"/>
              <a:t>Results – since the smaller, the quicker</a:t>
            </a:r>
            <a:endParaRPr lang="en-AU" altLang="en-US" dirty="0"/>
          </a:p>
          <a:p>
            <a:pPr lvl="1" eaLnBrk="1" hangingPunct="1"/>
            <a:r>
              <a:rPr lang="en-US" altLang="en-US" sz="2500" dirty="0"/>
              <a:t>L-1 cache smaller than a single-level cache</a:t>
            </a:r>
          </a:p>
          <a:p>
            <a:pPr lvl="1" eaLnBrk="1" hangingPunct="1"/>
            <a:r>
              <a:rPr lang="en-US" altLang="en-US" sz="2500" dirty="0"/>
              <a:t>L-1 block size smaller than L-2 block size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Footer Placeholder 3">
            <a:extLst>
              <a:ext uri="{FF2B5EF4-FFF2-40B4-BE49-F238E27FC236}">
                <a16:creationId xmlns:a16="http://schemas.microsoft.com/office/drawing/2014/main" id="{E1F81460-130D-42D2-8B4D-2FA392774E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246DAAB-CEEB-4DC8-9387-4785E23863D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lang="en-AU" altLang="en-US" sz="1400"/>
          </a:p>
        </p:txBody>
      </p:sp>
      <p:sp>
        <p:nvSpPr>
          <p:cNvPr id="161795" name="Rectangle 4">
            <a:extLst>
              <a:ext uri="{FF2B5EF4-FFF2-40B4-BE49-F238E27FC236}">
                <a16:creationId xmlns:a16="http://schemas.microsoft.com/office/drawing/2014/main" id="{89682094-80E1-4618-A232-AD26195266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6700"/>
            <a:ext cx="8259762" cy="641350"/>
          </a:xfrm>
        </p:spPr>
        <p:txBody>
          <a:bodyPr/>
          <a:lstStyle/>
          <a:p>
            <a:pPr eaLnBrk="1" hangingPunct="1"/>
            <a:r>
              <a:rPr lang="en-US" altLang="en-US" sz="3600"/>
              <a:t>Interactions with Advanced CPUs</a:t>
            </a:r>
            <a:endParaRPr lang="en-AU" altLang="en-US" sz="3600"/>
          </a:p>
        </p:txBody>
      </p:sp>
      <p:sp>
        <p:nvSpPr>
          <p:cNvPr id="157700" name="Rectangle 5">
            <a:extLst>
              <a:ext uri="{FF2B5EF4-FFF2-40B4-BE49-F238E27FC236}">
                <a16:creationId xmlns:a16="http://schemas.microsoft.com/office/drawing/2014/main" id="{03C4D585-D556-4990-90FD-4208ACC52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1338" y="1085850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Advanced </a:t>
            </a:r>
            <a:r>
              <a:rPr lang="en-US" altLang="en-US" dirty="0"/>
              <a:t>CPUs can execute out-of-order instructions during cache-miss</a:t>
            </a:r>
          </a:p>
          <a:p>
            <a:pPr lvl="1" eaLnBrk="1" hangingPunct="1"/>
            <a:r>
              <a:rPr lang="en-US" altLang="en-US" dirty="0"/>
              <a:t>Pending (missed) </a:t>
            </a:r>
            <a:r>
              <a:rPr lang="en-US" altLang="en-US" dirty="0" err="1"/>
              <a:t>sw</a:t>
            </a:r>
            <a:r>
              <a:rPr lang="en-US" altLang="en-US" dirty="0"/>
              <a:t> stays in </a:t>
            </a:r>
            <a:r>
              <a:rPr lang="en-US" altLang="en-US" dirty="0">
                <a:solidFill>
                  <a:srgbClr val="C00000"/>
                </a:solidFill>
              </a:rPr>
              <a:t>load/store unit</a:t>
            </a:r>
          </a:p>
          <a:p>
            <a:pPr lvl="1" eaLnBrk="1" hangingPunct="1"/>
            <a:r>
              <a:rPr lang="en-US" altLang="en-US" dirty="0"/>
              <a:t>Instructions dependent on missed instruction wait in </a:t>
            </a:r>
            <a:r>
              <a:rPr lang="en-US" altLang="en-US" dirty="0">
                <a:solidFill>
                  <a:srgbClr val="C00000"/>
                </a:solidFill>
              </a:rPr>
              <a:t>reservation stations</a:t>
            </a:r>
          </a:p>
          <a:p>
            <a:pPr lvl="1" eaLnBrk="1" hangingPunct="1"/>
            <a:r>
              <a:rPr lang="en-US" altLang="en-US" dirty="0"/>
              <a:t>Instructions independent of the missed instruction can just continue (out-of-order)</a:t>
            </a:r>
          </a:p>
          <a:p>
            <a:pPr eaLnBrk="1" hangingPunct="1"/>
            <a:r>
              <a:rPr lang="en-US" altLang="en-US" dirty="0"/>
              <a:t>Effect of cache-miss depends on program data flow. Hard to analyze (because there’s no information in the code)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Footer Placeholder 3">
            <a:extLst>
              <a:ext uri="{FF2B5EF4-FFF2-40B4-BE49-F238E27FC236}">
                <a16:creationId xmlns:a16="http://schemas.microsoft.com/office/drawing/2014/main" id="{843841FA-7A59-4DE7-AF18-178246F889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12AEAD6-0041-4635-AB40-90345D5B463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100</a:t>
            </a:fld>
            <a:endParaRPr lang="en-AU" altLang="en-US" sz="1400"/>
          </a:p>
        </p:txBody>
      </p:sp>
      <p:pic>
        <p:nvPicPr>
          <p:cNvPr id="163843" name="Picture 6" descr="f05-18-P374493">
            <a:extLst>
              <a:ext uri="{FF2B5EF4-FFF2-40B4-BE49-F238E27FC236}">
                <a16:creationId xmlns:a16="http://schemas.microsoft.com/office/drawing/2014/main" id="{F77254B6-9ADB-4DD2-B0CD-9287D7213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1009650"/>
            <a:ext cx="2846388" cy="519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44" name="Rectangle 2">
            <a:extLst>
              <a:ext uri="{FF2B5EF4-FFF2-40B4-BE49-F238E27FC236}">
                <a16:creationId xmlns:a16="http://schemas.microsoft.com/office/drawing/2014/main" id="{1346DD22-ED62-4A22-9D7B-69DD35178C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Interactions with Software</a:t>
            </a:r>
            <a:endParaRPr lang="en-AU" altLang="en-US"/>
          </a:p>
        </p:txBody>
      </p:sp>
      <p:sp>
        <p:nvSpPr>
          <p:cNvPr id="163845" name="Rectangle 1">
            <a:extLst>
              <a:ext uri="{FF2B5EF4-FFF2-40B4-BE49-F238E27FC236}">
                <a16:creationId xmlns:a16="http://schemas.microsoft.com/office/drawing/2014/main" id="{B141654D-B51C-48EC-BE6D-F76D65154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4365625"/>
            <a:ext cx="3024187" cy="1871663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3846" name="Rectangle 3">
            <a:extLst>
              <a:ext uri="{FF2B5EF4-FFF2-40B4-BE49-F238E27FC236}">
                <a16:creationId xmlns:a16="http://schemas.microsoft.com/office/drawing/2014/main" id="{96716F91-7B60-4482-854F-C232C0CA2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125538"/>
            <a:ext cx="4575175" cy="511175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Misses can also depend on memory access patterns</a:t>
            </a:r>
          </a:p>
          <a:p>
            <a:pPr eaLnBrk="1" hangingPunct="1"/>
            <a:r>
              <a:rPr lang="en-US" altLang="en-US" sz="3600" dirty="0"/>
              <a:t>Determined by</a:t>
            </a:r>
          </a:p>
          <a:p>
            <a:pPr lvl="1" eaLnBrk="1" hangingPunct="1"/>
            <a:r>
              <a:rPr lang="en-US" altLang="en-US" sz="3200" dirty="0"/>
              <a:t>Algorithm behavior</a:t>
            </a:r>
          </a:p>
          <a:p>
            <a:pPr lvl="1" eaLnBrk="1" hangingPunct="1"/>
            <a:r>
              <a:rPr lang="en-US" altLang="en-US" sz="3200" dirty="0"/>
              <a:t>Compiler optimization for memory access</a:t>
            </a:r>
            <a:endParaRPr lang="en-AU" alt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0D4694-1775-4779-B461-F907E88E3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066" y="4293096"/>
            <a:ext cx="1903413" cy="30777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C00000"/>
                </a:solidFill>
              </a:rPr>
              <a:t>Better locality of data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D5EA05-E821-4196-8361-0C5700396B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96054" y="4600874"/>
            <a:ext cx="1720162" cy="1204390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itle 1">
            <a:extLst>
              <a:ext uri="{FF2B5EF4-FFF2-40B4-BE49-F238E27FC236}">
                <a16:creationId xmlns:a16="http://schemas.microsoft.com/office/drawing/2014/main" id="{201A9D72-B369-4D17-9389-BDDA9B8225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1938"/>
            <a:ext cx="8259762" cy="646112"/>
          </a:xfrm>
        </p:spPr>
        <p:txBody>
          <a:bodyPr/>
          <a:lstStyle/>
          <a:p>
            <a:r>
              <a:rPr lang="en-US" altLang="en-US" sz="3600"/>
              <a:t>Software Optimization via Blocking</a:t>
            </a:r>
          </a:p>
        </p:txBody>
      </p:sp>
      <p:sp>
        <p:nvSpPr>
          <p:cNvPr id="166915" name="Content Placeholder 2">
            <a:extLst>
              <a:ext uri="{FF2B5EF4-FFF2-40B4-BE49-F238E27FC236}">
                <a16:creationId xmlns:a16="http://schemas.microsoft.com/office/drawing/2014/main" id="{378B07BF-5416-4A52-B399-E7A0670D32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Goal: maximize accesses to data before   it is replaced</a:t>
            </a:r>
          </a:p>
          <a:p>
            <a:r>
              <a:rPr lang="en-US" altLang="en-US"/>
              <a:t>Consider inner loops of DGEMM:</a:t>
            </a:r>
          </a:p>
          <a:p>
            <a:endParaRPr lang="en-US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for (int j = 0; j &lt; n; ++j)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double cij = C[i+j*n];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for( int k = 0; k &lt; n; k++ 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  cij += A[i+k*n] * B[k+j*n];</a:t>
            </a:r>
            <a:endParaRPr lang="en-US" alt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C[i+j*n] = cij;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166916" name="Footer Placeholder 3">
            <a:extLst>
              <a:ext uri="{FF2B5EF4-FFF2-40B4-BE49-F238E27FC236}">
                <a16:creationId xmlns:a16="http://schemas.microsoft.com/office/drawing/2014/main" id="{7D440BB4-0678-41F2-92A7-5F44223BB5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E1D06E6-1ED8-4AF6-87F2-4ABE1C73862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101</a:t>
            </a:fld>
            <a:endParaRPr lang="en-AU" altLang="en-US" sz="1400"/>
          </a:p>
        </p:txBody>
      </p:sp>
    </p:spTree>
  </p:cSld>
  <p:clrMapOvr>
    <a:masterClrMapping/>
  </p:clrMapOvr>
  <p:transition spd="slow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itle 1">
            <a:extLst>
              <a:ext uri="{FF2B5EF4-FFF2-40B4-BE49-F238E27FC236}">
                <a16:creationId xmlns:a16="http://schemas.microsoft.com/office/drawing/2014/main" id="{8B22D702-3CDF-412F-BB00-BF9981E97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DGEMM Access Pattern</a:t>
            </a:r>
          </a:p>
        </p:txBody>
      </p:sp>
      <p:sp>
        <p:nvSpPr>
          <p:cNvPr id="167939" name="Content Placeholder 2">
            <a:extLst>
              <a:ext uri="{FF2B5EF4-FFF2-40B4-BE49-F238E27FC236}">
                <a16:creationId xmlns:a16="http://schemas.microsoft.com/office/drawing/2014/main" id="{978E290E-9EF2-4166-8FD0-5EF1B63206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C, A, and B arrays</a:t>
            </a:r>
          </a:p>
        </p:txBody>
      </p:sp>
      <p:sp>
        <p:nvSpPr>
          <p:cNvPr id="167940" name="Footer Placeholder 3">
            <a:extLst>
              <a:ext uri="{FF2B5EF4-FFF2-40B4-BE49-F238E27FC236}">
                <a16:creationId xmlns:a16="http://schemas.microsoft.com/office/drawing/2014/main" id="{C55BE21C-5D1A-4BDC-A780-EAE2F1FF0C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31CD679-D93A-415B-A59F-219A514A7FC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102</a:t>
            </a:fld>
            <a:endParaRPr lang="en-AU" altLang="en-US" sz="1400"/>
          </a:p>
        </p:txBody>
      </p:sp>
      <p:pic>
        <p:nvPicPr>
          <p:cNvPr id="167941" name="Picture 2">
            <a:extLst>
              <a:ext uri="{FF2B5EF4-FFF2-40B4-BE49-F238E27FC236}">
                <a16:creationId xmlns:a16="http://schemas.microsoft.com/office/drawing/2014/main" id="{5180A13F-F0DD-4FA6-98B1-4CE64B7F2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284538"/>
            <a:ext cx="7702550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7942" name="TextBox 4">
            <a:extLst>
              <a:ext uri="{FF2B5EF4-FFF2-40B4-BE49-F238E27FC236}">
                <a16:creationId xmlns:a16="http://schemas.microsoft.com/office/drawing/2014/main" id="{D88E75B9-25C6-4F8B-8047-3FF4EA719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2133600"/>
            <a:ext cx="20875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older accesses</a:t>
            </a:r>
          </a:p>
        </p:txBody>
      </p:sp>
      <p:cxnSp>
        <p:nvCxnSpPr>
          <p:cNvPr id="167943" name="Straight Arrow Connector 6">
            <a:extLst>
              <a:ext uri="{FF2B5EF4-FFF2-40B4-BE49-F238E27FC236}">
                <a16:creationId xmlns:a16="http://schemas.microsoft.com/office/drawing/2014/main" id="{F1ABBF0E-5DA1-4D88-B70D-70F22A8CCFC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692275" y="2501900"/>
            <a:ext cx="503238" cy="14319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7944" name="TextBox 8">
            <a:extLst>
              <a:ext uri="{FF2B5EF4-FFF2-40B4-BE49-F238E27FC236}">
                <a16:creationId xmlns:a16="http://schemas.microsoft.com/office/drawing/2014/main" id="{613033F2-5B02-4034-AB19-3A0FA97DB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25" y="2565400"/>
            <a:ext cx="2087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new accesses</a:t>
            </a:r>
          </a:p>
        </p:txBody>
      </p:sp>
      <p:cxnSp>
        <p:nvCxnSpPr>
          <p:cNvPr id="167945" name="Straight Arrow Connector 11">
            <a:extLst>
              <a:ext uri="{FF2B5EF4-FFF2-40B4-BE49-F238E27FC236}">
                <a16:creationId xmlns:a16="http://schemas.microsoft.com/office/drawing/2014/main" id="{CD2B57C8-8A35-4A94-AC04-8C24CBCA1B1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00338" y="2933700"/>
            <a:ext cx="369887" cy="12874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Title 1">
            <a:extLst>
              <a:ext uri="{FF2B5EF4-FFF2-40B4-BE49-F238E27FC236}">
                <a16:creationId xmlns:a16="http://schemas.microsoft.com/office/drawing/2014/main" id="{F18146C0-57DA-4DA6-8E16-71FE6BC457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Cache Blocked DGEMM</a:t>
            </a:r>
          </a:p>
        </p:txBody>
      </p:sp>
      <p:sp>
        <p:nvSpPr>
          <p:cNvPr id="168963" name="Content Placeholder 2">
            <a:extLst>
              <a:ext uri="{FF2B5EF4-FFF2-40B4-BE49-F238E27FC236}">
                <a16:creationId xmlns:a16="http://schemas.microsoft.com/office/drawing/2014/main" id="{759E0470-EC9B-4803-A0E9-41A537AAD2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 #define BLOCKSIZE 32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2 void do_block (int n, int si, int sj, int sk, double *A, double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3 *B, double *C)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4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5  for (int i = si; i &lt; si+BLOCKSIZE; ++i)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6   for (int j = sj; j &lt; sj+BLOCKSIZE; ++j)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7  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8    double cij = C[i+j*n];/* cij = C[i][j] */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9    for( int k = sk; k &lt; sk+BLOCKSIZE; k++ 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pt-BR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10    cij += A[i+k*n] * B[k+j*n];/* cij+=A[i][k]*B[k][j] */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11   C[i+j*n] = cij;/* C[i][j] = cij */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12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13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fr-FR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14 void dgemm (int n, double* A, double* B, double* C)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15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sv-SE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16  for ( int sj = 0; sj &lt; n; sj += BLOCKSIZE 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it-IT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17   for ( int si = 0; si &lt; n; si += BLOCKSIZE 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18    for ( int sk = 0; sk &lt; n; sk += BLOCKSIZE 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pt-BR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19     do_block(n, si, sj, sk, A, B, C);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20 }</a:t>
            </a:r>
          </a:p>
        </p:txBody>
      </p:sp>
      <p:sp>
        <p:nvSpPr>
          <p:cNvPr id="168964" name="Footer Placeholder 3">
            <a:extLst>
              <a:ext uri="{FF2B5EF4-FFF2-40B4-BE49-F238E27FC236}">
                <a16:creationId xmlns:a16="http://schemas.microsoft.com/office/drawing/2014/main" id="{E8D80ADC-7D36-4DC3-BDAE-B3466EB1F8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D120873-102E-4613-8495-6A963BC4C9D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103</a:t>
            </a:fld>
            <a:endParaRPr lang="en-AU" altLang="en-US" sz="1400"/>
          </a:p>
        </p:txBody>
      </p:sp>
    </p:spTree>
  </p:cSld>
  <p:clrMapOvr>
    <a:masterClrMapping/>
  </p:clrMapOvr>
  <p:transition spd="slow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itle 1">
            <a:extLst>
              <a:ext uri="{FF2B5EF4-FFF2-40B4-BE49-F238E27FC236}">
                <a16:creationId xmlns:a16="http://schemas.microsoft.com/office/drawing/2014/main" id="{ACAC988B-B973-46CC-9EA1-7A01BA9E5E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r>
              <a:rPr lang="en-US" altLang="en-US" sz="4000"/>
              <a:t>Blocked DGEMM Access Pattern</a:t>
            </a:r>
          </a:p>
        </p:txBody>
      </p:sp>
      <p:sp>
        <p:nvSpPr>
          <p:cNvPr id="169987" name="Footer Placeholder 3">
            <a:extLst>
              <a:ext uri="{FF2B5EF4-FFF2-40B4-BE49-F238E27FC236}">
                <a16:creationId xmlns:a16="http://schemas.microsoft.com/office/drawing/2014/main" id="{8728C5BD-460A-456F-9E78-D82945BFFD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E259C45-69A2-4735-9DBF-336EA4EF2C5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104</a:t>
            </a:fld>
            <a:endParaRPr lang="en-AU" altLang="en-US" sz="1400"/>
          </a:p>
        </p:txBody>
      </p:sp>
      <p:pic>
        <p:nvPicPr>
          <p:cNvPr id="169988" name="Picture 2">
            <a:extLst>
              <a:ext uri="{FF2B5EF4-FFF2-40B4-BE49-F238E27FC236}">
                <a16:creationId xmlns:a16="http://schemas.microsoft.com/office/drawing/2014/main" id="{AE24E03B-1251-4FE0-B11F-1E0260217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13" y="1268413"/>
            <a:ext cx="7924800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89" name="TextBox 5">
            <a:extLst>
              <a:ext uri="{FF2B5EF4-FFF2-40B4-BE49-F238E27FC236}">
                <a16:creationId xmlns:a16="http://schemas.microsoft.com/office/drawing/2014/main" id="{CAED4196-26C7-45D9-B3AD-C6C007E48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5891213"/>
            <a:ext cx="16208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Unoptimized</a:t>
            </a:r>
          </a:p>
        </p:txBody>
      </p:sp>
      <p:sp>
        <p:nvSpPr>
          <p:cNvPr id="169990" name="TextBox 9">
            <a:extLst>
              <a:ext uri="{FF2B5EF4-FFF2-40B4-BE49-F238E27FC236}">
                <a16:creationId xmlns:a16="http://schemas.microsoft.com/office/drawing/2014/main" id="{6D877B90-8446-4FF4-AD05-6B3FC911C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5884863"/>
            <a:ext cx="1439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Blocked</a:t>
            </a:r>
          </a:p>
        </p:txBody>
      </p:sp>
      <p:pic>
        <p:nvPicPr>
          <p:cNvPr id="169991" name="Picture 5">
            <a:extLst>
              <a:ext uri="{FF2B5EF4-FFF2-40B4-BE49-F238E27FC236}">
                <a16:creationId xmlns:a16="http://schemas.microsoft.com/office/drawing/2014/main" id="{F28A8EC8-41A0-4A07-8C8A-ADCD8F281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3986213"/>
            <a:ext cx="4344988" cy="190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92" name="TextBox 5">
            <a:extLst>
              <a:ext uri="{FF2B5EF4-FFF2-40B4-BE49-F238E27FC236}">
                <a16:creationId xmlns:a16="http://schemas.microsoft.com/office/drawing/2014/main" id="{25B56D1F-4AD2-49EF-921B-49EBECAFC1F8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784350" y="4813300"/>
            <a:ext cx="833438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Speed</a:t>
            </a:r>
          </a:p>
        </p:txBody>
      </p:sp>
    </p:spTree>
  </p:cSld>
  <p:clrMapOvr>
    <a:masterClrMapping/>
  </p:clrMapOvr>
  <p:transition spd="slow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Footer Placeholder 3">
            <a:extLst>
              <a:ext uri="{FF2B5EF4-FFF2-40B4-BE49-F238E27FC236}">
                <a16:creationId xmlns:a16="http://schemas.microsoft.com/office/drawing/2014/main" id="{BC59326D-0F0E-4BBF-A08D-27808C7CD4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2ECE014E-77BB-49D7-93ED-0A732739759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105</a:t>
            </a:fld>
            <a:endParaRPr lang="en-AU" altLang="en-US" sz="1400"/>
          </a:p>
        </p:txBody>
      </p:sp>
      <p:sp>
        <p:nvSpPr>
          <p:cNvPr id="171011" name="Rectangle 2">
            <a:extLst>
              <a:ext uri="{FF2B5EF4-FFF2-40B4-BE49-F238E27FC236}">
                <a16:creationId xmlns:a16="http://schemas.microsoft.com/office/drawing/2014/main" id="{9F0CF4C3-B2FC-4BEF-B3FB-29183E301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413" y="138113"/>
            <a:ext cx="8259762" cy="769937"/>
          </a:xfrm>
        </p:spPr>
        <p:txBody>
          <a:bodyPr/>
          <a:lstStyle/>
          <a:p>
            <a:pPr eaLnBrk="1" hangingPunct="1"/>
            <a:r>
              <a:rPr lang="en-US" altLang="en-US"/>
              <a:t>Dependability of Mem Hierchy</a:t>
            </a:r>
            <a:endParaRPr lang="en-AU" altLang="en-US"/>
          </a:p>
        </p:txBody>
      </p:sp>
      <p:sp>
        <p:nvSpPr>
          <p:cNvPr id="171012" name="Rectangle 13">
            <a:extLst>
              <a:ext uri="{FF2B5EF4-FFF2-40B4-BE49-F238E27FC236}">
                <a16:creationId xmlns:a16="http://schemas.microsoft.com/office/drawing/2014/main" id="{0743B823-B3C2-461B-BF27-FD9727CFF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16463" y="2565400"/>
            <a:ext cx="3959225" cy="3671888"/>
          </a:xfrm>
        </p:spPr>
        <p:txBody>
          <a:bodyPr/>
          <a:lstStyle/>
          <a:p>
            <a:pPr eaLnBrk="1" hangingPunct="1"/>
            <a:r>
              <a:rPr lang="en-AU" altLang="en-US" sz="2800"/>
              <a:t>Fault: failure of a component</a:t>
            </a:r>
          </a:p>
          <a:p>
            <a:pPr lvl="1" eaLnBrk="1" hangingPunct="1"/>
            <a:r>
              <a:rPr lang="en-AU" altLang="en-US" sz="2400"/>
              <a:t>May or may not lead to system failure</a:t>
            </a:r>
          </a:p>
        </p:txBody>
      </p:sp>
      <p:sp>
        <p:nvSpPr>
          <p:cNvPr id="171013" name="AutoShape 5">
            <a:extLst>
              <a:ext uri="{FF2B5EF4-FFF2-40B4-BE49-F238E27FC236}">
                <a16:creationId xmlns:a16="http://schemas.microsoft.com/office/drawing/2014/main" id="{4A64E85B-CA14-446D-8F3F-AD8B20E67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1412875"/>
            <a:ext cx="3024188" cy="11525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000" u="sng"/>
              <a:t>Service accomplishment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000"/>
              <a:t>Service delivered</a:t>
            </a:r>
            <a:br>
              <a:rPr lang="en-AU" altLang="en-US" sz="2000"/>
            </a:br>
            <a:r>
              <a:rPr lang="en-AU" altLang="en-US" sz="2000"/>
              <a:t>as specified</a:t>
            </a:r>
          </a:p>
        </p:txBody>
      </p:sp>
      <p:sp>
        <p:nvSpPr>
          <p:cNvPr id="171014" name="AutoShape 6">
            <a:extLst>
              <a:ext uri="{FF2B5EF4-FFF2-40B4-BE49-F238E27FC236}">
                <a16:creationId xmlns:a16="http://schemas.microsoft.com/office/drawing/2014/main" id="{A8761C7B-9BB2-4399-8D60-012ADA821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4724400"/>
            <a:ext cx="3024187" cy="11525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000" u="sng"/>
              <a:t>Service interruption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000"/>
              <a:t>Deviation from</a:t>
            </a:r>
            <a:br>
              <a:rPr lang="en-AU" altLang="en-US" sz="2000"/>
            </a:br>
            <a:r>
              <a:rPr lang="en-AU" altLang="en-US" sz="2000"/>
              <a:t>specified service</a:t>
            </a:r>
          </a:p>
        </p:txBody>
      </p:sp>
      <p:sp>
        <p:nvSpPr>
          <p:cNvPr id="171015" name="Freeform 7">
            <a:extLst>
              <a:ext uri="{FF2B5EF4-FFF2-40B4-BE49-F238E27FC236}">
                <a16:creationId xmlns:a16="http://schemas.microsoft.com/office/drawing/2014/main" id="{B5B8F974-B64E-4117-96F2-430EC699938A}"/>
              </a:ext>
            </a:extLst>
          </p:cNvPr>
          <p:cNvSpPr>
            <a:spLocks/>
          </p:cNvSpPr>
          <p:nvPr/>
        </p:nvSpPr>
        <p:spPr bwMode="auto">
          <a:xfrm>
            <a:off x="3708400" y="2565400"/>
            <a:ext cx="396875" cy="2159000"/>
          </a:xfrm>
          <a:custGeom>
            <a:avLst/>
            <a:gdLst>
              <a:gd name="T0" fmla="*/ 0 w 277"/>
              <a:gd name="T1" fmla="*/ 0 h 1374"/>
              <a:gd name="T2" fmla="*/ 2147483646 w 277"/>
              <a:gd name="T3" fmla="*/ 2147483646 h 1374"/>
              <a:gd name="T4" fmla="*/ 2147483646 w 277"/>
              <a:gd name="T5" fmla="*/ 2147483646 h 1374"/>
              <a:gd name="T6" fmla="*/ 0 60000 65536"/>
              <a:gd name="T7" fmla="*/ 0 60000 65536"/>
              <a:gd name="T8" fmla="*/ 0 60000 65536"/>
              <a:gd name="T9" fmla="*/ 0 w 277"/>
              <a:gd name="T10" fmla="*/ 0 h 1374"/>
              <a:gd name="T11" fmla="*/ 277 w 277"/>
              <a:gd name="T12" fmla="*/ 1374 h 1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7" h="1374">
                <a:moveTo>
                  <a:pt x="0" y="0"/>
                </a:moveTo>
                <a:cubicBezTo>
                  <a:pt x="46" y="110"/>
                  <a:pt x="275" y="431"/>
                  <a:pt x="276" y="660"/>
                </a:cubicBezTo>
                <a:cubicBezTo>
                  <a:pt x="277" y="889"/>
                  <a:pt x="62" y="1225"/>
                  <a:pt x="6" y="137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016" name="Text Box 8">
            <a:extLst>
              <a:ext uri="{FF2B5EF4-FFF2-40B4-BE49-F238E27FC236}">
                <a16:creationId xmlns:a16="http://schemas.microsoft.com/office/drawing/2014/main" id="{84A9C6C2-A4A9-4A84-BD01-1D6290A7C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429000"/>
            <a:ext cx="962025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000"/>
              <a:t>Failure</a:t>
            </a:r>
          </a:p>
        </p:txBody>
      </p:sp>
      <p:sp>
        <p:nvSpPr>
          <p:cNvPr id="171017" name="Freeform 9">
            <a:extLst>
              <a:ext uri="{FF2B5EF4-FFF2-40B4-BE49-F238E27FC236}">
                <a16:creationId xmlns:a16="http://schemas.microsoft.com/office/drawing/2014/main" id="{BB074CD9-40C8-4CD2-8BC2-01C4EDF78FD2}"/>
              </a:ext>
            </a:extLst>
          </p:cNvPr>
          <p:cNvSpPr>
            <a:spLocks/>
          </p:cNvSpPr>
          <p:nvPr/>
        </p:nvSpPr>
        <p:spPr bwMode="auto">
          <a:xfrm rot="10800000">
            <a:off x="1438275" y="2565400"/>
            <a:ext cx="396875" cy="2159000"/>
          </a:xfrm>
          <a:custGeom>
            <a:avLst/>
            <a:gdLst>
              <a:gd name="T0" fmla="*/ 0 w 277"/>
              <a:gd name="T1" fmla="*/ 0 h 1374"/>
              <a:gd name="T2" fmla="*/ 2147483646 w 277"/>
              <a:gd name="T3" fmla="*/ 2147483646 h 1374"/>
              <a:gd name="T4" fmla="*/ 2147483646 w 277"/>
              <a:gd name="T5" fmla="*/ 2147483646 h 1374"/>
              <a:gd name="T6" fmla="*/ 0 60000 65536"/>
              <a:gd name="T7" fmla="*/ 0 60000 65536"/>
              <a:gd name="T8" fmla="*/ 0 60000 65536"/>
              <a:gd name="T9" fmla="*/ 0 w 277"/>
              <a:gd name="T10" fmla="*/ 0 h 1374"/>
              <a:gd name="T11" fmla="*/ 277 w 277"/>
              <a:gd name="T12" fmla="*/ 1374 h 1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7" h="1374">
                <a:moveTo>
                  <a:pt x="0" y="0"/>
                </a:moveTo>
                <a:cubicBezTo>
                  <a:pt x="46" y="110"/>
                  <a:pt x="275" y="431"/>
                  <a:pt x="276" y="660"/>
                </a:cubicBezTo>
                <a:cubicBezTo>
                  <a:pt x="277" y="889"/>
                  <a:pt x="62" y="1225"/>
                  <a:pt x="6" y="137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018" name="Text Box 10">
            <a:extLst>
              <a:ext uri="{FF2B5EF4-FFF2-40B4-BE49-F238E27FC236}">
                <a16:creationId xmlns:a16="http://schemas.microsoft.com/office/drawing/2014/main" id="{83600DA2-B78B-4C21-A64E-516B3886C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429000"/>
            <a:ext cx="1482725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000"/>
              <a:t>Restoration</a:t>
            </a:r>
          </a:p>
        </p:txBody>
      </p:sp>
      <p:sp>
        <p:nvSpPr>
          <p:cNvPr id="171019" name="Text Box 4">
            <a:extLst>
              <a:ext uri="{FF2B5EF4-FFF2-40B4-BE49-F238E27FC236}">
                <a16:creationId xmlns:a16="http://schemas.microsoft.com/office/drawing/2014/main" id="{D28BB31E-08D0-4CF4-916F-07A979E1CE5B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015162" y="1757363"/>
            <a:ext cx="389096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§5.5 Dependable Memory Hierarchy</a:t>
            </a:r>
          </a:p>
        </p:txBody>
      </p:sp>
    </p:spTree>
  </p:cSld>
  <p:clrMapOvr>
    <a:masterClrMapping/>
  </p:clrMapOvr>
  <p:transition spd="slow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Footer Placeholder 3">
            <a:extLst>
              <a:ext uri="{FF2B5EF4-FFF2-40B4-BE49-F238E27FC236}">
                <a16:creationId xmlns:a16="http://schemas.microsoft.com/office/drawing/2014/main" id="{BD1D7F14-1649-4A2C-8F3B-11358A614F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9025790F-D602-4D8D-84E0-88B95A784F3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106</a:t>
            </a:fld>
            <a:endParaRPr lang="en-AU" altLang="en-US" sz="1400"/>
          </a:p>
        </p:txBody>
      </p:sp>
      <p:sp>
        <p:nvSpPr>
          <p:cNvPr id="173059" name="Rectangle 5">
            <a:extLst>
              <a:ext uri="{FF2B5EF4-FFF2-40B4-BE49-F238E27FC236}">
                <a16:creationId xmlns:a16="http://schemas.microsoft.com/office/drawing/2014/main" id="{2BB524D7-AD93-4524-968B-A4626CD29E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Dependability Measures</a:t>
            </a:r>
            <a:endParaRPr lang="en-AU" altLang="en-US"/>
          </a:p>
        </p:txBody>
      </p:sp>
      <p:sp>
        <p:nvSpPr>
          <p:cNvPr id="173060" name="Rectangle 6">
            <a:extLst>
              <a:ext uri="{FF2B5EF4-FFF2-40B4-BE49-F238E27FC236}">
                <a16:creationId xmlns:a16="http://schemas.microsoft.com/office/drawing/2014/main" id="{89F688F9-FFCA-438E-9E3C-309ED1ED8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9425" y="1114425"/>
            <a:ext cx="8605838" cy="4835525"/>
          </a:xfrm>
        </p:spPr>
        <p:txBody>
          <a:bodyPr/>
          <a:lstStyle/>
          <a:p>
            <a:pPr eaLnBrk="1" hangingPunct="1"/>
            <a:r>
              <a:rPr lang="en-US" altLang="en-US" sz="2800"/>
              <a:t>Reliability: Mean Time To Failure (MTTF)</a:t>
            </a:r>
          </a:p>
          <a:p>
            <a:pPr eaLnBrk="1" hangingPunct="1"/>
            <a:r>
              <a:rPr lang="en-US" altLang="en-US" sz="2800"/>
              <a:t>Service interruption: Mean Time To Repair (MTTR)</a:t>
            </a:r>
          </a:p>
          <a:p>
            <a:pPr eaLnBrk="1" hangingPunct="1"/>
            <a:r>
              <a:rPr lang="en-US" altLang="en-US" sz="2800"/>
              <a:t>Mean Time Between Failures</a:t>
            </a:r>
          </a:p>
          <a:p>
            <a:pPr lvl="1" eaLnBrk="1" hangingPunct="1"/>
            <a:r>
              <a:rPr lang="en-US" altLang="en-US" sz="2400"/>
              <a:t>MTBF = MTTF + MTTR</a:t>
            </a:r>
          </a:p>
          <a:p>
            <a:pPr eaLnBrk="1" hangingPunct="1"/>
            <a:r>
              <a:rPr lang="en-US" altLang="en-US" sz="2800"/>
              <a:t>Availability = MTTF / (MTTF + MTTR)</a:t>
            </a:r>
            <a:endParaRPr lang="en-AU" altLang="en-US" sz="2800"/>
          </a:p>
          <a:p>
            <a:pPr eaLnBrk="1" hangingPunct="1"/>
            <a:r>
              <a:rPr lang="en-US" altLang="en-US" sz="2800"/>
              <a:t>Improving Availability</a:t>
            </a:r>
            <a:endParaRPr lang="en-AU" altLang="en-US" sz="2800"/>
          </a:p>
          <a:p>
            <a:pPr lvl="1" eaLnBrk="1" hangingPunct="1"/>
            <a:r>
              <a:rPr lang="en-US" altLang="en-US" sz="2400"/>
              <a:t>Increase MTTF: fault avoidance, fault tolerance, fault forecasting</a:t>
            </a:r>
          </a:p>
          <a:p>
            <a:pPr lvl="1" eaLnBrk="1" hangingPunct="1"/>
            <a:r>
              <a:rPr lang="en-US" altLang="en-US" sz="2400"/>
              <a:t>Reduce MTTR: improved tools and processes for diagnosis and repair</a:t>
            </a:r>
            <a:endParaRPr lang="en-AU" altLang="en-US" sz="2400"/>
          </a:p>
        </p:txBody>
      </p:sp>
    </p:spTree>
  </p:cSld>
  <p:clrMapOvr>
    <a:masterClrMapping/>
  </p:clrMapOvr>
  <p:transition spd="slow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4DA80-D3D7-43F2-8223-D0155696C2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F272BCC-EC31-4D73-8ED1-AE34C13EED7A}" type="slidenum">
              <a:rPr lang="en-AU" altLang="en-US" smtClean="0"/>
              <a:pPr>
                <a:defRPr/>
              </a:pPr>
              <a:t>107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87084754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Footer Placeholder 3">
            <a:extLst>
              <a:ext uri="{FF2B5EF4-FFF2-40B4-BE49-F238E27FC236}">
                <a16:creationId xmlns:a16="http://schemas.microsoft.com/office/drawing/2014/main" id="{080A3799-C321-4AB4-A6C4-42247F4992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C62399F-C9E7-40BB-8D46-547A6C17903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108</a:t>
            </a:fld>
            <a:endParaRPr lang="en-AU" altLang="en-US" sz="1400"/>
          </a:p>
        </p:txBody>
      </p:sp>
      <p:pic>
        <p:nvPicPr>
          <p:cNvPr id="130052" name="Picture 6" descr="f05-02-P374493">
            <a:extLst>
              <a:ext uri="{FF2B5EF4-FFF2-40B4-BE49-F238E27FC236}">
                <a16:creationId xmlns:a16="http://schemas.microsoft.com/office/drawing/2014/main" id="{52B51D1E-A057-4F4A-8AC4-D34881D8D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1231900"/>
            <a:ext cx="4476750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5FA8BB-BB3C-4BF2-95EB-E86A26EEC582}"/>
              </a:ext>
            </a:extLst>
          </p:cNvPr>
          <p:cNvSpPr txBox="1"/>
          <p:nvPr/>
        </p:nvSpPr>
        <p:spPr>
          <a:xfrm>
            <a:off x="3491880" y="410733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284C9A-54A5-4FFB-AF07-B07223810A2B}"/>
              </a:ext>
            </a:extLst>
          </p:cNvPr>
          <p:cNvSpPr txBox="1"/>
          <p:nvPr/>
        </p:nvSpPr>
        <p:spPr>
          <a:xfrm>
            <a:off x="3486019" y="3494812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43ECE-7F6D-4DFD-ABEC-4E2BFA97B5BA}"/>
              </a:ext>
            </a:extLst>
          </p:cNvPr>
          <p:cNvSpPr txBox="1"/>
          <p:nvPr/>
        </p:nvSpPr>
        <p:spPr>
          <a:xfrm>
            <a:off x="3490311" y="3768010"/>
            <a:ext cx="461665" cy="45140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…..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E94B3DF-5AAA-47D6-9E29-FA85649CFD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8459"/>
            <a:ext cx="8351837" cy="769441"/>
          </a:xfrm>
        </p:spPr>
        <p:txBody>
          <a:bodyPr/>
          <a:lstStyle/>
          <a:p>
            <a:r>
              <a:rPr lang="en-US" altLang="en-US" dirty="0"/>
              <a:t>Errors in Memory/Storage</a:t>
            </a:r>
          </a:p>
        </p:txBody>
      </p:sp>
    </p:spTree>
    <p:extLst>
      <p:ext uri="{BB962C8B-B14F-4D97-AF65-F5344CB8AC3E}">
        <p14:creationId xmlns:p14="http://schemas.microsoft.com/office/powerpoint/2010/main" val="418183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itle 1">
            <a:extLst>
              <a:ext uri="{FF2B5EF4-FFF2-40B4-BE49-F238E27FC236}">
                <a16:creationId xmlns:a16="http://schemas.microsoft.com/office/drawing/2014/main" id="{CEE26A1B-D3CE-48C5-9F29-73599BD79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7963"/>
            <a:ext cx="8351837" cy="769937"/>
          </a:xfrm>
        </p:spPr>
        <p:txBody>
          <a:bodyPr/>
          <a:lstStyle/>
          <a:p>
            <a:r>
              <a:rPr lang="en-US" altLang="en-US" dirty="0"/>
              <a:t>Errors in Memory/Storage</a:t>
            </a:r>
          </a:p>
        </p:txBody>
      </p:sp>
      <p:sp>
        <p:nvSpPr>
          <p:cNvPr id="175107" name="Content Placeholder 2">
            <a:extLst>
              <a:ext uri="{FF2B5EF4-FFF2-40B4-BE49-F238E27FC236}">
                <a16:creationId xmlns:a16="http://schemas.microsoft.com/office/drawing/2014/main" id="{F1E37185-BEE7-4DE9-9BE1-609AA502D5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508125"/>
            <a:ext cx="8135937" cy="3865563"/>
          </a:xfrm>
        </p:spPr>
        <p:txBody>
          <a:bodyPr/>
          <a:lstStyle/>
          <a:p>
            <a:r>
              <a:rPr lang="en-US" altLang="en-US" dirty="0"/>
              <a:t>Errors can happen during data transfer</a:t>
            </a:r>
          </a:p>
          <a:p>
            <a:pPr lvl="1"/>
            <a:r>
              <a:rPr lang="en-US" altLang="en-US" dirty="0"/>
              <a:t>bit 1 → 0</a:t>
            </a:r>
          </a:p>
          <a:p>
            <a:pPr lvl="1"/>
            <a:r>
              <a:rPr lang="en-US" altLang="en-US" dirty="0"/>
              <a:t>bit 0 → 1</a:t>
            </a:r>
          </a:p>
          <a:p>
            <a:r>
              <a:rPr lang="en-US" altLang="en-US" dirty="0"/>
              <a:t>Happen rarely, but still happen</a:t>
            </a:r>
          </a:p>
          <a:p>
            <a:r>
              <a:rPr lang="en-US" altLang="en-US" dirty="0"/>
              <a:t>So error detection is part of memory hierarchy system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175108" name="Footer Placeholder 3">
            <a:extLst>
              <a:ext uri="{FF2B5EF4-FFF2-40B4-BE49-F238E27FC236}">
                <a16:creationId xmlns:a16="http://schemas.microsoft.com/office/drawing/2014/main" id="{AA92603E-DD19-46C2-A576-57B1048FBD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CAEBF73-1B90-4F83-8EFC-88BF5DB995E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109</a:t>
            </a:fld>
            <a:endParaRPr lang="en-AU" altLang="en-US" sz="140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>
            <a:extLst>
              <a:ext uri="{FF2B5EF4-FFF2-40B4-BE49-F238E27FC236}">
                <a16:creationId xmlns:a16="http://schemas.microsoft.com/office/drawing/2014/main" id="{7E38F7ED-F62D-4419-B5F3-4F7EDF047B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024EB5B4-15D2-4E3D-A67D-EF80AA61B32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110</a:t>
            </a:fld>
            <a:endParaRPr lang="en-AU" altLang="en-US" sz="14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10E79B0-F60B-425E-BFAC-E5FD71C62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07963"/>
            <a:ext cx="8351837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altLang="en-US" kern="0"/>
              <a:t>Errors in Memory/Storage</a:t>
            </a:r>
            <a:endParaRPr lang="en-US" altLang="en-US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855B4E-C1CB-49E7-8806-31B5A1FE4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508125"/>
            <a:ext cx="8135937" cy="386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latin typeface="+mn-lt"/>
              </a:defRPr>
            </a:lvl1pPr>
            <a:lvl2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+mn-lt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+mn-lt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+mn-lt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+mn-lt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latin typeface="+mn-lt"/>
              </a:defRPr>
            </a:lvl9pPr>
          </a:lstStyle>
          <a:p>
            <a:r>
              <a:rPr lang="en-US" altLang="en-US" dirty="0"/>
              <a:t>Recall that in hard disk:</a:t>
            </a:r>
          </a:p>
          <a:p>
            <a:r>
              <a:rPr lang="en-US" altLang="en-US" dirty="0"/>
              <a:t>Each </a:t>
            </a:r>
            <a:r>
              <a:rPr lang="zh-CN" altLang="en-US" dirty="0"/>
              <a:t>“</a:t>
            </a:r>
            <a:r>
              <a:rPr lang="en-US" altLang="en-US" dirty="0"/>
              <a:t>sector</a:t>
            </a:r>
            <a:r>
              <a:rPr lang="zh-CN" altLang="en-US" dirty="0"/>
              <a:t>”</a:t>
            </a:r>
            <a:r>
              <a:rPr lang="en-US" altLang="en-US" dirty="0"/>
              <a:t> contains:</a:t>
            </a:r>
          </a:p>
          <a:p>
            <a:pPr lvl="1"/>
            <a:r>
              <a:rPr lang="en-US" altLang="en-US" dirty="0"/>
              <a:t>Sector ID</a:t>
            </a:r>
          </a:p>
          <a:p>
            <a:pPr lvl="1"/>
            <a:r>
              <a:rPr lang="en-US" altLang="en-US" dirty="0"/>
              <a:t>Data (512 bytes (0.5KB) - 4096 bytes (4KB))</a:t>
            </a:r>
          </a:p>
          <a:p>
            <a:pPr lvl="1"/>
            <a:r>
              <a:rPr lang="en-US" altLang="en-US" dirty="0">
                <a:solidFill>
                  <a:srgbClr val="C00000"/>
                </a:solidFill>
              </a:rPr>
              <a:t>Error correcting code (ECC)</a:t>
            </a:r>
          </a:p>
          <a:p>
            <a:pPr lvl="2"/>
            <a:r>
              <a:rPr lang="en-US" altLang="en-US" dirty="0">
                <a:solidFill>
                  <a:srgbClr val="C00000"/>
                </a:solidFill>
              </a:rPr>
              <a:t>Used to hide defects and recording errors</a:t>
            </a:r>
          </a:p>
          <a:p>
            <a:pPr lvl="1"/>
            <a:r>
              <a:rPr lang="en-US" altLang="en-US" dirty="0"/>
              <a:t>Synchronization fields and gaps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868323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Title 1">
            <a:extLst>
              <a:ext uri="{FF2B5EF4-FFF2-40B4-BE49-F238E27FC236}">
                <a16:creationId xmlns:a16="http://schemas.microsoft.com/office/drawing/2014/main" id="{29D15159-0630-487A-A0B5-1CDA8E3A9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-50827"/>
            <a:ext cx="7991475" cy="1076325"/>
          </a:xfrm>
        </p:spPr>
        <p:txBody>
          <a:bodyPr/>
          <a:lstStyle/>
          <a:p>
            <a:r>
              <a:rPr lang="en-US" altLang="en-US" sz="3200" dirty="0"/>
              <a:t>Error Detection - The Hamming </a:t>
            </a:r>
            <a:br>
              <a:rPr lang="en-US" altLang="en-US" sz="3200" dirty="0"/>
            </a:br>
            <a:r>
              <a:rPr lang="en-US" altLang="en-US" sz="3200" dirty="0"/>
              <a:t>SEC Code (Single-Error Correcting)</a:t>
            </a:r>
          </a:p>
        </p:txBody>
      </p:sp>
      <p:sp>
        <p:nvSpPr>
          <p:cNvPr id="172035" name="Content Placeholder 2">
            <a:extLst>
              <a:ext uri="{FF2B5EF4-FFF2-40B4-BE49-F238E27FC236}">
                <a16:creationId xmlns:a16="http://schemas.microsoft.com/office/drawing/2014/main" id="{24535DB9-F47A-4A95-B89C-FC0ADF0951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20788"/>
            <a:ext cx="8270875" cy="48228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Hamming distance</a:t>
            </a:r>
          </a:p>
          <a:p>
            <a:pPr lvl="1">
              <a:defRPr/>
            </a:pPr>
            <a:r>
              <a:rPr lang="en-US" altLang="en-US" dirty="0"/>
              <a:t>Number of bits that are different between two bit-patterns</a:t>
            </a:r>
          </a:p>
          <a:p>
            <a:pPr lvl="1"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Example: Hamming distance between </a:t>
            </a:r>
            <a:r>
              <a:rPr lang="en-US" altLang="en-US" u="sng" dirty="0">
                <a:solidFill>
                  <a:srgbClr val="FF0000"/>
                </a:solidFill>
              </a:rPr>
              <a:t>0</a:t>
            </a:r>
            <a:r>
              <a:rPr lang="en-US" altLang="en-US" dirty="0"/>
              <a:t>1</a:t>
            </a:r>
            <a:r>
              <a:rPr lang="en-US" altLang="en-US" u="sng" dirty="0">
                <a:solidFill>
                  <a:srgbClr val="FF0000"/>
                </a:solidFill>
              </a:rPr>
              <a:t>10</a:t>
            </a:r>
            <a:r>
              <a:rPr lang="en-US" altLang="en-US" dirty="0"/>
              <a:t>101</a:t>
            </a:r>
            <a:r>
              <a:rPr lang="en-US" altLang="en-US" u="sng" dirty="0">
                <a:solidFill>
                  <a:srgbClr val="FF0000"/>
                </a:solidFill>
              </a:rPr>
              <a:t>0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and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dirty="0">
                <a:solidFill>
                  <a:srgbClr val="FF0000"/>
                </a:solidFill>
              </a:rPr>
              <a:t>   </a:t>
            </a:r>
            <a:r>
              <a:rPr lang="en-US" altLang="en-US" u="sng" dirty="0">
                <a:solidFill>
                  <a:srgbClr val="FF0000"/>
                </a:solidFill>
              </a:rPr>
              <a:t>1</a:t>
            </a:r>
            <a:r>
              <a:rPr lang="en-US" altLang="en-US" dirty="0"/>
              <a:t>1</a:t>
            </a:r>
            <a:r>
              <a:rPr lang="en-US" altLang="en-US" u="sng" dirty="0">
                <a:solidFill>
                  <a:srgbClr val="FF0000"/>
                </a:solidFill>
              </a:rPr>
              <a:t>01</a:t>
            </a:r>
            <a:r>
              <a:rPr lang="en-US" altLang="en-US" dirty="0"/>
              <a:t>101</a:t>
            </a:r>
            <a:r>
              <a:rPr lang="en-US" altLang="en-US" u="sng" dirty="0">
                <a:solidFill>
                  <a:srgbClr val="FF0000"/>
                </a:solidFill>
              </a:rPr>
              <a:t>1</a:t>
            </a:r>
            <a:r>
              <a:rPr lang="en-US" altLang="en-US" dirty="0"/>
              <a:t> 	= 	4</a:t>
            </a:r>
          </a:p>
        </p:txBody>
      </p:sp>
      <p:sp>
        <p:nvSpPr>
          <p:cNvPr id="176132" name="Footer Placeholder 3">
            <a:extLst>
              <a:ext uri="{FF2B5EF4-FFF2-40B4-BE49-F238E27FC236}">
                <a16:creationId xmlns:a16="http://schemas.microsoft.com/office/drawing/2014/main" id="{B33A4678-B1A1-4EA7-8086-0D2B0525FF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A5A4719-BEFE-4353-8952-AB1D7FC8F92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111</a:t>
            </a:fld>
            <a:endParaRPr lang="en-AU" altLang="en-US" sz="140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Content Placeholder 2">
            <a:extLst>
              <a:ext uri="{FF2B5EF4-FFF2-40B4-BE49-F238E27FC236}">
                <a16:creationId xmlns:a16="http://schemas.microsoft.com/office/drawing/2014/main" id="{19661202-7702-44D9-AB8F-F02234DD23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20788"/>
            <a:ext cx="7991475" cy="4822825"/>
          </a:xfrm>
        </p:spPr>
        <p:txBody>
          <a:bodyPr/>
          <a:lstStyle/>
          <a:p>
            <a:r>
              <a:rPr lang="en-US" altLang="en-US" dirty="0"/>
              <a:t>If the minimum (Hamming) distance between any two valid data is </a:t>
            </a:r>
            <a:r>
              <a:rPr lang="en-US" altLang="en-US" dirty="0">
                <a:solidFill>
                  <a:srgbClr val="C00000"/>
                </a:solidFill>
              </a:rPr>
              <a:t>2</a:t>
            </a:r>
            <a:r>
              <a:rPr lang="en-US" altLang="en-US" dirty="0"/>
              <a:t> – then we can detect </a:t>
            </a:r>
            <a:r>
              <a:rPr lang="en-US" altLang="en-US" i="1" dirty="0">
                <a:sym typeface="Wingdings" panose="05000000000000000000" pitchFamily="2" charset="2"/>
              </a:rPr>
              <a:t>single-bit</a:t>
            </a:r>
            <a:r>
              <a:rPr lang="en-US" altLang="en-US" dirty="0">
                <a:sym typeface="Wingdings" panose="05000000000000000000" pitchFamily="2" charset="2"/>
              </a:rPr>
              <a:t> errors</a:t>
            </a:r>
          </a:p>
          <a:p>
            <a:pPr lvl="1"/>
            <a:r>
              <a:rPr lang="en-US" altLang="en-US" dirty="0"/>
              <a:t>E.g. </a:t>
            </a:r>
            <a:r>
              <a:rPr lang="en-US" altLang="zh-CN" dirty="0"/>
              <a:t>adding </a:t>
            </a:r>
            <a:r>
              <a:rPr lang="en-US" altLang="en-US" dirty="0"/>
              <a:t>parity code</a:t>
            </a:r>
          </a:p>
          <a:p>
            <a:pPr lvl="1"/>
            <a:r>
              <a:rPr lang="en-US" altLang="en-US" dirty="0"/>
              <a:t>E.g. even parity: add a parity bit to data so that there’s always even number of 1s</a:t>
            </a:r>
          </a:p>
          <a:p>
            <a:endParaRPr lang="en-US" altLang="en-US" dirty="0"/>
          </a:p>
          <a:p>
            <a:r>
              <a:rPr lang="en-US" altLang="en-US" dirty="0"/>
              <a:t>If minimum distance = </a:t>
            </a:r>
            <a:r>
              <a:rPr lang="en-US" altLang="en-US" dirty="0">
                <a:solidFill>
                  <a:srgbClr val="C00000"/>
                </a:solidFill>
              </a:rPr>
              <a:t>3</a:t>
            </a:r>
            <a:r>
              <a:rPr lang="en-US" altLang="en-US" dirty="0"/>
              <a:t>: provides 1-bit error correction, 2-bit error detection</a:t>
            </a:r>
          </a:p>
        </p:txBody>
      </p:sp>
      <p:sp>
        <p:nvSpPr>
          <p:cNvPr id="177155" name="Footer Placeholder 3">
            <a:extLst>
              <a:ext uri="{FF2B5EF4-FFF2-40B4-BE49-F238E27FC236}">
                <a16:creationId xmlns:a16="http://schemas.microsoft.com/office/drawing/2014/main" id="{A6C646CE-E9F9-4C87-850E-8AE816A752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7E6AF27-6375-4AB5-ABE8-1A85E134DF8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112</a:t>
            </a:fld>
            <a:endParaRPr lang="en-AU" altLang="en-US" sz="1400"/>
          </a:p>
        </p:txBody>
      </p:sp>
      <p:sp>
        <p:nvSpPr>
          <p:cNvPr id="177156" name="Title 1">
            <a:extLst>
              <a:ext uri="{FF2B5EF4-FFF2-40B4-BE49-F238E27FC236}">
                <a16:creationId xmlns:a16="http://schemas.microsoft.com/office/drawing/2014/main" id="{B5B864A1-6BF2-48F8-8002-0C50482E4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-34925"/>
            <a:ext cx="7991475" cy="1076325"/>
          </a:xfrm>
        </p:spPr>
        <p:txBody>
          <a:bodyPr/>
          <a:lstStyle/>
          <a:p>
            <a:r>
              <a:rPr lang="en-US" altLang="en-US" sz="3200"/>
              <a:t>Error Detection - The Hamming </a:t>
            </a:r>
            <a:br>
              <a:rPr lang="en-US" altLang="en-US" sz="3200"/>
            </a:br>
            <a:r>
              <a:rPr lang="en-US" altLang="en-US" sz="3200"/>
              <a:t>SEC Code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Title 1">
            <a:extLst>
              <a:ext uri="{FF2B5EF4-FFF2-40B4-BE49-F238E27FC236}">
                <a16:creationId xmlns:a16="http://schemas.microsoft.com/office/drawing/2014/main" id="{AB293925-6933-4392-B0D2-347A71D0A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342900"/>
            <a:ext cx="8280400" cy="646113"/>
          </a:xfrm>
        </p:spPr>
        <p:txBody>
          <a:bodyPr/>
          <a:lstStyle/>
          <a:p>
            <a:r>
              <a:rPr lang="en-US" altLang="en-US" sz="3600"/>
              <a:t>Even-Parity Code – Detect 1-Bit Error</a:t>
            </a:r>
          </a:p>
        </p:txBody>
      </p:sp>
      <p:sp>
        <p:nvSpPr>
          <p:cNvPr id="178179" name="Footer Placeholder 3">
            <a:extLst>
              <a:ext uri="{FF2B5EF4-FFF2-40B4-BE49-F238E27FC236}">
                <a16:creationId xmlns:a16="http://schemas.microsoft.com/office/drawing/2014/main" id="{D100C059-5382-4423-BC1F-A44750E80B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BD3AB59-7D6B-460F-BD42-AD7E101DF37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113</a:t>
            </a:fld>
            <a:endParaRPr lang="en-AU" altLang="en-US" sz="1400"/>
          </a:p>
        </p:txBody>
      </p:sp>
      <p:pic>
        <p:nvPicPr>
          <p:cNvPr id="178180" name="Picture 3">
            <a:extLst>
              <a:ext uri="{FF2B5EF4-FFF2-40B4-BE49-F238E27FC236}">
                <a16:creationId xmlns:a16="http://schemas.microsoft.com/office/drawing/2014/main" id="{90377A49-D29F-433A-BB3D-26508E886A21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039813"/>
            <a:ext cx="8137525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8F3004-EAB0-43D9-AA6E-2E23339634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4050" y="4784725"/>
            <a:ext cx="7991475" cy="122396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 dirty="0"/>
              <a:t>We can know 1 bit was wrong (can </a:t>
            </a:r>
            <a:r>
              <a:rPr lang="en-US" altLang="en-US" sz="2400" dirty="0">
                <a:solidFill>
                  <a:srgbClr val="C00000"/>
                </a:solidFill>
              </a:rPr>
              <a:t>detect</a:t>
            </a:r>
            <a:r>
              <a:rPr lang="en-US" altLang="en-US" sz="2400" dirty="0"/>
              <a:t>), but don’t know which bit (cannot </a:t>
            </a:r>
            <a:r>
              <a:rPr lang="en-US" altLang="en-US" sz="2400" dirty="0">
                <a:solidFill>
                  <a:srgbClr val="C00000"/>
                </a:solidFill>
              </a:rPr>
              <a:t>identify</a:t>
            </a:r>
            <a:r>
              <a:rPr lang="en-US" altLang="en-US" sz="2400" dirty="0"/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 dirty="0"/>
              <a:t>	Ex.	00</a:t>
            </a:r>
            <a:r>
              <a:rPr lang="en-US" altLang="en-US" sz="2400" dirty="0">
                <a:solidFill>
                  <a:srgbClr val="C00000"/>
                </a:solidFill>
              </a:rPr>
              <a:t>0</a:t>
            </a:r>
            <a:r>
              <a:rPr lang="en-US" altLang="en-US" sz="2400" dirty="0"/>
              <a:t>11→ 00</a:t>
            </a:r>
            <a:r>
              <a:rPr lang="en-US" altLang="en-US" sz="2400" dirty="0">
                <a:solidFill>
                  <a:srgbClr val="C00000"/>
                </a:solidFill>
              </a:rPr>
              <a:t>1</a:t>
            </a:r>
            <a:r>
              <a:rPr lang="en-US" altLang="en-US" sz="2400" dirty="0"/>
              <a:t>11	(3</a:t>
            </a:r>
            <a:r>
              <a:rPr lang="en-US" altLang="en-US" sz="2400" baseline="30000" dirty="0"/>
              <a:t>rd</a:t>
            </a:r>
            <a:r>
              <a:rPr lang="en-US" altLang="en-US" sz="2400" dirty="0"/>
              <a:t> bit error)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 dirty="0"/>
              <a:t>		001</a:t>
            </a:r>
            <a:r>
              <a:rPr lang="en-US" altLang="en-US" sz="2400" dirty="0">
                <a:solidFill>
                  <a:srgbClr val="C00000"/>
                </a:solidFill>
              </a:rPr>
              <a:t>0</a:t>
            </a:r>
            <a:r>
              <a:rPr lang="en-US" altLang="en-US" sz="2400" dirty="0"/>
              <a:t>1→ 001</a:t>
            </a:r>
            <a:r>
              <a:rPr lang="en-US" altLang="en-US" sz="2400" dirty="0">
                <a:solidFill>
                  <a:srgbClr val="C00000"/>
                </a:solidFill>
              </a:rPr>
              <a:t>1</a:t>
            </a:r>
            <a:r>
              <a:rPr lang="en-US" altLang="en-US" sz="2400" dirty="0"/>
              <a:t>1	(4</a:t>
            </a:r>
            <a:r>
              <a:rPr lang="en-US" altLang="en-US" sz="2400" baseline="30000" dirty="0"/>
              <a:t>th</a:t>
            </a:r>
            <a:r>
              <a:rPr lang="en-US" altLang="en-US" sz="2400" dirty="0"/>
              <a:t> bit error)</a:t>
            </a:r>
          </a:p>
        </p:txBody>
      </p:sp>
      <p:sp>
        <p:nvSpPr>
          <p:cNvPr id="178182" name="Rectangle 5">
            <a:extLst>
              <a:ext uri="{FF2B5EF4-FFF2-40B4-BE49-F238E27FC236}">
                <a16:creationId xmlns:a16="http://schemas.microsoft.com/office/drawing/2014/main" id="{D997C67C-AD23-4719-932D-668851DDE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1582738"/>
            <a:ext cx="539750" cy="3168650"/>
          </a:xfrm>
          <a:prstGeom prst="rect">
            <a:avLst/>
          </a:prstGeom>
          <a:noFill/>
          <a:ln w="127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8183" name="Rectangle 6">
            <a:extLst>
              <a:ext uri="{FF2B5EF4-FFF2-40B4-BE49-F238E27FC236}">
                <a16:creationId xmlns:a16="http://schemas.microsoft.com/office/drawing/2014/main" id="{BC814AAD-4958-41E8-8121-393A818D4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5813" y="1585913"/>
            <a:ext cx="539750" cy="3168650"/>
          </a:xfrm>
          <a:prstGeom prst="rect">
            <a:avLst/>
          </a:prstGeom>
          <a:noFill/>
          <a:ln w="127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itle 1">
            <a:extLst>
              <a:ext uri="{FF2B5EF4-FFF2-40B4-BE49-F238E27FC236}">
                <a16:creationId xmlns:a16="http://schemas.microsoft.com/office/drawing/2014/main" id="{54BFE738-D7C8-40D9-B76F-F70CB3F76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192088"/>
            <a:ext cx="8640762" cy="792162"/>
          </a:xfrm>
        </p:spPr>
        <p:txBody>
          <a:bodyPr/>
          <a:lstStyle/>
          <a:p>
            <a:r>
              <a:rPr lang="en-US" altLang="en-US" sz="3800"/>
              <a:t>Encoding SEC</a:t>
            </a:r>
            <a:r>
              <a:rPr lang="en-US" altLang="en-US" sz="4000"/>
              <a:t> – Identify 1-Bit Error</a:t>
            </a:r>
            <a:endParaRPr lang="en-US" altLang="en-US" sz="3800"/>
          </a:p>
        </p:txBody>
      </p:sp>
      <p:sp>
        <p:nvSpPr>
          <p:cNvPr id="179203" name="Content Placeholder 2">
            <a:extLst>
              <a:ext uri="{FF2B5EF4-FFF2-40B4-BE49-F238E27FC236}">
                <a16:creationId xmlns:a16="http://schemas.microsoft.com/office/drawing/2014/main" id="{2C16AE62-DD73-4CA9-8A76-C7CCCE09F2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974725"/>
            <a:ext cx="8270875" cy="5111750"/>
          </a:xfrm>
        </p:spPr>
        <p:txBody>
          <a:bodyPr/>
          <a:lstStyle/>
          <a:p>
            <a:r>
              <a:rPr lang="en-US" altLang="en-US" sz="2800" dirty="0"/>
              <a:t>Now we want to do better</a:t>
            </a:r>
          </a:p>
          <a:p>
            <a:r>
              <a:rPr lang="en-US" altLang="en-US" sz="2800" dirty="0"/>
              <a:t>Would like to not only know bits are wrong, but also know which bit(s) are wrong</a:t>
            </a:r>
          </a:p>
          <a:p>
            <a:r>
              <a:rPr lang="en-US" altLang="en-US" sz="2800" dirty="0"/>
              <a:t>SEC – Single Error Correction</a:t>
            </a:r>
            <a:endParaRPr lang="en-US" altLang="en-US" sz="2400" dirty="0"/>
          </a:p>
        </p:txBody>
      </p:sp>
      <p:sp>
        <p:nvSpPr>
          <p:cNvPr id="179204" name="Footer Placeholder 3">
            <a:extLst>
              <a:ext uri="{FF2B5EF4-FFF2-40B4-BE49-F238E27FC236}">
                <a16:creationId xmlns:a16="http://schemas.microsoft.com/office/drawing/2014/main" id="{745CEF01-43F4-4A3E-A67D-EEAB7A58E0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EEC3306-AC17-4CC7-9E7F-7926F3CD27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114</a:t>
            </a:fld>
            <a:endParaRPr lang="en-AU" altLang="en-US" sz="140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itle 1">
            <a:extLst>
              <a:ext uri="{FF2B5EF4-FFF2-40B4-BE49-F238E27FC236}">
                <a16:creationId xmlns:a16="http://schemas.microsoft.com/office/drawing/2014/main" id="{54BFE738-D7C8-40D9-B76F-F70CB3F76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192088"/>
            <a:ext cx="8640762" cy="792162"/>
          </a:xfrm>
        </p:spPr>
        <p:txBody>
          <a:bodyPr/>
          <a:lstStyle/>
          <a:p>
            <a:r>
              <a:rPr lang="en-US" altLang="en-US" sz="3800"/>
              <a:t>Encoding SEC</a:t>
            </a:r>
            <a:r>
              <a:rPr lang="en-US" altLang="en-US" sz="4000"/>
              <a:t> – Identify 1-Bit Error</a:t>
            </a:r>
            <a:endParaRPr lang="en-US" altLang="en-US" sz="3800"/>
          </a:p>
        </p:txBody>
      </p:sp>
      <p:sp>
        <p:nvSpPr>
          <p:cNvPr id="179203" name="Content Placeholder 2">
            <a:extLst>
              <a:ext uri="{FF2B5EF4-FFF2-40B4-BE49-F238E27FC236}">
                <a16:creationId xmlns:a16="http://schemas.microsoft.com/office/drawing/2014/main" id="{2C16AE62-DD73-4CA9-8A76-C7CCCE09F2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974725"/>
            <a:ext cx="8270875" cy="5111750"/>
          </a:xfrm>
        </p:spPr>
        <p:txBody>
          <a:bodyPr/>
          <a:lstStyle/>
          <a:p>
            <a:r>
              <a:rPr lang="en-US" altLang="en-US" sz="2800" dirty="0"/>
              <a:t>To calculate Hamming SEC code:</a:t>
            </a:r>
          </a:p>
          <a:p>
            <a:pPr lvl="1"/>
            <a:r>
              <a:rPr lang="en-US" altLang="en-US" sz="2400" dirty="0"/>
              <a:t>Original data: 8 bits; 4 more (extra) bits added for error detecting/locating -- 12 bits in total</a:t>
            </a:r>
          </a:p>
          <a:p>
            <a:pPr lvl="1"/>
            <a:r>
              <a:rPr lang="en-US" altLang="en-US" sz="2400" dirty="0"/>
              <a:t>Number bits from 1 on the left</a:t>
            </a:r>
          </a:p>
          <a:p>
            <a:pPr lvl="1"/>
            <a:r>
              <a:rPr lang="en-US" altLang="en-US" sz="2400" dirty="0"/>
              <a:t>All bit positions that are a power of 2 are parity bits</a:t>
            </a:r>
          </a:p>
          <a:p>
            <a:pPr lvl="1"/>
            <a:r>
              <a:rPr lang="en-US" altLang="en-US" sz="2400" dirty="0"/>
              <a:t>Each parity bit checks certain data bits. E.g.</a:t>
            </a:r>
          </a:p>
          <a:p>
            <a:pPr lvl="2"/>
            <a:r>
              <a:rPr lang="en-US" altLang="en-US" sz="2000" dirty="0"/>
              <a:t>P1 is the parity bit for bits 1, 3, 5, 7, 9, 11</a:t>
            </a:r>
          </a:p>
          <a:p>
            <a:pPr lvl="2"/>
            <a:r>
              <a:rPr lang="en-US" altLang="en-US" sz="2000" dirty="0"/>
              <a:t>P2 is the parity bit for bits 2, 3, 6, 7, 10, 11, etc.</a:t>
            </a:r>
          </a:p>
          <a:p>
            <a:pPr lvl="1"/>
            <a:endParaRPr lang="en-US" altLang="en-US" sz="2400" dirty="0"/>
          </a:p>
        </p:txBody>
      </p:sp>
      <p:sp>
        <p:nvSpPr>
          <p:cNvPr id="179204" name="Footer Placeholder 3">
            <a:extLst>
              <a:ext uri="{FF2B5EF4-FFF2-40B4-BE49-F238E27FC236}">
                <a16:creationId xmlns:a16="http://schemas.microsoft.com/office/drawing/2014/main" id="{745CEF01-43F4-4A3E-A67D-EEAB7A58E0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EEC3306-AC17-4CC7-9E7F-7926F3CD27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115</a:t>
            </a:fld>
            <a:endParaRPr lang="en-AU" altLang="en-US" sz="1400"/>
          </a:p>
        </p:txBody>
      </p:sp>
      <p:pic>
        <p:nvPicPr>
          <p:cNvPr id="179205" name="Picture 2">
            <a:extLst>
              <a:ext uri="{FF2B5EF4-FFF2-40B4-BE49-F238E27FC236}">
                <a16:creationId xmlns:a16="http://schemas.microsoft.com/office/drawing/2014/main" id="{142EDA84-EC92-4A5D-951F-9856072DB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13" y="4395788"/>
            <a:ext cx="6048375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287698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itle 1">
            <a:extLst>
              <a:ext uri="{FF2B5EF4-FFF2-40B4-BE49-F238E27FC236}">
                <a16:creationId xmlns:a16="http://schemas.microsoft.com/office/drawing/2014/main" id="{9EF70EBF-F0F2-4004-A6ED-33CBB5E3E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r>
              <a:rPr lang="en-US" altLang="en-US"/>
              <a:t>Encoding SEC Example</a:t>
            </a:r>
          </a:p>
        </p:txBody>
      </p:sp>
      <p:sp>
        <p:nvSpPr>
          <p:cNvPr id="180227" name="Content Placeholder 2">
            <a:extLst>
              <a:ext uri="{FF2B5EF4-FFF2-40B4-BE49-F238E27FC236}">
                <a16:creationId xmlns:a16="http://schemas.microsoft.com/office/drawing/2014/main" id="{9791689B-6758-4FDD-A73B-ECD4E9FFA5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3429000"/>
            <a:ext cx="8270875" cy="2736850"/>
          </a:xfrm>
        </p:spPr>
        <p:txBody>
          <a:bodyPr/>
          <a:lstStyle/>
          <a:p>
            <a:r>
              <a:rPr lang="en-US" altLang="en-US" sz="2800" dirty="0"/>
              <a:t>Even parity</a:t>
            </a:r>
          </a:p>
          <a:p>
            <a:r>
              <a:rPr lang="en-US" altLang="en-US" sz="2800" dirty="0"/>
              <a:t>Original data:   __0_000_0000 (= 00000000)</a:t>
            </a:r>
          </a:p>
          <a:p>
            <a:pPr>
              <a:spcAft>
                <a:spcPts val="1200"/>
              </a:spcAft>
            </a:pPr>
            <a:r>
              <a:rPr lang="en-US" altLang="en-US" sz="2800" dirty="0"/>
              <a:t>Encoded data: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0000</a:t>
            </a:r>
          </a:p>
          <a:p>
            <a:r>
              <a:rPr lang="en-US" altLang="en-US" sz="2800" dirty="0"/>
              <a:t>Original data:   __0_000_0001 (= 00000001)</a:t>
            </a:r>
          </a:p>
          <a:p>
            <a:r>
              <a:rPr lang="en-US" altLang="en-US" sz="2800" dirty="0"/>
              <a:t>Encoded data: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0001</a:t>
            </a:r>
          </a:p>
        </p:txBody>
      </p:sp>
      <p:sp>
        <p:nvSpPr>
          <p:cNvPr id="180228" name="Footer Placeholder 3">
            <a:extLst>
              <a:ext uri="{FF2B5EF4-FFF2-40B4-BE49-F238E27FC236}">
                <a16:creationId xmlns:a16="http://schemas.microsoft.com/office/drawing/2014/main" id="{FD200CB1-0DF3-4E6F-85CD-33E50B103A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A04C01B-AC06-40A3-A32B-455070612E3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116</a:t>
            </a:fld>
            <a:endParaRPr lang="en-AU" altLang="en-US" sz="1400"/>
          </a:p>
        </p:txBody>
      </p:sp>
      <p:pic>
        <p:nvPicPr>
          <p:cNvPr id="180229" name="Picture 2">
            <a:extLst>
              <a:ext uri="{FF2B5EF4-FFF2-40B4-BE49-F238E27FC236}">
                <a16:creationId xmlns:a16="http://schemas.microsoft.com/office/drawing/2014/main" id="{CC00ADEC-996F-41A4-8EAB-2C9B1AD5D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196975"/>
            <a:ext cx="6048375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230" name="Rectangle 1">
            <a:extLst>
              <a:ext uri="{FF2B5EF4-FFF2-40B4-BE49-F238E27FC236}">
                <a16:creationId xmlns:a16="http://schemas.microsoft.com/office/drawing/2014/main" id="{7D879F67-AD8E-454C-B75A-E2FD0DFA9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25" y="19907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0231" name="Rectangle 6">
            <a:extLst>
              <a:ext uri="{FF2B5EF4-FFF2-40B4-BE49-F238E27FC236}">
                <a16:creationId xmlns:a16="http://schemas.microsoft.com/office/drawing/2014/main" id="{2D8849D9-5891-40BB-AF2F-69E2C01B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22955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0232" name="Rectangle 7">
            <a:extLst>
              <a:ext uri="{FF2B5EF4-FFF2-40B4-BE49-F238E27FC236}">
                <a16:creationId xmlns:a16="http://schemas.microsoft.com/office/drawing/2014/main" id="{9A05A9A8-447F-4E66-ABF3-E1A67125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25939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0233" name="Rectangle 8">
            <a:extLst>
              <a:ext uri="{FF2B5EF4-FFF2-40B4-BE49-F238E27FC236}">
                <a16:creationId xmlns:a16="http://schemas.microsoft.com/office/drawing/2014/main" id="{AE2623D8-916E-4265-9187-4AC268FE1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28987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itle 1">
            <a:extLst>
              <a:ext uri="{FF2B5EF4-FFF2-40B4-BE49-F238E27FC236}">
                <a16:creationId xmlns:a16="http://schemas.microsoft.com/office/drawing/2014/main" id="{9EF70EBF-F0F2-4004-A6ED-33CBB5E3E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r>
              <a:rPr lang="en-US" altLang="en-US"/>
              <a:t>Encoding SEC Example</a:t>
            </a:r>
          </a:p>
        </p:txBody>
      </p:sp>
      <p:sp>
        <p:nvSpPr>
          <p:cNvPr id="180227" name="Content Placeholder 2">
            <a:extLst>
              <a:ext uri="{FF2B5EF4-FFF2-40B4-BE49-F238E27FC236}">
                <a16:creationId xmlns:a16="http://schemas.microsoft.com/office/drawing/2014/main" id="{9791689B-6758-4FDD-A73B-ECD4E9FFA5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68214"/>
            <a:ext cx="8270875" cy="1152674"/>
          </a:xfrm>
        </p:spPr>
        <p:txBody>
          <a:bodyPr/>
          <a:lstStyle/>
          <a:p>
            <a:r>
              <a:rPr lang="en-US" altLang="en-US" sz="2800" dirty="0"/>
              <a:t>Original data:   __0_000_0001 (= 00000001)</a:t>
            </a:r>
          </a:p>
          <a:p>
            <a:r>
              <a:rPr lang="en-US" altLang="en-US" sz="2800" dirty="0"/>
              <a:t>Encoded data: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0001</a:t>
            </a:r>
          </a:p>
        </p:txBody>
      </p:sp>
      <p:sp>
        <p:nvSpPr>
          <p:cNvPr id="180228" name="Footer Placeholder 3">
            <a:extLst>
              <a:ext uri="{FF2B5EF4-FFF2-40B4-BE49-F238E27FC236}">
                <a16:creationId xmlns:a16="http://schemas.microsoft.com/office/drawing/2014/main" id="{FD200CB1-0DF3-4E6F-85CD-33E50B103A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A04C01B-AC06-40A3-A32B-455070612E3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117</a:t>
            </a:fld>
            <a:endParaRPr lang="en-AU" altLang="en-US" sz="140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64EA7EF8-576C-488D-8AC2-9AC991804E9D}"/>
              </a:ext>
            </a:extLst>
          </p:cNvPr>
          <p:cNvSpPr/>
          <p:nvPr/>
        </p:nvSpPr>
        <p:spPr bwMode="auto">
          <a:xfrm>
            <a:off x="4526920" y="2327784"/>
            <a:ext cx="360040" cy="97840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42BD8DFA-653E-4219-87FD-A194471B3F71}"/>
              </a:ext>
            </a:extLst>
          </p:cNvPr>
          <p:cNvSpPr/>
          <p:nvPr/>
        </p:nvSpPr>
        <p:spPr bwMode="auto">
          <a:xfrm>
            <a:off x="4526920" y="3407904"/>
            <a:ext cx="360040" cy="97840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4BB01D9-DA23-4ABE-85AF-A8FFFB4E4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933" y="4404256"/>
            <a:ext cx="8433563" cy="1473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800" kern="0" dirty="0"/>
              <a:t>Received data: </a:t>
            </a:r>
            <a:r>
              <a:rPr lang="en-US" altLang="en-US" sz="2800" kern="0" dirty="0">
                <a:solidFill>
                  <a:srgbClr val="FF0000"/>
                </a:solidFill>
              </a:rPr>
              <a:t>00</a:t>
            </a:r>
            <a:r>
              <a:rPr lang="en-US" altLang="en-US" sz="2800" kern="0" dirty="0"/>
              <a:t>0</a:t>
            </a:r>
            <a:r>
              <a:rPr lang="en-US" altLang="en-US" sz="2800" kern="0" dirty="0">
                <a:solidFill>
                  <a:srgbClr val="FF0000"/>
                </a:solidFill>
              </a:rPr>
              <a:t>1</a:t>
            </a:r>
            <a:r>
              <a:rPr lang="en-US" altLang="en-US" sz="2800" kern="0" dirty="0"/>
              <a:t>000</a:t>
            </a:r>
            <a:r>
              <a:rPr lang="en-US" altLang="en-US" sz="2800" kern="0" dirty="0">
                <a:solidFill>
                  <a:srgbClr val="FF0000"/>
                </a:solidFill>
              </a:rPr>
              <a:t>1</a:t>
            </a:r>
            <a:r>
              <a:rPr lang="en-US" altLang="en-US" sz="2800" kern="0" dirty="0"/>
              <a:t>0</a:t>
            </a:r>
            <a:r>
              <a:rPr lang="en-US" altLang="en-US" sz="2800" kern="0" dirty="0">
                <a:solidFill>
                  <a:srgbClr val="009900"/>
                </a:solidFill>
              </a:rPr>
              <a:t>1</a:t>
            </a:r>
            <a:r>
              <a:rPr lang="en-US" altLang="en-US" sz="2800" kern="0" dirty="0"/>
              <a:t>01</a:t>
            </a:r>
          </a:p>
          <a:p>
            <a:endParaRPr lang="en-US" altLang="en-US" sz="2800" kern="0" dirty="0"/>
          </a:p>
          <a:p>
            <a:r>
              <a:rPr lang="en-US" altLang="en-US" sz="2800" kern="0" dirty="0"/>
              <a:t>How does receiver know if there’s an error or not?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F7C5A72-5C30-46DC-8BAC-ED653F2B0FCE}"/>
              </a:ext>
            </a:extLst>
          </p:cNvPr>
          <p:cNvCxnSpPr>
            <a:cxnSpLocks/>
          </p:cNvCxnSpPr>
          <p:nvPr/>
        </p:nvCxnSpPr>
        <p:spPr bwMode="auto">
          <a:xfrm>
            <a:off x="5394568" y="2327784"/>
            <a:ext cx="0" cy="207647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42647F-C739-4853-AE73-D1AE8148595A}"/>
              </a:ext>
            </a:extLst>
          </p:cNvPr>
          <p:cNvSpPr txBox="1"/>
          <p:nvPr/>
        </p:nvSpPr>
        <p:spPr>
          <a:xfrm>
            <a:off x="5405616" y="2996952"/>
            <a:ext cx="792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9900"/>
                </a:solidFill>
              </a:rPr>
              <a:t>Error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C28190-379D-4916-B3F6-C2450B704CFE}"/>
              </a:ext>
            </a:extLst>
          </p:cNvPr>
          <p:cNvSpPr txBox="1"/>
          <p:nvPr/>
        </p:nvSpPr>
        <p:spPr>
          <a:xfrm>
            <a:off x="3275856" y="2473464"/>
            <a:ext cx="1192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Transfer / copy</a:t>
            </a:r>
          </a:p>
        </p:txBody>
      </p:sp>
    </p:spTree>
    <p:extLst>
      <p:ext uri="{BB962C8B-B14F-4D97-AF65-F5344CB8AC3E}">
        <p14:creationId xmlns:p14="http://schemas.microsoft.com/office/powerpoint/2010/main" val="210116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itle 1">
            <a:extLst>
              <a:ext uri="{FF2B5EF4-FFF2-40B4-BE49-F238E27FC236}">
                <a16:creationId xmlns:a16="http://schemas.microsoft.com/office/drawing/2014/main" id="{2B992516-DC7E-4D60-AF60-BC84F74C5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Decoding SEC</a:t>
            </a:r>
          </a:p>
        </p:txBody>
      </p:sp>
      <p:sp>
        <p:nvSpPr>
          <p:cNvPr id="181251" name="Content Placeholder 2">
            <a:extLst>
              <a:ext uri="{FF2B5EF4-FFF2-40B4-BE49-F238E27FC236}">
                <a16:creationId xmlns:a16="http://schemas.microsoft.com/office/drawing/2014/main" id="{9B12FF38-923B-43F6-94E3-F26588814D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When receiving coded data, generate parity bits </a:t>
            </a:r>
            <a:r>
              <a:rPr lang="en-US" altLang="en-US" dirty="0">
                <a:solidFill>
                  <a:srgbClr val="C00000"/>
                </a:solidFill>
              </a:rPr>
              <a:t>the same way</a:t>
            </a:r>
          </a:p>
          <a:p>
            <a:r>
              <a:rPr lang="en-US" altLang="en-US" dirty="0"/>
              <a:t>Value of parity bits can indicate which bits are in error</a:t>
            </a:r>
          </a:p>
          <a:p>
            <a:pPr lvl="1"/>
            <a:r>
              <a:rPr lang="en-US" altLang="en-US" dirty="0"/>
              <a:t>Use numbering from encoding procedure</a:t>
            </a:r>
          </a:p>
          <a:p>
            <a:pPr lvl="1"/>
            <a:r>
              <a:rPr lang="en-US" altLang="en-US" dirty="0"/>
              <a:t>E.g. (0=even parity; 1=odd parity)</a:t>
            </a:r>
          </a:p>
          <a:p>
            <a:pPr lvl="2"/>
            <a:r>
              <a:rPr lang="en-US" altLang="en-US" dirty="0"/>
              <a:t>Parity bits = 0000 indicates no error</a:t>
            </a:r>
          </a:p>
          <a:p>
            <a:pPr lvl="2"/>
            <a:r>
              <a:rPr lang="en-US" altLang="en-US" dirty="0"/>
              <a:t>Non-zero parity bits mean there’s an error</a:t>
            </a:r>
          </a:p>
          <a:p>
            <a:pPr lvl="2"/>
            <a:r>
              <a:rPr lang="en-US" altLang="en-US" dirty="0"/>
              <a:t>E.g. Parity bits = 0101 (read from right to left) indicates bit 10</a:t>
            </a:r>
            <a:r>
              <a:rPr lang="en-US" altLang="en-US" baseline="-25000" dirty="0"/>
              <a:t>dec</a:t>
            </a:r>
            <a:r>
              <a:rPr lang="en-US" altLang="en-US" dirty="0"/>
              <a:t> was flipped</a:t>
            </a:r>
          </a:p>
        </p:txBody>
      </p:sp>
      <p:sp>
        <p:nvSpPr>
          <p:cNvPr id="181252" name="Footer Placeholder 3">
            <a:extLst>
              <a:ext uri="{FF2B5EF4-FFF2-40B4-BE49-F238E27FC236}">
                <a16:creationId xmlns:a16="http://schemas.microsoft.com/office/drawing/2014/main" id="{BEED028F-7B2E-454F-A4E4-7DECC1E489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4932197-7A7A-49B1-859F-63CEC675D9E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118</a:t>
            </a:fld>
            <a:endParaRPr lang="en-AU" altLang="en-US" sz="140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itle 1">
            <a:extLst>
              <a:ext uri="{FF2B5EF4-FFF2-40B4-BE49-F238E27FC236}">
                <a16:creationId xmlns:a16="http://schemas.microsoft.com/office/drawing/2014/main" id="{66420B53-7CB5-40C6-A39B-9D6665206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r>
              <a:rPr lang="en-US" altLang="en-US"/>
              <a:t>Encoding SEC Example</a:t>
            </a:r>
          </a:p>
        </p:txBody>
      </p:sp>
      <p:sp>
        <p:nvSpPr>
          <p:cNvPr id="182275" name="Content Placeholder 2">
            <a:extLst>
              <a:ext uri="{FF2B5EF4-FFF2-40B4-BE49-F238E27FC236}">
                <a16:creationId xmlns:a16="http://schemas.microsoft.com/office/drawing/2014/main" id="{03C66733-8C3E-4D04-BDD2-5E1D67D4F9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2819" y="3429000"/>
            <a:ext cx="8327653" cy="2592388"/>
          </a:xfrm>
        </p:spPr>
        <p:txBody>
          <a:bodyPr/>
          <a:lstStyle/>
          <a:p>
            <a:r>
              <a:rPr lang="en-US" altLang="en-US" sz="2800" dirty="0"/>
              <a:t>Original data: 00000000; even parity</a:t>
            </a:r>
          </a:p>
          <a:p>
            <a:r>
              <a:rPr lang="en-US" altLang="en-US" sz="2800" dirty="0"/>
              <a:t>Encoded data: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00B050"/>
                </a:solidFill>
              </a:rPr>
              <a:t>0</a:t>
            </a:r>
            <a:r>
              <a:rPr lang="en-US" altLang="en-US" sz="2800" dirty="0"/>
              <a:t>00</a:t>
            </a:r>
          </a:p>
          <a:p>
            <a:endParaRPr lang="en-US" altLang="en-US" sz="2800" dirty="0"/>
          </a:p>
          <a:p>
            <a:r>
              <a:rPr lang="en-US" altLang="en-US" sz="2800" dirty="0"/>
              <a:t>Suppose bit-ten flipped:       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00B050"/>
                </a:solidFill>
              </a:rPr>
              <a:t>1</a:t>
            </a:r>
            <a:r>
              <a:rPr lang="en-US" altLang="en-US" sz="2800" dirty="0"/>
              <a:t>00</a:t>
            </a:r>
          </a:p>
          <a:p>
            <a:r>
              <a:rPr lang="en-US" altLang="en-US" sz="2800" dirty="0"/>
              <a:t>Parity bits for received data: </a:t>
            </a:r>
            <a:r>
              <a:rPr lang="en-US" altLang="en-US" sz="2800" dirty="0">
                <a:solidFill>
                  <a:srgbClr val="FF0000"/>
                </a:solidFill>
              </a:rPr>
              <a:t>0101 </a:t>
            </a:r>
            <a:r>
              <a:rPr lang="en-US" altLang="en-US" sz="2800" dirty="0"/>
              <a:t>(bit-ten wrong)</a:t>
            </a:r>
          </a:p>
        </p:txBody>
      </p:sp>
      <p:sp>
        <p:nvSpPr>
          <p:cNvPr id="182276" name="Footer Placeholder 3">
            <a:extLst>
              <a:ext uri="{FF2B5EF4-FFF2-40B4-BE49-F238E27FC236}">
                <a16:creationId xmlns:a16="http://schemas.microsoft.com/office/drawing/2014/main" id="{8EB07EC1-A1F4-4B43-A0C3-F991D7EDE8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6A23AC5-2FAB-4F92-8415-97C5C781298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119</a:t>
            </a:fld>
            <a:endParaRPr lang="en-AU" altLang="en-US" sz="1400"/>
          </a:p>
        </p:txBody>
      </p:sp>
      <p:pic>
        <p:nvPicPr>
          <p:cNvPr id="182277" name="Picture 2">
            <a:extLst>
              <a:ext uri="{FF2B5EF4-FFF2-40B4-BE49-F238E27FC236}">
                <a16:creationId xmlns:a16="http://schemas.microsoft.com/office/drawing/2014/main" id="{3AF0C5D3-3B03-439E-8375-4B7FFCAFF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196975"/>
            <a:ext cx="6048375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2278" name="Rectangle 5">
            <a:extLst>
              <a:ext uri="{FF2B5EF4-FFF2-40B4-BE49-F238E27FC236}">
                <a16:creationId xmlns:a16="http://schemas.microsoft.com/office/drawing/2014/main" id="{E8D38E0F-4D3A-4441-8F02-4ADE926A1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25" y="19907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2279" name="Rectangle 6">
            <a:extLst>
              <a:ext uri="{FF2B5EF4-FFF2-40B4-BE49-F238E27FC236}">
                <a16:creationId xmlns:a16="http://schemas.microsoft.com/office/drawing/2014/main" id="{2428A21E-4D28-4AA2-8459-81D5903D2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22955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2280" name="Rectangle 7">
            <a:extLst>
              <a:ext uri="{FF2B5EF4-FFF2-40B4-BE49-F238E27FC236}">
                <a16:creationId xmlns:a16="http://schemas.microsoft.com/office/drawing/2014/main" id="{F39A6013-C072-4DF3-B497-52C48E38B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25939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2281" name="Rectangle 8">
            <a:extLst>
              <a:ext uri="{FF2B5EF4-FFF2-40B4-BE49-F238E27FC236}">
                <a16:creationId xmlns:a16="http://schemas.microsoft.com/office/drawing/2014/main" id="{ED587AA0-0834-44E6-8262-66FF63DFD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28987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82282" name="Straight Arrow Connector 9">
            <a:extLst>
              <a:ext uri="{FF2B5EF4-FFF2-40B4-BE49-F238E27FC236}">
                <a16:creationId xmlns:a16="http://schemas.microsoft.com/office/drawing/2014/main" id="{01BA0264-2952-45C1-9746-F1D68E23A76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20072" y="4332288"/>
            <a:ext cx="2087191" cy="824904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itle 1">
            <a:extLst>
              <a:ext uri="{FF2B5EF4-FFF2-40B4-BE49-F238E27FC236}">
                <a16:creationId xmlns:a16="http://schemas.microsoft.com/office/drawing/2014/main" id="{3A972F7C-ED21-4884-889F-15127E1FE0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r>
              <a:rPr lang="en-US" altLang="en-US"/>
              <a:t>Encoding SEC Example</a:t>
            </a:r>
          </a:p>
        </p:txBody>
      </p:sp>
      <p:sp>
        <p:nvSpPr>
          <p:cNvPr id="183299" name="Content Placeholder 2">
            <a:extLst>
              <a:ext uri="{FF2B5EF4-FFF2-40B4-BE49-F238E27FC236}">
                <a16:creationId xmlns:a16="http://schemas.microsoft.com/office/drawing/2014/main" id="{8F01D4EC-6119-40D7-B3C3-616D89D4A3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3429000"/>
            <a:ext cx="8270875" cy="2592388"/>
          </a:xfrm>
        </p:spPr>
        <p:txBody>
          <a:bodyPr/>
          <a:lstStyle/>
          <a:p>
            <a:r>
              <a:rPr lang="en-US" altLang="en-US" sz="2800" dirty="0"/>
              <a:t>Original data: 00000001; even parity</a:t>
            </a:r>
          </a:p>
          <a:p>
            <a:r>
              <a:rPr lang="en-US" altLang="en-US" sz="2800" dirty="0"/>
              <a:t>Encoded data: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</a:t>
            </a:r>
            <a:r>
              <a:rPr lang="en-US" altLang="en-US" sz="2800" dirty="0">
                <a:solidFill>
                  <a:srgbClr val="00B050"/>
                </a:solidFill>
              </a:rPr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0001</a:t>
            </a:r>
          </a:p>
          <a:p>
            <a:endParaRPr lang="en-US" altLang="en-US" sz="2800" dirty="0"/>
          </a:p>
          <a:p>
            <a:r>
              <a:rPr lang="en-US" altLang="en-US" sz="2800" dirty="0"/>
              <a:t>Suppose bit-seven flipped:  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</a:t>
            </a:r>
            <a:r>
              <a:rPr lang="en-US" altLang="zh-CN" sz="2800" dirty="0">
                <a:solidFill>
                  <a:srgbClr val="00B050"/>
                </a:solidFill>
                <a:ea typeface="SimSun" panose="02010600030101010101" pitchFamily="2" charset="-122"/>
              </a:rPr>
              <a:t>1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0001</a:t>
            </a:r>
          </a:p>
          <a:p>
            <a:r>
              <a:rPr lang="en-US" altLang="en-US" sz="2800" dirty="0"/>
              <a:t>Parity bits for received data: </a:t>
            </a:r>
            <a:r>
              <a:rPr lang="en-US" altLang="zh-CN" sz="2800" dirty="0">
                <a:solidFill>
                  <a:srgbClr val="FF0000"/>
                </a:solidFill>
                <a:ea typeface="SimSun" panose="02010600030101010101" pitchFamily="2" charset="-122"/>
              </a:rPr>
              <a:t>1110 </a:t>
            </a:r>
            <a:r>
              <a:rPr lang="en-US" altLang="en-US" sz="2800" dirty="0"/>
              <a:t>(bit 7 wrong)</a:t>
            </a:r>
          </a:p>
        </p:txBody>
      </p:sp>
      <p:sp>
        <p:nvSpPr>
          <p:cNvPr id="183300" name="Footer Placeholder 3">
            <a:extLst>
              <a:ext uri="{FF2B5EF4-FFF2-40B4-BE49-F238E27FC236}">
                <a16:creationId xmlns:a16="http://schemas.microsoft.com/office/drawing/2014/main" id="{1CFE6100-7B6F-4B68-995C-0466ADEC4F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66366C1-2531-4F48-9271-742A794E003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120</a:t>
            </a:fld>
            <a:endParaRPr lang="en-AU" altLang="en-US" sz="1400"/>
          </a:p>
        </p:txBody>
      </p:sp>
      <p:pic>
        <p:nvPicPr>
          <p:cNvPr id="183301" name="Picture 2">
            <a:extLst>
              <a:ext uri="{FF2B5EF4-FFF2-40B4-BE49-F238E27FC236}">
                <a16:creationId xmlns:a16="http://schemas.microsoft.com/office/drawing/2014/main" id="{E6A3FBBF-57B1-4CC7-97D3-4C84F4B15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196975"/>
            <a:ext cx="6048375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3302" name="Rectangle 6">
            <a:extLst>
              <a:ext uri="{FF2B5EF4-FFF2-40B4-BE49-F238E27FC236}">
                <a16:creationId xmlns:a16="http://schemas.microsoft.com/office/drawing/2014/main" id="{2A897C85-D862-4F1B-81C0-F07FCF26F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25" y="19907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3303" name="Rectangle 7">
            <a:extLst>
              <a:ext uri="{FF2B5EF4-FFF2-40B4-BE49-F238E27FC236}">
                <a16:creationId xmlns:a16="http://schemas.microsoft.com/office/drawing/2014/main" id="{7B377DB6-8A50-4BF7-854B-5F1789647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22955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3304" name="Rectangle 8">
            <a:extLst>
              <a:ext uri="{FF2B5EF4-FFF2-40B4-BE49-F238E27FC236}">
                <a16:creationId xmlns:a16="http://schemas.microsoft.com/office/drawing/2014/main" id="{BA27C89E-4F0F-4DDD-93C2-0BE6A45B2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25939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3305" name="Rectangle 9">
            <a:extLst>
              <a:ext uri="{FF2B5EF4-FFF2-40B4-BE49-F238E27FC236}">
                <a16:creationId xmlns:a16="http://schemas.microsoft.com/office/drawing/2014/main" id="{441B4F0F-EF66-4603-9B46-159802805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28987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83306" name="Straight Arrow Connector 2">
            <a:extLst>
              <a:ext uri="{FF2B5EF4-FFF2-40B4-BE49-F238E27FC236}">
                <a16:creationId xmlns:a16="http://schemas.microsoft.com/office/drawing/2014/main" id="{7D32005C-50F7-47EE-8A98-FA9BBBBDB8F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59338" y="4322763"/>
            <a:ext cx="2016918" cy="762000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Title 1">
            <a:extLst>
              <a:ext uri="{FF2B5EF4-FFF2-40B4-BE49-F238E27FC236}">
                <a16:creationId xmlns:a16="http://schemas.microsoft.com/office/drawing/2014/main" id="{16946155-B5FB-40C7-BD69-87700552F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SEC/DED Code</a:t>
            </a:r>
          </a:p>
        </p:txBody>
      </p:sp>
      <p:sp>
        <p:nvSpPr>
          <p:cNvPr id="182275" name="Content Placeholder 2">
            <a:extLst>
              <a:ext uri="{FF2B5EF4-FFF2-40B4-BE49-F238E27FC236}">
                <a16:creationId xmlns:a16="http://schemas.microsoft.com/office/drawing/2014/main" id="{F42AFFBE-E382-4E0C-A800-48ABA022ED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023938"/>
            <a:ext cx="8475662" cy="5197475"/>
          </a:xfrm>
        </p:spPr>
        <p:txBody>
          <a:bodyPr/>
          <a:lstStyle/>
          <a:p>
            <a:r>
              <a:rPr lang="en-US" altLang="en-US" sz="2800" dirty="0"/>
              <a:t>Add one more parity bit (</a:t>
            </a:r>
            <a:r>
              <a:rPr lang="en-US" altLang="en-US" sz="2800" dirty="0" err="1"/>
              <a:t>p</a:t>
            </a:r>
            <a:r>
              <a:rPr lang="en-US" altLang="en-US" sz="2800" baseline="-25000" dirty="0" err="1"/>
              <a:t>n</a:t>
            </a:r>
            <a:r>
              <a:rPr lang="en-US" altLang="en-US" sz="2800" dirty="0"/>
              <a:t>) for the whole word (data-bits + parity-bits)</a:t>
            </a:r>
          </a:p>
          <a:p>
            <a:r>
              <a:rPr lang="en-US" altLang="en-US" sz="2800" dirty="0"/>
              <a:t>Then we can </a:t>
            </a:r>
            <a:r>
              <a:rPr lang="en-US" altLang="en-US" sz="2800" dirty="0">
                <a:solidFill>
                  <a:srgbClr val="FF0000"/>
                </a:solidFill>
              </a:rPr>
              <a:t>correct (identify)</a:t>
            </a:r>
            <a:r>
              <a:rPr lang="en-US" altLang="en-US" sz="2800" dirty="0"/>
              <a:t> 1-bit error, and </a:t>
            </a:r>
            <a:r>
              <a:rPr lang="en-US" altLang="en-US" sz="2800" dirty="0">
                <a:solidFill>
                  <a:srgbClr val="FF0000"/>
                </a:solidFill>
              </a:rPr>
              <a:t>detect</a:t>
            </a:r>
            <a:r>
              <a:rPr lang="en-US" altLang="en-US" sz="2800" dirty="0"/>
              <a:t> 2-bit error</a:t>
            </a:r>
          </a:p>
          <a:p>
            <a:r>
              <a:rPr lang="en-US" altLang="en-US" sz="2800" dirty="0"/>
              <a:t>Decoding example: 4-bit data + 3-bit parity (H)</a:t>
            </a:r>
          </a:p>
          <a:p>
            <a:pPr lvl="1"/>
            <a:r>
              <a:rPr lang="en-US" altLang="en-US" sz="2400" dirty="0"/>
              <a:t>Let H = SEC parity bits (3 bits)</a:t>
            </a:r>
            <a:endParaRPr lang="en-US" altLang="en-US" sz="2400" baseline="-25000" dirty="0"/>
          </a:p>
          <a:p>
            <a:pPr lvl="2"/>
            <a:r>
              <a:rPr lang="en-US" altLang="en-US" sz="2000" dirty="0"/>
              <a:t>H even,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even (0), no error (H 3 bits,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1 bit)</a:t>
            </a:r>
          </a:p>
          <a:p>
            <a:pPr lvl="2"/>
            <a:r>
              <a:rPr lang="en-US" altLang="en-US" sz="2000" dirty="0"/>
              <a:t>H odd,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odd (1), correctable single-bit error</a:t>
            </a:r>
          </a:p>
          <a:p>
            <a:pPr lvl="2"/>
            <a:r>
              <a:rPr lang="en-US" altLang="en-US" sz="2000" dirty="0"/>
              <a:t>H even,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odd (1), error in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bit</a:t>
            </a:r>
          </a:p>
          <a:p>
            <a:pPr lvl="2"/>
            <a:r>
              <a:rPr lang="en-US" altLang="en-US" sz="2000" dirty="0"/>
              <a:t>H odd,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even (0), double error occurred (don’t know which 2)</a:t>
            </a:r>
          </a:p>
          <a:p>
            <a:r>
              <a:rPr lang="en-US" altLang="en-US" sz="2800" dirty="0"/>
              <a:t>ECC (Error Correcting Codes) DRAM uses SEC/DED with 8 bits protecting each 64 bits</a:t>
            </a:r>
            <a:endParaRPr lang="en-US" altLang="en-US" dirty="0"/>
          </a:p>
        </p:txBody>
      </p:sp>
      <p:sp>
        <p:nvSpPr>
          <p:cNvPr id="185348" name="Footer Placeholder 3">
            <a:extLst>
              <a:ext uri="{FF2B5EF4-FFF2-40B4-BE49-F238E27FC236}">
                <a16:creationId xmlns:a16="http://schemas.microsoft.com/office/drawing/2014/main" id="{5A96B13A-35FB-4435-A4F1-792EEAA1E9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70604CC-C46B-418A-96BC-8763C6B5DFA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121</a:t>
            </a:fld>
            <a:endParaRPr lang="en-AU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1DB02C-0B9D-4BA9-8BA1-8942F7DBDE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F272BCC-EC31-4D73-8ED1-AE34C13EED7A}" type="slidenum">
              <a:rPr lang="en-AU" altLang="en-US" smtClean="0"/>
              <a:pPr>
                <a:defRPr/>
              </a:pPr>
              <a:t>122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73473736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Footer Placeholder 3">
            <a:extLst>
              <a:ext uri="{FF2B5EF4-FFF2-40B4-BE49-F238E27FC236}">
                <a16:creationId xmlns:a16="http://schemas.microsoft.com/office/drawing/2014/main" id="{C52F18DA-3DD7-4528-BF0A-74A6C0B9EE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87C8642-77C0-49D8-AF9C-13919072847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123</a:t>
            </a:fld>
            <a:endParaRPr lang="en-AU" altLang="en-US" sz="1400"/>
          </a:p>
        </p:txBody>
      </p:sp>
      <p:sp>
        <p:nvSpPr>
          <p:cNvPr id="186371" name="Rectangle 5">
            <a:extLst>
              <a:ext uri="{FF2B5EF4-FFF2-40B4-BE49-F238E27FC236}">
                <a16:creationId xmlns:a16="http://schemas.microsoft.com/office/drawing/2014/main" id="{15647CD3-EF08-4D97-90FF-453F0EDA91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Virtual Machines</a:t>
            </a:r>
          </a:p>
        </p:txBody>
      </p:sp>
      <p:sp>
        <p:nvSpPr>
          <p:cNvPr id="186372" name="Rectangle 6">
            <a:extLst>
              <a:ext uri="{FF2B5EF4-FFF2-40B4-BE49-F238E27FC236}">
                <a16:creationId xmlns:a16="http://schemas.microsoft.com/office/drawing/2014/main" id="{A70DBC13-8E09-4FA1-AB5B-0C2A839BAF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 sz="2800"/>
              <a:t>Host computer emulates guest operating system and machine resources</a:t>
            </a:r>
          </a:p>
          <a:p>
            <a:pPr lvl="1" eaLnBrk="1" hangingPunct="1"/>
            <a:r>
              <a:rPr lang="en-AU" altLang="en-US" sz="2400"/>
              <a:t>Improved isolation of multiple guests</a:t>
            </a:r>
          </a:p>
          <a:p>
            <a:pPr lvl="1" eaLnBrk="1" hangingPunct="1"/>
            <a:r>
              <a:rPr lang="en-AU" altLang="en-US" sz="2400"/>
              <a:t>Avoids security and reliability problems</a:t>
            </a:r>
          </a:p>
          <a:p>
            <a:pPr lvl="1" eaLnBrk="1" hangingPunct="1"/>
            <a:r>
              <a:rPr lang="en-AU" altLang="en-US" sz="2400"/>
              <a:t>Aids sharing of resources</a:t>
            </a:r>
          </a:p>
          <a:p>
            <a:pPr eaLnBrk="1" hangingPunct="1"/>
            <a:r>
              <a:rPr lang="en-AU" altLang="en-US" sz="2800"/>
              <a:t>Virtualization has some performance impact</a:t>
            </a:r>
          </a:p>
          <a:p>
            <a:pPr lvl="1" eaLnBrk="1" hangingPunct="1"/>
            <a:r>
              <a:rPr lang="en-AU" altLang="en-US" sz="2400"/>
              <a:t>Feasible with modern high-performance comptuers</a:t>
            </a:r>
          </a:p>
          <a:p>
            <a:pPr eaLnBrk="1" hangingPunct="1"/>
            <a:r>
              <a:rPr lang="en-AU" altLang="en-US" sz="2800"/>
              <a:t>Examples</a:t>
            </a:r>
          </a:p>
          <a:p>
            <a:pPr lvl="1" eaLnBrk="1" hangingPunct="1"/>
            <a:r>
              <a:rPr lang="en-AU" altLang="en-US" sz="2400"/>
              <a:t>IBM VM/370 (1970s technology!)</a:t>
            </a:r>
          </a:p>
          <a:p>
            <a:pPr lvl="1" eaLnBrk="1" hangingPunct="1"/>
            <a:r>
              <a:rPr lang="en-AU" altLang="en-US" sz="2400"/>
              <a:t>VMWare</a:t>
            </a:r>
          </a:p>
          <a:p>
            <a:pPr lvl="1" eaLnBrk="1" hangingPunct="1"/>
            <a:r>
              <a:rPr lang="en-AU" altLang="en-US" sz="2400"/>
              <a:t>Microsoft Virtual PC</a:t>
            </a:r>
          </a:p>
        </p:txBody>
      </p:sp>
      <p:sp>
        <p:nvSpPr>
          <p:cNvPr id="186373" name="Text Box 4">
            <a:extLst>
              <a:ext uri="{FF2B5EF4-FFF2-40B4-BE49-F238E27FC236}">
                <a16:creationId xmlns:a16="http://schemas.microsoft.com/office/drawing/2014/main" id="{D06FEBB5-3C39-4967-BFA0-C4E99E87E16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770019" y="1007269"/>
            <a:ext cx="2381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§5.6 Virtual Machines</a:t>
            </a:r>
          </a:p>
        </p:txBody>
      </p:sp>
    </p:spTree>
  </p:cSld>
  <p:clrMapOvr>
    <a:masterClrMapping/>
  </p:clrMapOvr>
  <p:transition spd="slow"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Footer Placeholder 3">
            <a:extLst>
              <a:ext uri="{FF2B5EF4-FFF2-40B4-BE49-F238E27FC236}">
                <a16:creationId xmlns:a16="http://schemas.microsoft.com/office/drawing/2014/main" id="{4DF1634E-97C7-4E30-A9DD-6AE85F60A9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36ED68B-3B56-4FF7-8B3D-D11579761A1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124</a:t>
            </a:fld>
            <a:endParaRPr lang="en-AU" altLang="en-US" sz="1400"/>
          </a:p>
        </p:txBody>
      </p:sp>
      <p:sp>
        <p:nvSpPr>
          <p:cNvPr id="188419" name="Rectangle 2">
            <a:extLst>
              <a:ext uri="{FF2B5EF4-FFF2-40B4-BE49-F238E27FC236}">
                <a16:creationId xmlns:a16="http://schemas.microsoft.com/office/drawing/2014/main" id="{ECC607CC-3A6A-483A-9F96-DDBDDCD7BF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Virtual Machine Monitor</a:t>
            </a:r>
          </a:p>
        </p:txBody>
      </p:sp>
      <p:sp>
        <p:nvSpPr>
          <p:cNvPr id="188420" name="Rectangle 3">
            <a:extLst>
              <a:ext uri="{FF2B5EF4-FFF2-40B4-BE49-F238E27FC236}">
                <a16:creationId xmlns:a16="http://schemas.microsoft.com/office/drawing/2014/main" id="{5E548DD1-8B91-4512-9EC9-5FFC53E74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/>
              <a:t>Maps virtual resources to physical resources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Memory, I/O devices, CPUs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Guest code runs on native machine in user mode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Traps to VMM on privileged instructions and access to protected resources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Guest OS may be different from host OS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VMM handles real I/O devices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Emulates generic virtual I/O devices for guest</a:t>
            </a:r>
          </a:p>
        </p:txBody>
      </p:sp>
    </p:spTree>
  </p:cSld>
  <p:clrMapOvr>
    <a:masterClrMapping/>
  </p:clrMapOvr>
  <p:transition spd="slow"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Footer Placeholder 3">
            <a:extLst>
              <a:ext uri="{FF2B5EF4-FFF2-40B4-BE49-F238E27FC236}">
                <a16:creationId xmlns:a16="http://schemas.microsoft.com/office/drawing/2014/main" id="{8BF9CCC1-3093-4654-87C8-A8E1ECD00F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168F4C2-B31C-423A-9457-756CA99448D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125</a:t>
            </a:fld>
            <a:endParaRPr lang="en-AU" altLang="en-US" sz="1400"/>
          </a:p>
        </p:txBody>
      </p:sp>
      <p:sp>
        <p:nvSpPr>
          <p:cNvPr id="190467" name="Rectangle 2">
            <a:extLst>
              <a:ext uri="{FF2B5EF4-FFF2-40B4-BE49-F238E27FC236}">
                <a16:creationId xmlns:a16="http://schemas.microsoft.com/office/drawing/2014/main" id="{F6E4442D-5F11-4D09-8304-569AA82D3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Example: Timer Virtualization</a:t>
            </a:r>
          </a:p>
        </p:txBody>
      </p:sp>
      <p:sp>
        <p:nvSpPr>
          <p:cNvPr id="190468" name="Rectangle 3">
            <a:extLst>
              <a:ext uri="{FF2B5EF4-FFF2-40B4-BE49-F238E27FC236}">
                <a16:creationId xmlns:a16="http://schemas.microsoft.com/office/drawing/2014/main" id="{61A73298-93F1-49BC-A1B1-C4445CFC9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In native machine, on timer interrupt</a:t>
            </a:r>
          </a:p>
          <a:p>
            <a:pPr lvl="1" eaLnBrk="1" hangingPunct="1"/>
            <a:r>
              <a:rPr lang="en-AU" altLang="en-US"/>
              <a:t>OS suspends current process, handles interrupt, selects and resumes next process</a:t>
            </a:r>
          </a:p>
          <a:p>
            <a:pPr eaLnBrk="1" hangingPunct="1"/>
            <a:r>
              <a:rPr lang="en-AU" altLang="en-US"/>
              <a:t>With Virtual Machine Monitor</a:t>
            </a:r>
          </a:p>
          <a:p>
            <a:pPr lvl="1" eaLnBrk="1" hangingPunct="1"/>
            <a:r>
              <a:rPr lang="en-AU" altLang="en-US"/>
              <a:t>VMM suspends current VM, handles interrupt, selects and resumes next VM</a:t>
            </a:r>
          </a:p>
          <a:p>
            <a:pPr eaLnBrk="1" hangingPunct="1"/>
            <a:r>
              <a:rPr lang="en-AU" altLang="en-US"/>
              <a:t>If a VM requires timer interrupts</a:t>
            </a:r>
          </a:p>
          <a:p>
            <a:pPr lvl="1" eaLnBrk="1" hangingPunct="1"/>
            <a:r>
              <a:rPr lang="en-AU" altLang="en-US"/>
              <a:t>VMM emulates a virtual timer</a:t>
            </a:r>
          </a:p>
          <a:p>
            <a:pPr lvl="1" eaLnBrk="1" hangingPunct="1"/>
            <a:r>
              <a:rPr lang="en-AU" altLang="en-US"/>
              <a:t>Emulates interrupt for VM when physical timer interrupt occurs</a:t>
            </a:r>
          </a:p>
        </p:txBody>
      </p:sp>
    </p:spTree>
  </p:cSld>
  <p:clrMapOvr>
    <a:masterClrMapping/>
  </p:clrMapOvr>
  <p:transition spd="slow"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Footer Placeholder 3">
            <a:extLst>
              <a:ext uri="{FF2B5EF4-FFF2-40B4-BE49-F238E27FC236}">
                <a16:creationId xmlns:a16="http://schemas.microsoft.com/office/drawing/2014/main" id="{74D7EDA9-1CCE-43E6-B001-70F1D24FCF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5DCBD94-122E-445B-93BB-DECA83AF08E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126</a:t>
            </a:fld>
            <a:endParaRPr lang="en-AU" altLang="en-US" sz="1400"/>
          </a:p>
        </p:txBody>
      </p:sp>
      <p:sp>
        <p:nvSpPr>
          <p:cNvPr id="192515" name="Rectangle 2">
            <a:extLst>
              <a:ext uri="{FF2B5EF4-FFF2-40B4-BE49-F238E27FC236}">
                <a16:creationId xmlns:a16="http://schemas.microsoft.com/office/drawing/2014/main" id="{3E280E36-6E15-4EC8-B585-A021B4AF42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Instruction Set Support</a:t>
            </a:r>
          </a:p>
        </p:txBody>
      </p:sp>
      <p:sp>
        <p:nvSpPr>
          <p:cNvPr id="192516" name="Rectangle 3">
            <a:extLst>
              <a:ext uri="{FF2B5EF4-FFF2-40B4-BE49-F238E27FC236}">
                <a16:creationId xmlns:a16="http://schemas.microsoft.com/office/drawing/2014/main" id="{72BBFD2D-3BF5-4742-9F58-223F9D3CA7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/>
              <a:t>User and System modes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Privileged instructions only available in system mode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Trap to system if executed in user mode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All physical resources only accessible using privileged instructions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Including page tables, interrupt controls, I/O registers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Renaissance of virtualization support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Current ISAs (e.g., x86) adapting</a:t>
            </a:r>
          </a:p>
        </p:txBody>
      </p:sp>
    </p:spTree>
  </p:cSld>
  <p:clrMapOvr>
    <a:masterClrMapping/>
  </p:clrMapOvr>
  <p:transition spd="slow"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E6D4EC-8BE0-42EF-AA72-4E729B11A2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DD6626D4-DABE-492F-9032-06C451E08B6A}" type="slidenum">
              <a:rPr lang="en-AU" altLang="en-US" smtClean="0"/>
              <a:pPr>
                <a:defRPr/>
              </a:pPr>
              <a:t>127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5423642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Footer Placeholder 3">
            <a:extLst>
              <a:ext uri="{FF2B5EF4-FFF2-40B4-BE49-F238E27FC236}">
                <a16:creationId xmlns:a16="http://schemas.microsoft.com/office/drawing/2014/main" id="{3D9A5DE1-2A3B-44BC-A940-BC8551EBFC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D78E391-8DD4-473E-9CA4-1D5CA9B2F12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128</a:t>
            </a:fld>
            <a:endParaRPr lang="en-AU" altLang="en-US" sz="1400"/>
          </a:p>
        </p:txBody>
      </p:sp>
      <p:sp>
        <p:nvSpPr>
          <p:cNvPr id="194563" name="Rectangle 5">
            <a:extLst>
              <a:ext uri="{FF2B5EF4-FFF2-40B4-BE49-F238E27FC236}">
                <a16:creationId xmlns:a16="http://schemas.microsoft.com/office/drawing/2014/main" id="{C4390A2E-7DCF-45FB-B661-78DD5BC209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Virtual Memory</a:t>
            </a:r>
            <a:endParaRPr lang="en-AU" altLang="en-US"/>
          </a:p>
        </p:txBody>
      </p:sp>
      <p:sp>
        <p:nvSpPr>
          <p:cNvPr id="194564" name="Text Box 4">
            <a:extLst>
              <a:ext uri="{FF2B5EF4-FFF2-40B4-BE49-F238E27FC236}">
                <a16:creationId xmlns:a16="http://schemas.microsoft.com/office/drawing/2014/main" id="{611DCE11-F268-4843-87D5-7BB0D97BEFD7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838281" y="929481"/>
            <a:ext cx="224472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§5.7 Virtual Memory</a:t>
            </a:r>
          </a:p>
        </p:txBody>
      </p:sp>
      <p:sp>
        <p:nvSpPr>
          <p:cNvPr id="194565" name="Rectangle 6">
            <a:extLst>
              <a:ext uri="{FF2B5EF4-FFF2-40B4-BE49-F238E27FC236}">
                <a16:creationId xmlns:a16="http://schemas.microsoft.com/office/drawing/2014/main" id="{F3873D12-3EB9-4C74-8D3F-E9339F486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12874"/>
            <a:ext cx="7920037" cy="41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dirty="0"/>
              <a:t>Structure similar to memory-cache exists between disk and main memory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View main memory as a “cache” for magnetic disk or SSD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Jointly managed by hardware and software (OS, operating system)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dirty="0"/>
              <a:t>  (memory-cache totally by hardware)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Footer Placeholder 3">
            <a:extLst>
              <a:ext uri="{FF2B5EF4-FFF2-40B4-BE49-F238E27FC236}">
                <a16:creationId xmlns:a16="http://schemas.microsoft.com/office/drawing/2014/main" id="{6EB1930C-548A-40E2-A3A6-2A06A5A088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09E9EF6-5532-4215-AFC7-C5AA2D4A41C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129</a:t>
            </a:fld>
            <a:endParaRPr lang="en-AU" altLang="en-US" sz="1400"/>
          </a:p>
        </p:txBody>
      </p:sp>
      <p:sp>
        <p:nvSpPr>
          <p:cNvPr id="196611" name="Rectangle 5">
            <a:extLst>
              <a:ext uri="{FF2B5EF4-FFF2-40B4-BE49-F238E27FC236}">
                <a16:creationId xmlns:a16="http://schemas.microsoft.com/office/drawing/2014/main" id="{B23EC947-AEA4-4D9F-981C-5A169654C3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Virtual Memory</a:t>
            </a:r>
            <a:endParaRPr lang="en-AU" altLang="en-US" dirty="0"/>
          </a:p>
        </p:txBody>
      </p:sp>
      <p:sp>
        <p:nvSpPr>
          <p:cNvPr id="196612" name="Text Box 4">
            <a:extLst>
              <a:ext uri="{FF2B5EF4-FFF2-40B4-BE49-F238E27FC236}">
                <a16:creationId xmlns:a16="http://schemas.microsoft.com/office/drawing/2014/main" id="{18310EEC-2941-4934-9E1D-3EDA1C09477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838281" y="929481"/>
            <a:ext cx="224472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§5.7 Virtual Memory</a:t>
            </a:r>
          </a:p>
        </p:txBody>
      </p:sp>
      <p:pic>
        <p:nvPicPr>
          <p:cNvPr id="196613" name="Picture 6" descr="f04-60-9780124077263">
            <a:extLst>
              <a:ext uri="{FF2B5EF4-FFF2-40B4-BE49-F238E27FC236}">
                <a16:creationId xmlns:a16="http://schemas.microsoft.com/office/drawing/2014/main" id="{A3A72886-D35F-4AD9-BF19-2E5B7322F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338" y="1603375"/>
            <a:ext cx="6419850" cy="39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EBF8AE-3507-4C40-84CF-57BD510BA0DE}"/>
              </a:ext>
            </a:extLst>
          </p:cNvPr>
          <p:cNvSpPr/>
          <p:nvPr/>
        </p:nvSpPr>
        <p:spPr bwMode="auto">
          <a:xfrm>
            <a:off x="1554163" y="3205163"/>
            <a:ext cx="647700" cy="10080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80D43D-E84B-44AE-8B1F-EB24F0474723}"/>
              </a:ext>
            </a:extLst>
          </p:cNvPr>
          <p:cNvSpPr/>
          <p:nvPr/>
        </p:nvSpPr>
        <p:spPr bwMode="auto">
          <a:xfrm>
            <a:off x="6450013" y="3327400"/>
            <a:ext cx="647700" cy="10080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pic>
        <p:nvPicPr>
          <p:cNvPr id="9" name="图片 2">
            <a:extLst>
              <a:ext uri="{FF2B5EF4-FFF2-40B4-BE49-F238E27FC236}">
                <a16:creationId xmlns:a16="http://schemas.microsoft.com/office/drawing/2014/main" id="{7889B44A-D4FD-4118-BBBF-7ACAA3881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338" y="1103313"/>
            <a:ext cx="16097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A6454266-07A9-4556-8CA4-57F4733AC741}"/>
              </a:ext>
            </a:extLst>
          </p:cNvPr>
          <p:cNvSpPr/>
          <p:nvPr/>
        </p:nvSpPr>
        <p:spPr bwMode="auto">
          <a:xfrm>
            <a:off x="7033969" y="1084104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11" name="直接箭头连接符 4">
            <a:extLst>
              <a:ext uri="{FF2B5EF4-FFF2-40B4-BE49-F238E27FC236}">
                <a16:creationId xmlns:a16="http://schemas.microsoft.com/office/drawing/2014/main" id="{D364A85A-F526-402E-846A-30E4D8BA0EB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773863" y="2103438"/>
            <a:ext cx="403225" cy="14112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2" name="图片 13">
            <a:extLst>
              <a:ext uri="{FF2B5EF4-FFF2-40B4-BE49-F238E27FC236}">
                <a16:creationId xmlns:a16="http://schemas.microsoft.com/office/drawing/2014/main" id="{1E366F24-0AC9-40C4-B75B-C6E7FAAE1E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4973638"/>
            <a:ext cx="1609725" cy="99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63748F85-0797-49D6-A1FE-DC3908E8A019}"/>
              </a:ext>
            </a:extLst>
          </p:cNvPr>
          <p:cNvSpPr/>
          <p:nvPr/>
        </p:nvSpPr>
        <p:spPr bwMode="auto">
          <a:xfrm>
            <a:off x="596905" y="4943961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14" name="直接箭头连接符 15">
            <a:extLst>
              <a:ext uri="{FF2B5EF4-FFF2-40B4-BE49-F238E27FC236}">
                <a16:creationId xmlns:a16="http://schemas.microsoft.com/office/drawing/2014/main" id="{F1B96381-FFC3-4180-A3EA-FEFC0959450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035050" y="3514725"/>
            <a:ext cx="842963" cy="143033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5" name="Picture 16">
            <a:extLst>
              <a:ext uri="{FF2B5EF4-FFF2-40B4-BE49-F238E27FC236}">
                <a16:creationId xmlns:a16="http://schemas.microsoft.com/office/drawing/2014/main" id="{88118F96-EBBE-4D89-9591-3A2C37E7CF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87" y="2441207"/>
            <a:ext cx="8429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Arrow: Up-Down 1">
            <a:extLst>
              <a:ext uri="{FF2B5EF4-FFF2-40B4-BE49-F238E27FC236}">
                <a16:creationId xmlns:a16="http://schemas.microsoft.com/office/drawing/2014/main" id="{E065E57D-1B92-40BE-9890-ACC2D10219A4}"/>
              </a:ext>
            </a:extLst>
          </p:cNvPr>
          <p:cNvSpPr/>
          <p:nvPr/>
        </p:nvSpPr>
        <p:spPr bwMode="auto">
          <a:xfrm>
            <a:off x="7683309" y="2145912"/>
            <a:ext cx="288032" cy="467011"/>
          </a:xfrm>
          <a:prstGeom prst="upDownArrow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Footer Placeholder 3">
            <a:extLst>
              <a:ext uri="{FF2B5EF4-FFF2-40B4-BE49-F238E27FC236}">
                <a16:creationId xmlns:a16="http://schemas.microsoft.com/office/drawing/2014/main" id="{1E8B8CC9-6D2A-4151-A693-EBB5E594F7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243401F-B9EE-40F8-9956-B6BBB18C33B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130</a:t>
            </a:fld>
            <a:endParaRPr lang="en-AU" altLang="en-US" sz="1400"/>
          </a:p>
        </p:txBody>
      </p:sp>
      <p:sp>
        <p:nvSpPr>
          <p:cNvPr id="198659" name="Rectangle 5">
            <a:extLst>
              <a:ext uri="{FF2B5EF4-FFF2-40B4-BE49-F238E27FC236}">
                <a16:creationId xmlns:a16="http://schemas.microsoft.com/office/drawing/2014/main" id="{347516AB-C18D-4DC8-8662-2A200B605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Virtual Memory</a:t>
            </a:r>
            <a:endParaRPr lang="en-AU" altLang="en-US"/>
          </a:p>
        </p:txBody>
      </p:sp>
      <p:sp>
        <p:nvSpPr>
          <p:cNvPr id="198660" name="Rectangle 6">
            <a:extLst>
              <a:ext uri="{FF2B5EF4-FFF2-40B4-BE49-F238E27FC236}">
                <a16:creationId xmlns:a16="http://schemas.microsoft.com/office/drawing/2014/main" id="{9D6592C2-E9B2-4A44-AB26-CFB367470A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557338"/>
            <a:ext cx="8091487" cy="39592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Multiple programs share main memory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Each gets a private </a:t>
            </a:r>
            <a:r>
              <a:rPr lang="en-US" altLang="en-US" i="1" dirty="0"/>
              <a:t>virtual address space</a:t>
            </a:r>
            <a:r>
              <a:rPr lang="en-US" altLang="en-US" dirty="0"/>
              <a:t> holding its frequently used code and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Protected from other programs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CPU and OS translate </a:t>
            </a:r>
            <a:r>
              <a:rPr lang="en-US" altLang="en-US" i="1" dirty="0"/>
              <a:t>virtual addresses </a:t>
            </a:r>
            <a:r>
              <a:rPr lang="en-US" altLang="en-US" dirty="0"/>
              <a:t>to </a:t>
            </a:r>
            <a:r>
              <a:rPr lang="en-US" altLang="en-US" i="1" dirty="0"/>
              <a:t>physical addresses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VM “block” is called a “page”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VM translation “miss” is called a “page fault”</a:t>
            </a:r>
            <a:endParaRPr lang="en-AU" altLang="en-US" dirty="0"/>
          </a:p>
        </p:txBody>
      </p:sp>
      <p:sp>
        <p:nvSpPr>
          <p:cNvPr id="198661" name="Text Box 4">
            <a:extLst>
              <a:ext uri="{FF2B5EF4-FFF2-40B4-BE49-F238E27FC236}">
                <a16:creationId xmlns:a16="http://schemas.microsoft.com/office/drawing/2014/main" id="{9D2A4255-1FF5-4065-8CFE-4DF8FE03D7BB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838281" y="929481"/>
            <a:ext cx="224472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§5.7 Virtual Memory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Footer Placeholder 3">
            <a:extLst>
              <a:ext uri="{FF2B5EF4-FFF2-40B4-BE49-F238E27FC236}">
                <a16:creationId xmlns:a16="http://schemas.microsoft.com/office/drawing/2014/main" id="{BBE585DE-AB3F-45DA-8D65-BEB257972D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96FB0E0-C5FD-4914-B8D6-8CCAF11CDE5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131</a:t>
            </a:fld>
            <a:endParaRPr lang="en-AU" altLang="en-US" sz="1400"/>
          </a:p>
        </p:txBody>
      </p:sp>
      <p:sp>
        <p:nvSpPr>
          <p:cNvPr id="200707" name="Rectangle 6">
            <a:extLst>
              <a:ext uri="{FF2B5EF4-FFF2-40B4-BE49-F238E27FC236}">
                <a16:creationId xmlns:a16="http://schemas.microsoft.com/office/drawing/2014/main" id="{4455EE33-53DD-49A0-8C39-18E027D14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Address Translation</a:t>
            </a:r>
            <a:endParaRPr lang="en-AU" altLang="en-US"/>
          </a:p>
        </p:txBody>
      </p:sp>
      <p:sp>
        <p:nvSpPr>
          <p:cNvPr id="200708" name="Rectangle 7">
            <a:extLst>
              <a:ext uri="{FF2B5EF4-FFF2-40B4-BE49-F238E27FC236}">
                <a16:creationId xmlns:a16="http://schemas.microsoft.com/office/drawing/2014/main" id="{2C2A4005-A877-4D1C-B3B6-F38201454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4824412"/>
          </a:xfrm>
        </p:spPr>
        <p:txBody>
          <a:bodyPr/>
          <a:lstStyle/>
          <a:p>
            <a:pPr eaLnBrk="1" hangingPunct="1"/>
            <a:r>
              <a:rPr lang="en-US" altLang="en-US" dirty="0"/>
              <a:t>Page size is fixed (e.g., 4KB = 4096 </a:t>
            </a:r>
            <a:r>
              <a:rPr lang="en-US" altLang="zh-CN" dirty="0"/>
              <a:t>B</a:t>
            </a:r>
            <a:r>
              <a:rPr lang="en-US" altLang="en-US" dirty="0"/>
              <a:t>ytes)</a:t>
            </a:r>
            <a:endParaRPr lang="en-AU" altLang="en-US" dirty="0"/>
          </a:p>
        </p:txBody>
      </p:sp>
      <p:pic>
        <p:nvPicPr>
          <p:cNvPr id="200709" name="Picture 8" descr="f05-20-P374493">
            <a:extLst>
              <a:ext uri="{FF2B5EF4-FFF2-40B4-BE49-F238E27FC236}">
                <a16:creationId xmlns:a16="http://schemas.microsoft.com/office/drawing/2014/main" id="{9DBE2C7F-9F29-44FD-ABF0-1986C0F49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93900"/>
            <a:ext cx="4318000" cy="309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0710" name="Picture 9" descr="f05-19-P374493">
            <a:extLst>
              <a:ext uri="{FF2B5EF4-FFF2-40B4-BE49-F238E27FC236}">
                <a16:creationId xmlns:a16="http://schemas.microsoft.com/office/drawing/2014/main" id="{F5080215-6FE6-4D9A-AE7C-CE6CF8316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282825"/>
            <a:ext cx="3448050" cy="234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0711" name="Rectangle 1">
            <a:extLst>
              <a:ext uri="{FF2B5EF4-FFF2-40B4-BE49-F238E27FC236}">
                <a16:creationId xmlns:a16="http://schemas.microsoft.com/office/drawing/2014/main" id="{3CD15C48-25E8-42EF-9679-B7D8A022E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3" y="4186238"/>
            <a:ext cx="1077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Page Table</a:t>
            </a:r>
          </a:p>
        </p:txBody>
      </p:sp>
      <p:sp>
        <p:nvSpPr>
          <p:cNvPr id="200712" name="Rectangle 7">
            <a:extLst>
              <a:ext uri="{FF2B5EF4-FFF2-40B4-BE49-F238E27FC236}">
                <a16:creationId xmlns:a16="http://schemas.microsoft.com/office/drawing/2014/main" id="{D6EA1691-A2F5-4B1B-83BD-6D57370AE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162" y="3760788"/>
            <a:ext cx="132442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Mem (8~16G)</a:t>
            </a:r>
          </a:p>
        </p:txBody>
      </p:sp>
      <p:sp>
        <p:nvSpPr>
          <p:cNvPr id="200713" name="Rectangle 8">
            <a:extLst>
              <a:ext uri="{FF2B5EF4-FFF2-40B4-BE49-F238E27FC236}">
                <a16:creationId xmlns:a16="http://schemas.microsoft.com/office/drawing/2014/main" id="{C3A9F869-437D-444B-BA7F-51A3873E9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493" y="4604068"/>
            <a:ext cx="14526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Disk (500G~1T)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Footer Placeholder 3">
            <a:extLst>
              <a:ext uri="{FF2B5EF4-FFF2-40B4-BE49-F238E27FC236}">
                <a16:creationId xmlns:a16="http://schemas.microsoft.com/office/drawing/2014/main" id="{E438153B-611E-42DF-8013-81CE68C719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6670912-E9BE-4E38-97A0-5F9B9C71D2F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132</a:t>
            </a:fld>
            <a:endParaRPr lang="en-AU" altLang="en-US" sz="1400"/>
          </a:p>
        </p:txBody>
      </p:sp>
      <p:sp>
        <p:nvSpPr>
          <p:cNvPr id="202755" name="Rectangle 4">
            <a:extLst>
              <a:ext uri="{FF2B5EF4-FFF2-40B4-BE49-F238E27FC236}">
                <a16:creationId xmlns:a16="http://schemas.microsoft.com/office/drawing/2014/main" id="{DD256105-F4DC-42D5-848B-A08268F39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Page Fault Penalty</a:t>
            </a:r>
            <a:endParaRPr lang="en-AU" altLang="en-US"/>
          </a:p>
        </p:txBody>
      </p:sp>
      <p:sp>
        <p:nvSpPr>
          <p:cNvPr id="202756" name="Rectangle 5">
            <a:extLst>
              <a:ext uri="{FF2B5EF4-FFF2-40B4-BE49-F238E27FC236}">
                <a16:creationId xmlns:a16="http://schemas.microsoft.com/office/drawing/2014/main" id="{E3EFD3BB-B39F-4353-8206-846ABD54F5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84898"/>
            <a:ext cx="8270875" cy="5039766"/>
          </a:xfrm>
        </p:spPr>
        <p:txBody>
          <a:bodyPr/>
          <a:lstStyle/>
          <a:p>
            <a:pPr eaLnBrk="1" hangingPunct="1"/>
            <a:r>
              <a:rPr lang="en-US" altLang="en-US" dirty="0"/>
              <a:t>On page fault, the page must be fetched from disk to main memory</a:t>
            </a:r>
          </a:p>
          <a:p>
            <a:pPr lvl="1" eaLnBrk="1" hangingPunct="1"/>
            <a:r>
              <a:rPr lang="en-US" altLang="en-US" dirty="0"/>
              <a:t>Takes millions of clock cycles</a:t>
            </a:r>
          </a:p>
          <a:p>
            <a:pPr lvl="1" eaLnBrk="1" hangingPunct="1"/>
            <a:r>
              <a:rPr lang="en-US" altLang="en-US" dirty="0"/>
              <a:t>Handled by OS code (program, not hardware)</a:t>
            </a:r>
          </a:p>
          <a:p>
            <a:pPr eaLnBrk="1" hangingPunct="1"/>
            <a:r>
              <a:rPr lang="en-US" altLang="en-US" dirty="0"/>
              <a:t>We certainly want to minimize page fault rate</a:t>
            </a:r>
          </a:p>
          <a:p>
            <a:pPr lvl="1" eaLnBrk="1" hangingPunct="1"/>
            <a:r>
              <a:rPr lang="en-US" altLang="en-US" dirty="0"/>
              <a:t>Placement policy – always fully associative</a:t>
            </a:r>
          </a:p>
          <a:p>
            <a:pPr lvl="1" eaLnBrk="1" hangingPunct="1"/>
            <a:r>
              <a:rPr lang="en-US" altLang="en-US" dirty="0"/>
              <a:t>That is, a page on disk can go to anywhere   in memory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Footer Placeholder 3">
            <a:extLst>
              <a:ext uri="{FF2B5EF4-FFF2-40B4-BE49-F238E27FC236}">
                <a16:creationId xmlns:a16="http://schemas.microsoft.com/office/drawing/2014/main" id="{F73A9EE8-9E4B-4E63-8C01-61533BE831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E48E4B2-D626-4B3B-89B1-AF7896C34E8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133</a:t>
            </a:fld>
            <a:endParaRPr lang="en-AU" altLang="en-US" sz="1400"/>
          </a:p>
        </p:txBody>
      </p:sp>
      <p:sp>
        <p:nvSpPr>
          <p:cNvPr id="204803" name="Rectangle 8">
            <a:extLst>
              <a:ext uri="{FF2B5EF4-FFF2-40B4-BE49-F238E27FC236}">
                <a16:creationId xmlns:a16="http://schemas.microsoft.com/office/drawing/2014/main" id="{0E2D5D34-ECDD-440F-8560-0450EC5BB9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Page Table</a:t>
            </a:r>
            <a:endParaRPr lang="en-AU" altLang="en-US"/>
          </a:p>
        </p:txBody>
      </p:sp>
      <p:sp>
        <p:nvSpPr>
          <p:cNvPr id="204804" name="Rectangle 9">
            <a:extLst>
              <a:ext uri="{FF2B5EF4-FFF2-40B4-BE49-F238E27FC236}">
                <a16:creationId xmlns:a16="http://schemas.microsoft.com/office/drawing/2014/main" id="{C05ECD5B-F341-4B59-AA16-E31C37323D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5788" y="1144588"/>
            <a:ext cx="7586662" cy="4371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Placement information is stored in </a:t>
            </a:r>
            <a:r>
              <a:rPr lang="en-US" altLang="en-US" dirty="0">
                <a:solidFill>
                  <a:srgbClr val="FF0000"/>
                </a:solidFill>
              </a:rPr>
              <a:t>Page Table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It is an array of entries, indexed by virtual page number (the whole disk)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CPU has a Page Table Register, which points to the beginning of Page Table in physical memory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Footer Placeholder 4">
            <a:extLst>
              <a:ext uri="{FF2B5EF4-FFF2-40B4-BE49-F238E27FC236}">
                <a16:creationId xmlns:a16="http://schemas.microsoft.com/office/drawing/2014/main" id="{8469B166-8407-46C8-881A-B77039F76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1C91583-D667-47CD-84F5-286218A1A6C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134</a:t>
            </a:fld>
            <a:endParaRPr lang="en-AU" altLang="en-US" sz="1400"/>
          </a:p>
        </p:txBody>
      </p:sp>
      <p:pic>
        <p:nvPicPr>
          <p:cNvPr id="206851" name="Picture 6" descr="f05-02-P374493">
            <a:extLst>
              <a:ext uri="{FF2B5EF4-FFF2-40B4-BE49-F238E27FC236}">
                <a16:creationId xmlns:a16="http://schemas.microsoft.com/office/drawing/2014/main" id="{41C7BDC4-4D82-41C6-A4DB-3453EA491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288" y="1700213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852" name="Rectangle 2">
            <a:extLst>
              <a:ext uri="{FF2B5EF4-FFF2-40B4-BE49-F238E27FC236}">
                <a16:creationId xmlns:a16="http://schemas.microsoft.com/office/drawing/2014/main" id="{3B468073-4F33-49C1-A773-B45299960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Hierarchy Levels</a:t>
            </a:r>
            <a:endParaRPr lang="en-AU" altLang="en-US"/>
          </a:p>
        </p:txBody>
      </p:sp>
      <p:sp>
        <p:nvSpPr>
          <p:cNvPr id="206853" name="TextBox 1">
            <a:extLst>
              <a:ext uri="{FF2B5EF4-FFF2-40B4-BE49-F238E27FC236}">
                <a16:creationId xmlns:a16="http://schemas.microsoft.com/office/drawing/2014/main" id="{6045A45E-967A-43C5-B180-2FE4E2461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2881313"/>
            <a:ext cx="18208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RAM (Memory)</a:t>
            </a:r>
          </a:p>
        </p:txBody>
      </p:sp>
      <p:sp>
        <p:nvSpPr>
          <p:cNvPr id="206854" name="TextBox 6">
            <a:extLst>
              <a:ext uri="{FF2B5EF4-FFF2-40B4-BE49-F238E27FC236}">
                <a16:creationId xmlns:a16="http://schemas.microsoft.com/office/drawing/2014/main" id="{69A77C88-349C-4B1B-9BBB-984602D93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2938" y="4473575"/>
            <a:ext cx="1152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Disk</a:t>
            </a:r>
          </a:p>
        </p:txBody>
      </p:sp>
      <p:sp>
        <p:nvSpPr>
          <p:cNvPr id="206855" name="TextBox 1">
            <a:extLst>
              <a:ext uri="{FF2B5EF4-FFF2-40B4-BE49-F238E27FC236}">
                <a16:creationId xmlns:a16="http://schemas.microsoft.com/office/drawing/2014/main" id="{AEC9899A-0141-4602-B36D-C9006AA14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838" y="1741488"/>
            <a:ext cx="9779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Cache</a:t>
            </a:r>
          </a:p>
        </p:txBody>
      </p:sp>
      <p:sp>
        <p:nvSpPr>
          <p:cNvPr id="206856" name="Rectangle 1">
            <a:extLst>
              <a:ext uri="{FF2B5EF4-FFF2-40B4-BE49-F238E27FC236}">
                <a16:creationId xmlns:a16="http://schemas.microsoft.com/office/drawing/2014/main" id="{6A3A75B7-7CC5-42D0-8753-0A486D8FC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263" y="2771775"/>
            <a:ext cx="315912" cy="585788"/>
          </a:xfrm>
          <a:prstGeom prst="rect">
            <a:avLst/>
          </a:prstGeom>
          <a:solidFill>
            <a:srgbClr val="FF0000">
              <a:alpha val="67842"/>
            </a:srgbClr>
          </a:solidFill>
          <a:ln w="127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6857" name="Rectangle 9">
            <a:extLst>
              <a:ext uri="{FF2B5EF4-FFF2-40B4-BE49-F238E27FC236}">
                <a16:creationId xmlns:a16="http://schemas.microsoft.com/office/drawing/2014/main" id="{6AC7024E-AE76-4E72-A1F8-76250363F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613" y="4772025"/>
            <a:ext cx="317500" cy="587375"/>
          </a:xfrm>
          <a:prstGeom prst="rect">
            <a:avLst/>
          </a:prstGeom>
          <a:solidFill>
            <a:srgbClr val="FF0000">
              <a:alpha val="67842"/>
            </a:srgbClr>
          </a:solidFill>
          <a:ln w="127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6858" name="Rectangle 10">
            <a:extLst>
              <a:ext uri="{FF2B5EF4-FFF2-40B4-BE49-F238E27FC236}">
                <a16:creationId xmlns:a16="http://schemas.microsoft.com/office/drawing/2014/main" id="{BF59D034-6BCD-4700-AE35-B84C3A8F3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4775200"/>
            <a:ext cx="317500" cy="585788"/>
          </a:xfrm>
          <a:prstGeom prst="rect">
            <a:avLst/>
          </a:prstGeom>
          <a:solidFill>
            <a:srgbClr val="0070C0">
              <a:alpha val="67842"/>
            </a:srgbClr>
          </a:solidFill>
          <a:ln w="12700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6859" name="Rectangle 11">
            <a:extLst>
              <a:ext uri="{FF2B5EF4-FFF2-40B4-BE49-F238E27FC236}">
                <a16:creationId xmlns:a16="http://schemas.microsoft.com/office/drawing/2014/main" id="{4C639949-BEBE-426D-BCD4-EE44DFFAF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0" y="2774950"/>
            <a:ext cx="317500" cy="585788"/>
          </a:xfrm>
          <a:prstGeom prst="rect">
            <a:avLst/>
          </a:prstGeom>
          <a:solidFill>
            <a:srgbClr val="0070C0">
              <a:alpha val="67842"/>
            </a:srgbClr>
          </a:solidFill>
          <a:ln w="12700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6860" name="TextBox 2">
            <a:extLst>
              <a:ext uri="{FF2B5EF4-FFF2-40B4-BE49-F238E27FC236}">
                <a16:creationId xmlns:a16="http://schemas.microsoft.com/office/drawing/2014/main" id="{A9CF1EF8-AB61-4FBB-A952-2DCA467F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0950" y="2565400"/>
            <a:ext cx="2159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4</a:t>
            </a:r>
          </a:p>
        </p:txBody>
      </p:sp>
      <p:sp>
        <p:nvSpPr>
          <p:cNvPr id="206861" name="TextBox 13">
            <a:extLst>
              <a:ext uri="{FF2B5EF4-FFF2-40B4-BE49-F238E27FC236}">
                <a16:creationId xmlns:a16="http://schemas.microsoft.com/office/drawing/2014/main" id="{CF49D70C-BB20-4470-9113-C9E75D8BE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1988" y="5327650"/>
            <a:ext cx="431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103</a:t>
            </a:r>
          </a:p>
        </p:txBody>
      </p:sp>
      <p:sp>
        <p:nvSpPr>
          <p:cNvPr id="206862" name="TextBox 14">
            <a:extLst>
              <a:ext uri="{FF2B5EF4-FFF2-40B4-BE49-F238E27FC236}">
                <a16:creationId xmlns:a16="http://schemas.microsoft.com/office/drawing/2014/main" id="{FF96F4A0-38DE-4049-9716-E8F091186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0" y="2565400"/>
            <a:ext cx="3857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17</a:t>
            </a:r>
          </a:p>
        </p:txBody>
      </p:sp>
      <p:sp>
        <p:nvSpPr>
          <p:cNvPr id="206863" name="TextBox 15">
            <a:extLst>
              <a:ext uri="{FF2B5EF4-FFF2-40B4-BE49-F238E27FC236}">
                <a16:creationId xmlns:a16="http://schemas.microsoft.com/office/drawing/2014/main" id="{6ACF7E0C-FD14-4CA3-B5A4-3CDA5F09F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0838" y="5327650"/>
            <a:ext cx="431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102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51E7438A-96E2-4ACF-A79F-B28669415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3682" y="4769753"/>
            <a:ext cx="317500" cy="585788"/>
          </a:xfrm>
          <a:prstGeom prst="rect">
            <a:avLst/>
          </a:prstGeom>
          <a:solidFill>
            <a:srgbClr val="009900">
              <a:alpha val="67842"/>
            </a:srgbClr>
          </a:solidFill>
          <a:ln w="12700" algn="ctr">
            <a:solidFill>
              <a:srgbClr val="0099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41992AF6-2B08-4054-BF6A-5086C7E2B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1484" y="5327647"/>
            <a:ext cx="431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101</a:t>
            </a:r>
          </a:p>
        </p:txBody>
      </p:sp>
      <p:cxnSp>
        <p:nvCxnSpPr>
          <p:cNvPr id="18" name="Straight Arrow Connector 11">
            <a:extLst>
              <a:ext uri="{FF2B5EF4-FFF2-40B4-BE49-F238E27FC236}">
                <a16:creationId xmlns:a16="http://schemas.microsoft.com/office/drawing/2014/main" id="{7FE5FA44-155C-4789-9C49-956EDB0D34BA}"/>
              </a:ext>
            </a:extLst>
          </p:cNvPr>
          <p:cNvCxnSpPr>
            <a:cxnSpLocks noChangeShapeType="1"/>
            <a:stCxn id="206857" idx="0"/>
          </p:cNvCxnSpPr>
          <p:nvPr/>
        </p:nvCxnSpPr>
        <p:spPr bwMode="auto">
          <a:xfrm flipH="1" flipV="1">
            <a:off x="3906838" y="3360738"/>
            <a:ext cx="771525" cy="141128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Arrow Connector 11">
            <a:extLst>
              <a:ext uri="{FF2B5EF4-FFF2-40B4-BE49-F238E27FC236}">
                <a16:creationId xmlns:a16="http://schemas.microsoft.com/office/drawing/2014/main" id="{296AEC76-85F0-426A-BD00-C686B5F6737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360985" y="3360739"/>
            <a:ext cx="523753" cy="1395899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Footer Placeholder 3">
            <a:extLst>
              <a:ext uri="{FF2B5EF4-FFF2-40B4-BE49-F238E27FC236}">
                <a16:creationId xmlns:a16="http://schemas.microsoft.com/office/drawing/2014/main" id="{524D63B8-A47E-4A1E-B6AB-4F5541928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E3D71AC-C6FE-4CC0-85E1-BA5C43F83D6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135</a:t>
            </a:fld>
            <a:endParaRPr lang="en-AU" altLang="en-US" sz="1400"/>
          </a:p>
        </p:txBody>
      </p:sp>
      <p:pic>
        <p:nvPicPr>
          <p:cNvPr id="208899" name="Picture 9" descr="f05-19-P374493">
            <a:extLst>
              <a:ext uri="{FF2B5EF4-FFF2-40B4-BE49-F238E27FC236}">
                <a16:creationId xmlns:a16="http://schemas.microsoft.com/office/drawing/2014/main" id="{C153B25E-401F-46D3-A0E7-9EE66889A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1773238"/>
            <a:ext cx="5702300" cy="388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8900" name="Rectangle 8">
            <a:extLst>
              <a:ext uri="{FF2B5EF4-FFF2-40B4-BE49-F238E27FC236}">
                <a16:creationId xmlns:a16="http://schemas.microsoft.com/office/drawing/2014/main" id="{FD5283E8-6245-4416-AA57-62C8A03BD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Page Tables</a:t>
            </a:r>
            <a:endParaRPr lang="en-AU" altLang="en-US"/>
          </a:p>
        </p:txBody>
      </p:sp>
      <p:sp>
        <p:nvSpPr>
          <p:cNvPr id="208901" name="AutoShape 5">
            <a:extLst>
              <a:ext uri="{FF2B5EF4-FFF2-40B4-BE49-F238E27FC236}">
                <a16:creationId xmlns:a16="http://schemas.microsoft.com/office/drawing/2014/main" id="{60C37BA7-9ACD-43E9-AE98-DF2F61FA2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097088"/>
            <a:ext cx="1647825" cy="83026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Page Table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(part of OS,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also in RAM)</a:t>
            </a:r>
          </a:p>
        </p:txBody>
      </p:sp>
      <p:sp>
        <p:nvSpPr>
          <p:cNvPr id="208902" name="TextBox 1">
            <a:extLst>
              <a:ext uri="{FF2B5EF4-FFF2-40B4-BE49-F238E27FC236}">
                <a16:creationId xmlns:a16="http://schemas.microsoft.com/office/drawing/2014/main" id="{CF254AFA-8A80-401C-9466-EF9926349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8288" y="1671638"/>
            <a:ext cx="863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(RAM)</a:t>
            </a: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E95C50C4-38A9-4EA6-8472-EC38448A6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6688" y="3994150"/>
            <a:ext cx="385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17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1ED95878-D4B1-4779-BC52-C3942AAAA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9707" y="4224337"/>
            <a:ext cx="53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102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C369BE75-CC17-4894-A835-0E42502F8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88" y="2060575"/>
            <a:ext cx="385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4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4B77E04C-B377-4466-97D4-7A9970FF8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4473575"/>
            <a:ext cx="53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103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268777B6-BE2A-4EF9-954C-8554923B8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798" y="4231323"/>
            <a:ext cx="385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17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2875F439-96EE-4B04-B3F2-06FE37B18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773" y="4482148"/>
            <a:ext cx="385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4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DA1D103-D858-4525-B8D1-825D38B98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9703" y="3984848"/>
            <a:ext cx="53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101</a:t>
            </a: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116F8CAD-9283-4745-BCFE-5938629FD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263" y="4012684"/>
            <a:ext cx="1599337" cy="264899"/>
          </a:xfrm>
          <a:prstGeom prst="rect">
            <a:avLst/>
          </a:prstGeom>
          <a:solidFill>
            <a:srgbClr val="0070C0">
              <a:alpha val="67842"/>
            </a:srgbClr>
          </a:solidFill>
          <a:ln w="12700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DBF4E652-9B70-4A16-B4A4-4451C5312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7863" y="2071133"/>
            <a:ext cx="1599337" cy="264899"/>
          </a:xfrm>
          <a:prstGeom prst="rect">
            <a:avLst/>
          </a:prstGeom>
          <a:solidFill>
            <a:srgbClr val="FF0000">
              <a:alpha val="67842"/>
            </a:srgbClr>
          </a:solidFill>
          <a:ln w="127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Footer Placeholder 3">
            <a:extLst>
              <a:ext uri="{FF2B5EF4-FFF2-40B4-BE49-F238E27FC236}">
                <a16:creationId xmlns:a16="http://schemas.microsoft.com/office/drawing/2014/main" id="{A2BBDF72-61F6-448E-A4F3-CA81A8D160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EBFA2519-CA40-41FE-887E-FED4CA1380D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136</a:t>
            </a:fld>
            <a:endParaRPr lang="en-AU" altLang="en-US" sz="1400"/>
          </a:p>
        </p:txBody>
      </p:sp>
      <p:sp>
        <p:nvSpPr>
          <p:cNvPr id="210947" name="Rectangle 8">
            <a:extLst>
              <a:ext uri="{FF2B5EF4-FFF2-40B4-BE49-F238E27FC236}">
                <a16:creationId xmlns:a16="http://schemas.microsoft.com/office/drawing/2014/main" id="{F628BF1D-2FAE-4D74-BD0A-3D81F76223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Page Tables</a:t>
            </a:r>
            <a:endParaRPr lang="en-AU" altLang="en-US"/>
          </a:p>
        </p:txBody>
      </p:sp>
      <p:sp>
        <p:nvSpPr>
          <p:cNvPr id="210948" name="Rectangle 9">
            <a:extLst>
              <a:ext uri="{FF2B5EF4-FFF2-40B4-BE49-F238E27FC236}">
                <a16:creationId xmlns:a16="http://schemas.microsoft.com/office/drawing/2014/main" id="{F5A26287-12F9-4346-B121-3D1D87154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If page is present in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PTE (Page Table Entry) stores the physical page number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Plus other status bits (referenced, dirty, …)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If page is not present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PTE can refer to location in swap space on disk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Footer Placeholder 2">
            <a:extLst>
              <a:ext uri="{FF2B5EF4-FFF2-40B4-BE49-F238E27FC236}">
                <a16:creationId xmlns:a16="http://schemas.microsoft.com/office/drawing/2014/main" id="{2FE9DD66-7CEA-4457-9145-21D8C2F5DF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8EE8E03-4B48-43E0-BBA3-639F225C3A4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137</a:t>
            </a:fld>
            <a:endParaRPr lang="en-AU" altLang="en-US" sz="1400"/>
          </a:p>
        </p:txBody>
      </p:sp>
      <p:sp>
        <p:nvSpPr>
          <p:cNvPr id="212995" name="Rectangle 2">
            <a:extLst>
              <a:ext uri="{FF2B5EF4-FFF2-40B4-BE49-F238E27FC236}">
                <a16:creationId xmlns:a16="http://schemas.microsoft.com/office/drawing/2014/main" id="{45C66019-6839-478C-A3C4-76ACDBA31F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Translation Using a Page Table</a:t>
            </a:r>
            <a:endParaRPr lang="en-AU" altLang="en-US" sz="4000"/>
          </a:p>
        </p:txBody>
      </p:sp>
      <p:pic>
        <p:nvPicPr>
          <p:cNvPr id="212996" name="Picture 4" descr="f05-21-P374493">
            <a:extLst>
              <a:ext uri="{FF2B5EF4-FFF2-40B4-BE49-F238E27FC236}">
                <a16:creationId xmlns:a16="http://schemas.microsoft.com/office/drawing/2014/main" id="{7F2ABC38-E1A0-4391-9B0A-351B4CAD5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963" y="1412875"/>
            <a:ext cx="5513387" cy="475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2997" name="Right Brace 1">
            <a:extLst>
              <a:ext uri="{FF2B5EF4-FFF2-40B4-BE49-F238E27FC236}">
                <a16:creationId xmlns:a16="http://schemas.microsoft.com/office/drawing/2014/main" id="{CEECD4F7-FD56-4A29-BD93-4BF44262AFDB}"/>
              </a:ext>
            </a:extLst>
          </p:cNvPr>
          <p:cNvSpPr>
            <a:spLocks/>
          </p:cNvSpPr>
          <p:nvPr/>
        </p:nvSpPr>
        <p:spPr bwMode="auto">
          <a:xfrm flipH="1">
            <a:off x="2338388" y="2919413"/>
            <a:ext cx="146050" cy="1804987"/>
          </a:xfrm>
          <a:prstGeom prst="rightBrace">
            <a:avLst>
              <a:gd name="adj1" fmla="val 8296"/>
              <a:gd name="adj2" fmla="val 49741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2998" name="TextBox 2">
            <a:extLst>
              <a:ext uri="{FF2B5EF4-FFF2-40B4-BE49-F238E27FC236}">
                <a16:creationId xmlns:a16="http://schemas.microsoft.com/office/drawing/2014/main" id="{2EA56650-33DB-4222-96F7-DB0FC2CF9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588" y="3641725"/>
            <a:ext cx="3683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2</a:t>
            </a:r>
            <a:r>
              <a:rPr lang="en-US" altLang="en-US" sz="1100" baseline="30000"/>
              <a:t>20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Footer Placeholder 2">
            <a:extLst>
              <a:ext uri="{FF2B5EF4-FFF2-40B4-BE49-F238E27FC236}">
                <a16:creationId xmlns:a16="http://schemas.microsoft.com/office/drawing/2014/main" id="{7B14C53E-1281-43A0-A2C3-03EB01FAEB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A1C9499-3C2B-4478-A9B8-394750C6717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138</a:t>
            </a:fld>
            <a:endParaRPr lang="en-AU" altLang="en-US" sz="1400"/>
          </a:p>
        </p:txBody>
      </p:sp>
      <p:sp>
        <p:nvSpPr>
          <p:cNvPr id="215043" name="Rectangle 2">
            <a:extLst>
              <a:ext uri="{FF2B5EF4-FFF2-40B4-BE49-F238E27FC236}">
                <a16:creationId xmlns:a16="http://schemas.microsoft.com/office/drawing/2014/main" id="{7550671E-E60C-452F-A1C8-C7462CBDA4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Mapping Pages to Storage</a:t>
            </a:r>
            <a:endParaRPr lang="en-AU" altLang="en-US"/>
          </a:p>
        </p:txBody>
      </p:sp>
      <p:pic>
        <p:nvPicPr>
          <p:cNvPr id="215044" name="Picture 4" descr="f05-22-P374493">
            <a:extLst>
              <a:ext uri="{FF2B5EF4-FFF2-40B4-BE49-F238E27FC236}">
                <a16:creationId xmlns:a16="http://schemas.microsoft.com/office/drawing/2014/main" id="{C32C6A86-31B1-48CB-BEA5-73369250F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233488"/>
            <a:ext cx="6448425" cy="494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45" name="TextBox 4">
            <a:extLst>
              <a:ext uri="{FF2B5EF4-FFF2-40B4-BE49-F238E27FC236}">
                <a16:creationId xmlns:a16="http://schemas.microsoft.com/office/drawing/2014/main" id="{CB3C9983-9533-42CE-8A73-B4B95E5AB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838" y="4482523"/>
            <a:ext cx="431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103</a:t>
            </a:r>
          </a:p>
        </p:txBody>
      </p:sp>
      <p:sp>
        <p:nvSpPr>
          <p:cNvPr id="215046" name="TextBox 5">
            <a:extLst>
              <a:ext uri="{FF2B5EF4-FFF2-40B4-BE49-F238E27FC236}">
                <a16:creationId xmlns:a16="http://schemas.microsoft.com/office/drawing/2014/main" id="{70CD6770-FDDC-4ADB-9E26-95308AAF4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5" y="4486275"/>
            <a:ext cx="20955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4</a:t>
            </a:r>
          </a:p>
        </p:txBody>
      </p:sp>
      <p:sp>
        <p:nvSpPr>
          <p:cNvPr id="215047" name="TextBox 6">
            <a:extLst>
              <a:ext uri="{FF2B5EF4-FFF2-40B4-BE49-F238E27FC236}">
                <a16:creationId xmlns:a16="http://schemas.microsoft.com/office/drawing/2014/main" id="{A639D46A-49AA-4855-A8C0-BE1A9BDDD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7425" y="4269798"/>
            <a:ext cx="4333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102</a:t>
            </a:r>
          </a:p>
        </p:txBody>
      </p:sp>
      <p:sp>
        <p:nvSpPr>
          <p:cNvPr id="215048" name="TextBox 7">
            <a:extLst>
              <a:ext uri="{FF2B5EF4-FFF2-40B4-BE49-F238E27FC236}">
                <a16:creationId xmlns:a16="http://schemas.microsoft.com/office/drawing/2014/main" id="{B7C99463-B586-4498-9F32-832EE5614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2798" y="4279900"/>
            <a:ext cx="4064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E3181176-61D1-4E59-B40E-4F0F273A1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817" y="4061050"/>
            <a:ext cx="53022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101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Footer Placeholder 3">
            <a:extLst>
              <a:ext uri="{FF2B5EF4-FFF2-40B4-BE49-F238E27FC236}">
                <a16:creationId xmlns:a16="http://schemas.microsoft.com/office/drawing/2014/main" id="{A8799FF3-F30C-41DD-9B32-93E0CEECB6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55B9CB8-CBC7-4E4B-A3D0-79F864ADA05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139</a:t>
            </a:fld>
            <a:endParaRPr lang="en-AU" altLang="en-US" sz="1400"/>
          </a:p>
        </p:txBody>
      </p:sp>
      <p:sp>
        <p:nvSpPr>
          <p:cNvPr id="217091" name="Rectangle 4">
            <a:extLst>
              <a:ext uri="{FF2B5EF4-FFF2-40B4-BE49-F238E27FC236}">
                <a16:creationId xmlns:a16="http://schemas.microsoft.com/office/drawing/2014/main" id="{DABEB1B0-5347-43C5-9B58-ED4CDEA9B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Replacement and Writes</a:t>
            </a:r>
            <a:endParaRPr lang="en-AU" altLang="en-US"/>
          </a:p>
        </p:txBody>
      </p:sp>
      <p:sp>
        <p:nvSpPr>
          <p:cNvPr id="217092" name="Rectangle 5">
            <a:extLst>
              <a:ext uri="{FF2B5EF4-FFF2-40B4-BE49-F238E27FC236}">
                <a16:creationId xmlns:a16="http://schemas.microsoft.com/office/drawing/2014/main" id="{707C75C7-9564-4439-B44D-93FD0FFDA5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5163" y="1557338"/>
            <a:ext cx="8270875" cy="43195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To reduce page fault rate, prefer least-recently used (LRU) replacement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Reference bit (aka use bit) in PTE set to 1 on access to page (meaning it was just used)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Periodically cleared to 0 by OS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Meaning this page has not been used for a while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So all “0” pages are candidates for replacement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It is an approximation of LRU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Footer Placeholder 3">
            <a:extLst>
              <a:ext uri="{FF2B5EF4-FFF2-40B4-BE49-F238E27FC236}">
                <a16:creationId xmlns:a16="http://schemas.microsoft.com/office/drawing/2014/main" id="{3C262E42-4581-4848-BFC5-733B1664A5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7FEFA02-9592-42E9-8848-DD853F33409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140</a:t>
            </a:fld>
            <a:endParaRPr lang="en-AU" altLang="en-US" sz="1400"/>
          </a:p>
        </p:txBody>
      </p:sp>
      <p:sp>
        <p:nvSpPr>
          <p:cNvPr id="219139" name="Rectangle 4">
            <a:extLst>
              <a:ext uri="{FF2B5EF4-FFF2-40B4-BE49-F238E27FC236}">
                <a16:creationId xmlns:a16="http://schemas.microsoft.com/office/drawing/2014/main" id="{0E7CA61B-4A2C-48A7-8085-1136FAF5B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Replacement and Writes</a:t>
            </a:r>
            <a:endParaRPr lang="en-AU" altLang="en-US"/>
          </a:p>
        </p:txBody>
      </p:sp>
      <p:sp>
        <p:nvSpPr>
          <p:cNvPr id="219140" name="Rectangle 5">
            <a:extLst>
              <a:ext uri="{FF2B5EF4-FFF2-40B4-BE49-F238E27FC236}">
                <a16:creationId xmlns:a16="http://schemas.microsoft.com/office/drawing/2014/main" id="{FCA193BB-5F84-4075-B1CC-140FD3988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8798" y="1438070"/>
            <a:ext cx="8136259" cy="35274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Disk writes take millions of cycles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Write one block (one page) at a time, not individual locations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Write through (i.e. immediate write to disk) is impractical; not an option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Use write-back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That is, write to disk when page is being replaced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“Dirty bit” in PTE is set every time the page is written</a:t>
            </a:r>
            <a:endParaRPr lang="en-AU" altLang="en-US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Footer Placeholder 3">
            <a:extLst>
              <a:ext uri="{FF2B5EF4-FFF2-40B4-BE49-F238E27FC236}">
                <a16:creationId xmlns:a16="http://schemas.microsoft.com/office/drawing/2014/main" id="{33F08899-94E3-4B76-AA11-411F0A14A7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17BEFC3-3841-44DF-B365-5DF1767D300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141</a:t>
            </a:fld>
            <a:endParaRPr lang="en-AU" altLang="en-US" sz="1400"/>
          </a:p>
        </p:txBody>
      </p:sp>
      <p:sp>
        <p:nvSpPr>
          <p:cNvPr id="221187" name="Rectangle 4">
            <a:extLst>
              <a:ext uri="{FF2B5EF4-FFF2-40B4-BE49-F238E27FC236}">
                <a16:creationId xmlns:a16="http://schemas.microsoft.com/office/drawing/2014/main" id="{AEC4D503-209A-414D-850A-B2102E8F3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Fast Translation Using a TLB</a:t>
            </a:r>
            <a:endParaRPr lang="en-AU" altLang="en-US"/>
          </a:p>
        </p:txBody>
      </p:sp>
      <p:sp>
        <p:nvSpPr>
          <p:cNvPr id="221188" name="Rectangle 5">
            <a:extLst>
              <a:ext uri="{FF2B5EF4-FFF2-40B4-BE49-F238E27FC236}">
                <a16:creationId xmlns:a16="http://schemas.microsoft.com/office/drawing/2014/main" id="{CEEA640D-3087-4467-A2F2-17EFC84B37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064500" cy="511175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The Page Tables itself resides in main memory</a:t>
            </a:r>
          </a:p>
          <a:p>
            <a:pPr eaLnBrk="1" hangingPunct="1"/>
            <a:r>
              <a:rPr lang="en-US" altLang="en-US" sz="2800" dirty="0"/>
              <a:t>Address translation would require extra memory references</a:t>
            </a:r>
          </a:p>
          <a:p>
            <a:pPr lvl="1" eaLnBrk="1" hangingPunct="1"/>
            <a:r>
              <a:rPr lang="en-US" altLang="en-US" sz="2400" dirty="0"/>
              <a:t>First reference to access the Page Table Entry (PTE)</a:t>
            </a:r>
          </a:p>
          <a:p>
            <a:pPr lvl="1" eaLnBrk="1" hangingPunct="1"/>
            <a:r>
              <a:rPr lang="en-US" altLang="en-US" sz="2400" dirty="0"/>
              <a:t>Second reference is the actual memory access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Footer Placeholder 3">
            <a:extLst>
              <a:ext uri="{FF2B5EF4-FFF2-40B4-BE49-F238E27FC236}">
                <a16:creationId xmlns:a16="http://schemas.microsoft.com/office/drawing/2014/main" id="{208C1D76-9BBA-42FA-BDCD-08C33388AF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F67587D-3E27-4E50-B34C-A2A082FE084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142</a:t>
            </a:fld>
            <a:endParaRPr lang="en-AU" altLang="en-US" sz="1400"/>
          </a:p>
        </p:txBody>
      </p:sp>
      <p:sp>
        <p:nvSpPr>
          <p:cNvPr id="223235" name="Rectangle 4">
            <a:extLst>
              <a:ext uri="{FF2B5EF4-FFF2-40B4-BE49-F238E27FC236}">
                <a16:creationId xmlns:a16="http://schemas.microsoft.com/office/drawing/2014/main" id="{CB6B5D56-1758-4012-9259-D9F0B9183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Fast Translation Using a TLB</a:t>
            </a:r>
            <a:endParaRPr lang="en-AU" altLang="en-US"/>
          </a:p>
        </p:txBody>
      </p:sp>
      <p:sp>
        <p:nvSpPr>
          <p:cNvPr id="99332" name="Rectangle 5">
            <a:extLst>
              <a:ext uri="{FF2B5EF4-FFF2-40B4-BE49-F238E27FC236}">
                <a16:creationId xmlns:a16="http://schemas.microsoft.com/office/drawing/2014/main" id="{85EC0002-3486-4327-97E7-73C9C68FA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775575" cy="51117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However, access to page tables has good locality, which can be taken advantage of</a:t>
            </a:r>
          </a:p>
          <a:p>
            <a:pPr lvl="1" eaLnBrk="1" hangingPunct="1">
              <a:defRPr/>
            </a:pPr>
            <a:r>
              <a:rPr lang="en-US" altLang="en-US" sz="2400" dirty="0"/>
              <a:t>So use a fast cache of PTEs within the CPU</a:t>
            </a:r>
          </a:p>
          <a:p>
            <a:pPr lvl="1" eaLnBrk="1" hangingPunct="1">
              <a:defRPr/>
            </a:pPr>
            <a:r>
              <a:rPr lang="en-US" altLang="en-US" sz="2400" dirty="0"/>
              <a:t>Called </a:t>
            </a:r>
            <a:r>
              <a:rPr lang="en-US" altLang="en-US" sz="2400" b="1" i="1" dirty="0"/>
              <a:t>Translation Look-aside Buffer </a:t>
            </a:r>
            <a:r>
              <a:rPr lang="en-US" altLang="en-US" sz="2400" dirty="0"/>
              <a:t>(TLB)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endParaRPr lang="en-US" altLang="en-US" sz="2400" dirty="0"/>
          </a:p>
          <a:p>
            <a:pPr lvl="1" eaLnBrk="1" hangingPunct="1">
              <a:defRPr/>
            </a:pPr>
            <a:r>
              <a:rPr lang="en-US" altLang="en-US" sz="2400" dirty="0"/>
              <a:t>Typical TLB: 16–512 PTEs, 0.5–1 cycle for hit,       10–100 cycles for miss, </a:t>
            </a:r>
            <a:r>
              <a:rPr lang="en-US" altLang="en-US" sz="2400" dirty="0">
                <a:solidFill>
                  <a:srgbClr val="C00000"/>
                </a:solidFill>
              </a:rPr>
              <a:t>0.01%–1% miss rate</a:t>
            </a:r>
          </a:p>
          <a:p>
            <a:pPr lvl="1" eaLnBrk="1" hangingPunct="1">
              <a:defRPr/>
            </a:pPr>
            <a:r>
              <a:rPr lang="en-US" altLang="en-US" sz="2400" dirty="0"/>
              <a:t>Misses could be handled by hardware or software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Footer Placeholder 2">
            <a:extLst>
              <a:ext uri="{FF2B5EF4-FFF2-40B4-BE49-F238E27FC236}">
                <a16:creationId xmlns:a16="http://schemas.microsoft.com/office/drawing/2014/main" id="{AA8EAB74-C7C5-4F81-A0FE-BADBAA1036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5F1AE0D-9B40-4563-BD44-4940FE27A5F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143</a:t>
            </a:fld>
            <a:endParaRPr lang="en-AU" altLang="en-US" sz="1400"/>
          </a:p>
        </p:txBody>
      </p:sp>
      <p:sp>
        <p:nvSpPr>
          <p:cNvPr id="225283" name="Rectangle 2">
            <a:extLst>
              <a:ext uri="{FF2B5EF4-FFF2-40B4-BE49-F238E27FC236}">
                <a16:creationId xmlns:a16="http://schemas.microsoft.com/office/drawing/2014/main" id="{47771C29-ADD6-4141-9E5E-CB21A1C370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Mapping Pages to Storage</a:t>
            </a:r>
            <a:endParaRPr lang="en-AU" altLang="en-US"/>
          </a:p>
        </p:txBody>
      </p:sp>
      <p:pic>
        <p:nvPicPr>
          <p:cNvPr id="225284" name="Picture 4" descr="f05-22-P374493">
            <a:extLst>
              <a:ext uri="{FF2B5EF4-FFF2-40B4-BE49-F238E27FC236}">
                <a16:creationId xmlns:a16="http://schemas.microsoft.com/office/drawing/2014/main" id="{E279F09D-BCB2-4B47-836F-F11F32A7C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233488"/>
            <a:ext cx="6448425" cy="494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Footer Placeholder 2">
            <a:extLst>
              <a:ext uri="{FF2B5EF4-FFF2-40B4-BE49-F238E27FC236}">
                <a16:creationId xmlns:a16="http://schemas.microsoft.com/office/drawing/2014/main" id="{0B0C35DF-534B-4281-9EFD-FE01074068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41CE28C-03D0-4DE4-8AA6-DA044C3FCD1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144</a:t>
            </a:fld>
            <a:endParaRPr lang="en-AU" altLang="en-US" sz="1400"/>
          </a:p>
        </p:txBody>
      </p:sp>
      <p:pic>
        <p:nvPicPr>
          <p:cNvPr id="227331" name="Picture 5" descr="f05-23-P374493">
            <a:extLst>
              <a:ext uri="{FF2B5EF4-FFF2-40B4-BE49-F238E27FC236}">
                <a16:creationId xmlns:a16="http://schemas.microsoft.com/office/drawing/2014/main" id="{A015C1A0-2DEB-4B2B-AC83-6AF5BFD9A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1125538"/>
            <a:ext cx="7127875" cy="502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7332" name="Rectangle 2">
            <a:extLst>
              <a:ext uri="{FF2B5EF4-FFF2-40B4-BE49-F238E27FC236}">
                <a16:creationId xmlns:a16="http://schemas.microsoft.com/office/drawing/2014/main" id="{1552F768-6C3C-4782-8973-60F246B5A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Fast Translation Using a TLB</a:t>
            </a:r>
            <a:endParaRPr lang="en-AU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C5B9BD-D4A2-4882-8F03-2CFC9A520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125538"/>
            <a:ext cx="4824413" cy="2016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5E5E57-7BFE-47BA-A028-033D45A3E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246313"/>
            <a:ext cx="1152178" cy="2016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66B452-5EAB-41F6-AE34-766B7642A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775" y="1125538"/>
            <a:ext cx="1295400" cy="172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DC1543-0ECD-41D0-BAD9-841B0747A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1588" y="1709738"/>
            <a:ext cx="444500" cy="711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Footer Placeholder 3">
            <a:extLst>
              <a:ext uri="{FF2B5EF4-FFF2-40B4-BE49-F238E27FC236}">
                <a16:creationId xmlns:a16="http://schemas.microsoft.com/office/drawing/2014/main" id="{9654BC48-8B8E-4AD8-A69F-9D6CC23A7B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1DD82BA-AD08-4EAA-85E2-1F175B8DFD4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145</a:t>
            </a:fld>
            <a:endParaRPr lang="en-AU" altLang="en-US" sz="1400"/>
          </a:p>
        </p:txBody>
      </p:sp>
      <p:sp>
        <p:nvSpPr>
          <p:cNvPr id="229379" name="Rectangle 4">
            <a:extLst>
              <a:ext uri="{FF2B5EF4-FFF2-40B4-BE49-F238E27FC236}">
                <a16:creationId xmlns:a16="http://schemas.microsoft.com/office/drawing/2014/main" id="{67604447-9FAD-4CC0-9522-67CFFF2BF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TLB Misses – Page not in TLB</a:t>
            </a:r>
            <a:endParaRPr lang="en-AU" altLang="en-US"/>
          </a:p>
        </p:txBody>
      </p:sp>
      <p:sp>
        <p:nvSpPr>
          <p:cNvPr id="229380" name="Rectangle 5">
            <a:extLst>
              <a:ext uri="{FF2B5EF4-FFF2-40B4-BE49-F238E27FC236}">
                <a16:creationId xmlns:a16="http://schemas.microsoft.com/office/drawing/2014/main" id="{49898671-1067-404D-902D-5718A8A0A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92213"/>
            <a:ext cx="8270875" cy="5435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Case 1: If page is in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Load the PTE from memory to TLB and retry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Could be handled in hardware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Can get complex for more complicated page table structures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Or in software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Raise a special exception, with optimized handler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Footer Placeholder 3">
            <a:extLst>
              <a:ext uri="{FF2B5EF4-FFF2-40B4-BE49-F238E27FC236}">
                <a16:creationId xmlns:a16="http://schemas.microsoft.com/office/drawing/2014/main" id="{F52DB4EC-F233-47C4-8A49-C8E2522970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1E847A4-2806-4679-A39F-64C4FC012A4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146</a:t>
            </a:fld>
            <a:endParaRPr lang="en-AU" altLang="en-US" sz="1400"/>
          </a:p>
        </p:txBody>
      </p:sp>
      <p:sp>
        <p:nvSpPr>
          <p:cNvPr id="231427" name="Rectangle 4">
            <a:extLst>
              <a:ext uri="{FF2B5EF4-FFF2-40B4-BE49-F238E27FC236}">
                <a16:creationId xmlns:a16="http://schemas.microsoft.com/office/drawing/2014/main" id="{6FFAD38D-2AFF-4F80-BB21-3A27615980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TLB Misses – Page not in TLB</a:t>
            </a:r>
            <a:endParaRPr lang="en-AU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18C6D1-8698-4E62-BA15-B5EE8E04E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92213"/>
            <a:ext cx="7920037" cy="543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en-US" altLang="en-US" kern="0" dirty="0"/>
              <a:t>Case 2: </a:t>
            </a:r>
            <a:r>
              <a:rPr lang="en-US" altLang="en-US" dirty="0"/>
              <a:t>If page is not in memory             - page fault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OS handles fetching the page and updating the page table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Then restart the faulting instruction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Footer Placeholder 3">
            <a:extLst>
              <a:ext uri="{FF2B5EF4-FFF2-40B4-BE49-F238E27FC236}">
                <a16:creationId xmlns:a16="http://schemas.microsoft.com/office/drawing/2014/main" id="{CC925DB8-A2FC-4D45-AC6F-18E0A80CF2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E31AB821-5847-4A44-B372-A518D21404A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147</a:t>
            </a:fld>
            <a:endParaRPr lang="en-AU" altLang="en-US" sz="1400"/>
          </a:p>
        </p:txBody>
      </p:sp>
      <p:sp>
        <p:nvSpPr>
          <p:cNvPr id="233475" name="Rectangle 2">
            <a:extLst>
              <a:ext uri="{FF2B5EF4-FFF2-40B4-BE49-F238E27FC236}">
                <a16:creationId xmlns:a16="http://schemas.microsoft.com/office/drawing/2014/main" id="{CE39DB2A-A873-41E7-8424-550EDAD3C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TLB Miss Handler</a:t>
            </a:r>
          </a:p>
        </p:txBody>
      </p:sp>
      <p:sp>
        <p:nvSpPr>
          <p:cNvPr id="233476" name="Rectangle 3">
            <a:extLst>
              <a:ext uri="{FF2B5EF4-FFF2-40B4-BE49-F238E27FC236}">
                <a16:creationId xmlns:a16="http://schemas.microsoft.com/office/drawing/2014/main" id="{7A1255D1-082A-4F60-A6D8-FE9CD1D63F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135063"/>
            <a:ext cx="8343900" cy="5111750"/>
          </a:xfrm>
        </p:spPr>
        <p:txBody>
          <a:bodyPr/>
          <a:lstStyle/>
          <a:p>
            <a:pPr eaLnBrk="1" hangingPunct="1"/>
            <a:r>
              <a:rPr lang="en-AU" altLang="en-US" dirty="0"/>
              <a:t>TLB miss indicates whether</a:t>
            </a:r>
          </a:p>
          <a:p>
            <a:pPr lvl="1" eaLnBrk="1" hangingPunct="1"/>
            <a:r>
              <a:rPr lang="en-AU" altLang="en-US" dirty="0"/>
              <a:t>Page present (i.e. in RAM), but PTE not in TLB</a:t>
            </a:r>
          </a:p>
          <a:p>
            <a:pPr lvl="1" eaLnBrk="1" hangingPunct="1"/>
            <a:r>
              <a:rPr lang="en-AU" altLang="en-US" dirty="0"/>
              <a:t>Or page not present (i.e. not in RAM)</a:t>
            </a:r>
          </a:p>
          <a:p>
            <a:pPr eaLnBrk="1" hangingPunct="1"/>
            <a:r>
              <a:rPr lang="en-AU" altLang="en-US" dirty="0"/>
              <a:t>Must recognize TLB miss before destination register overwritten</a:t>
            </a:r>
          </a:p>
          <a:p>
            <a:pPr lvl="1" eaLnBrk="1" hangingPunct="1"/>
            <a:r>
              <a:rPr lang="en-AU" altLang="en-US" dirty="0"/>
              <a:t>Raise exception ( ex. </a:t>
            </a:r>
            <a:r>
              <a:rPr lang="en-AU" altLang="en-US" dirty="0" err="1"/>
              <a:t>lw</a:t>
            </a:r>
            <a:r>
              <a:rPr lang="en-AU" altLang="en-US" dirty="0"/>
              <a:t> $2, </a:t>
            </a:r>
            <a:r>
              <a:rPr lang="en-AU" altLang="en-US" dirty="0">
                <a:solidFill>
                  <a:srgbClr val="FF0000"/>
                </a:solidFill>
              </a:rPr>
              <a:t>0($1)</a:t>
            </a:r>
            <a:r>
              <a:rPr lang="en-AU" altLang="en-US" dirty="0"/>
              <a:t> )</a:t>
            </a:r>
          </a:p>
          <a:p>
            <a:pPr eaLnBrk="1" hangingPunct="1"/>
            <a:r>
              <a:rPr lang="en-AU" altLang="en-US" dirty="0"/>
              <a:t>Handler copies PTE from memory to TLB</a:t>
            </a:r>
          </a:p>
          <a:p>
            <a:pPr lvl="1" eaLnBrk="1" hangingPunct="1"/>
            <a:r>
              <a:rPr lang="en-AU" altLang="en-US" dirty="0"/>
              <a:t>Then restarts instruction</a:t>
            </a:r>
          </a:p>
          <a:p>
            <a:pPr lvl="1" eaLnBrk="1" hangingPunct="1"/>
            <a:r>
              <a:rPr lang="en-AU" altLang="en-US" dirty="0"/>
              <a:t>If page not in memory, page fault will occur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A6220A-A41A-4FAC-8589-ECDB495CF4B1}"/>
              </a:ext>
            </a:extLst>
          </p:cNvPr>
          <p:cNvSpPr txBox="1"/>
          <p:nvPr/>
        </p:nvSpPr>
        <p:spPr>
          <a:xfrm>
            <a:off x="7247796" y="3087716"/>
            <a:ext cx="1142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TLB </a:t>
            </a:r>
            <a:r>
              <a:rPr lang="en-US" dirty="0">
                <a:solidFill>
                  <a:srgbClr val="FF0000"/>
                </a:solidFill>
              </a:rPr>
              <a:t>miss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7B10E9B-3EE1-4427-8A49-A3EE399731A8}"/>
              </a:ext>
            </a:extLst>
          </p:cNvPr>
          <p:cNvCxnSpPr>
            <a:cxnSpLocks/>
            <a:stCxn id="2" idx="1"/>
          </p:cNvCxnSpPr>
          <p:nvPr/>
        </p:nvCxnSpPr>
        <p:spPr bwMode="auto">
          <a:xfrm flipH="1">
            <a:off x="6455708" y="3272382"/>
            <a:ext cx="792088" cy="6167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Footer Placeholder 3">
            <a:extLst>
              <a:ext uri="{FF2B5EF4-FFF2-40B4-BE49-F238E27FC236}">
                <a16:creationId xmlns:a16="http://schemas.microsoft.com/office/drawing/2014/main" id="{4A84C671-3FE1-4FB6-B76C-26F6EDABDF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16CD966-7AC1-4529-8A22-2E5DD5B322E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148</a:t>
            </a:fld>
            <a:endParaRPr lang="en-AU" altLang="en-US" sz="1400"/>
          </a:p>
        </p:txBody>
      </p:sp>
      <p:sp>
        <p:nvSpPr>
          <p:cNvPr id="235523" name="Rectangle 2">
            <a:extLst>
              <a:ext uri="{FF2B5EF4-FFF2-40B4-BE49-F238E27FC236}">
                <a16:creationId xmlns:a16="http://schemas.microsoft.com/office/drawing/2014/main" id="{BCD9F46F-02AC-4D1A-BCA8-FAB5F42795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Page Fault Handler</a:t>
            </a:r>
          </a:p>
        </p:txBody>
      </p:sp>
      <p:sp>
        <p:nvSpPr>
          <p:cNvPr id="235524" name="Rectangle 3">
            <a:extLst>
              <a:ext uri="{FF2B5EF4-FFF2-40B4-BE49-F238E27FC236}">
                <a16:creationId xmlns:a16="http://schemas.microsoft.com/office/drawing/2014/main" id="{DF53A375-BC99-4EBC-923C-C057A3D487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 dirty="0"/>
              <a:t>Fault -- Virtual address to PTE, find “not present” in memory (RAM)</a:t>
            </a:r>
          </a:p>
          <a:p>
            <a:pPr eaLnBrk="1" hangingPunct="1"/>
            <a:r>
              <a:rPr lang="en-AU" altLang="en-US" dirty="0"/>
              <a:t>Locate page on disk</a:t>
            </a:r>
          </a:p>
          <a:p>
            <a:pPr eaLnBrk="1" hangingPunct="1"/>
            <a:r>
              <a:rPr lang="en-AU" altLang="en-US" dirty="0"/>
              <a:t>Choose memory page to replace</a:t>
            </a:r>
          </a:p>
          <a:p>
            <a:pPr lvl="1" eaLnBrk="1" hangingPunct="1"/>
            <a:r>
              <a:rPr lang="en-AU" altLang="en-US" dirty="0"/>
              <a:t>If the memory page is dirty, write to disk first</a:t>
            </a:r>
          </a:p>
          <a:p>
            <a:pPr eaLnBrk="1" hangingPunct="1"/>
            <a:r>
              <a:rPr lang="en-AU" altLang="en-US" dirty="0"/>
              <a:t>Read page into memory and update page table</a:t>
            </a:r>
          </a:p>
          <a:p>
            <a:pPr eaLnBrk="1" hangingPunct="1"/>
            <a:r>
              <a:rPr lang="en-AU" altLang="en-US" dirty="0"/>
              <a:t>Make process runnable again</a:t>
            </a:r>
          </a:p>
          <a:p>
            <a:pPr lvl="1" eaLnBrk="1" hangingPunct="1"/>
            <a:r>
              <a:rPr lang="en-AU" altLang="en-US" dirty="0"/>
              <a:t>Restart from faulting instruction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1">
            <a:extLst>
              <a:ext uri="{FF2B5EF4-FFF2-40B4-BE49-F238E27FC236}">
                <a16:creationId xmlns:a16="http://schemas.microsoft.com/office/drawing/2014/main" id="{C86EBEB6-04E0-4282-9657-B52DEF1D3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4024313"/>
            <a:ext cx="5089525" cy="1954212"/>
          </a:xfrm>
          <a:prstGeom prst="rect">
            <a:avLst/>
          </a:prstGeom>
          <a:solidFill>
            <a:srgbClr val="9FCAD3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7571" name="Footer Placeholder 4">
            <a:extLst>
              <a:ext uri="{FF2B5EF4-FFF2-40B4-BE49-F238E27FC236}">
                <a16:creationId xmlns:a16="http://schemas.microsoft.com/office/drawing/2014/main" id="{C9C1AFE7-BC17-43EC-859B-0B6CE47320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D92BE9D-D0D0-4753-93EB-F2D9FF368C4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149</a:t>
            </a:fld>
            <a:endParaRPr lang="en-AU" altLang="en-US" sz="1400"/>
          </a:p>
        </p:txBody>
      </p:sp>
      <p:sp>
        <p:nvSpPr>
          <p:cNvPr id="237572" name="Rectangle 2">
            <a:extLst>
              <a:ext uri="{FF2B5EF4-FFF2-40B4-BE49-F238E27FC236}">
                <a16:creationId xmlns:a16="http://schemas.microsoft.com/office/drawing/2014/main" id="{EC848745-3890-4E43-B466-95DE72221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TLB and Cache Interaction</a:t>
            </a:r>
            <a:endParaRPr lang="en-AU" altLang="en-US"/>
          </a:p>
        </p:txBody>
      </p:sp>
      <p:pic>
        <p:nvPicPr>
          <p:cNvPr id="237574" name="Picture 5" descr="f05-24-P374493">
            <a:extLst>
              <a:ext uri="{FF2B5EF4-FFF2-40B4-BE49-F238E27FC236}">
                <a16:creationId xmlns:a16="http://schemas.microsoft.com/office/drawing/2014/main" id="{6F4A03B8-2F98-4710-AB65-BE180EFB5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25" y="1268413"/>
            <a:ext cx="4956175" cy="508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D2CCFB-4456-4175-B3DB-5B02BCE1F6DB}"/>
              </a:ext>
            </a:extLst>
          </p:cNvPr>
          <p:cNvSpPr txBox="1"/>
          <p:nvPr/>
        </p:nvSpPr>
        <p:spPr>
          <a:xfrm>
            <a:off x="5708889" y="5363924"/>
            <a:ext cx="89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38693"/>
                </a:solidFill>
              </a:rPr>
              <a:t>Cache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AAE5C63-F1D9-42F5-8271-769360CA3CF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436096" y="1052736"/>
            <a:ext cx="3590925" cy="51117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If cache tag uses physical address</a:t>
            </a:r>
          </a:p>
          <a:p>
            <a:pPr lvl="1" eaLnBrk="1" hangingPunct="1"/>
            <a:r>
              <a:rPr lang="en-US" altLang="en-US" sz="2000" dirty="0"/>
              <a:t>Need to translate before cache lookup</a:t>
            </a:r>
          </a:p>
          <a:p>
            <a:pPr eaLnBrk="1" hangingPunct="1"/>
            <a:r>
              <a:rPr lang="en-US" altLang="en-US" sz="2400" dirty="0"/>
              <a:t>Alternative: use virtual address tag</a:t>
            </a:r>
          </a:p>
          <a:p>
            <a:pPr lvl="1" eaLnBrk="1" hangingPunct="1"/>
            <a:r>
              <a:rPr lang="en-US" altLang="en-US" sz="2000" dirty="0"/>
              <a:t>Complications due to aliasing</a:t>
            </a:r>
          </a:p>
          <a:p>
            <a:pPr lvl="2" eaLnBrk="1" hangingPunct="1"/>
            <a:r>
              <a:rPr lang="en-US" altLang="en-US" sz="1800" dirty="0"/>
              <a:t>Different virtual addresses for shared physical address</a:t>
            </a:r>
            <a:endParaRPr lang="en-AU" altLang="en-US" sz="18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Footer Placeholder 3">
            <a:extLst>
              <a:ext uri="{FF2B5EF4-FFF2-40B4-BE49-F238E27FC236}">
                <a16:creationId xmlns:a16="http://schemas.microsoft.com/office/drawing/2014/main" id="{6A0FAD78-7209-43C0-A0DB-82867E9284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B3C397A-0C39-4D87-99AA-FA071BC8271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150</a:t>
            </a:fld>
            <a:endParaRPr lang="en-AU" altLang="en-US" sz="1400"/>
          </a:p>
        </p:txBody>
      </p:sp>
      <p:sp>
        <p:nvSpPr>
          <p:cNvPr id="239619" name="Rectangle 4">
            <a:extLst>
              <a:ext uri="{FF2B5EF4-FFF2-40B4-BE49-F238E27FC236}">
                <a16:creationId xmlns:a16="http://schemas.microsoft.com/office/drawing/2014/main" id="{39CF7E03-8B0A-411D-A7CE-7F74951B6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Protection</a:t>
            </a:r>
            <a:endParaRPr lang="en-AU" altLang="en-US"/>
          </a:p>
        </p:txBody>
      </p:sp>
      <p:sp>
        <p:nvSpPr>
          <p:cNvPr id="239620" name="Rectangle 5">
            <a:extLst>
              <a:ext uri="{FF2B5EF4-FFF2-40B4-BE49-F238E27FC236}">
                <a16:creationId xmlns:a16="http://schemas.microsoft.com/office/drawing/2014/main" id="{AA5DE2B4-8759-4C08-9946-F83408DFC9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Different tasks can share parts of their virtual address spaces</a:t>
            </a:r>
          </a:p>
          <a:p>
            <a:pPr lvl="1" eaLnBrk="1" hangingPunct="1"/>
            <a:r>
              <a:rPr lang="en-US" altLang="en-US"/>
              <a:t>But need to protect against errant access</a:t>
            </a:r>
          </a:p>
          <a:p>
            <a:pPr lvl="1" eaLnBrk="1" hangingPunct="1"/>
            <a:r>
              <a:rPr lang="en-US" altLang="en-US"/>
              <a:t>Requires OS assistance</a:t>
            </a:r>
          </a:p>
          <a:p>
            <a:pPr eaLnBrk="1" hangingPunct="1"/>
            <a:r>
              <a:rPr lang="en-US" altLang="en-US"/>
              <a:t>Hardware support for OS protection</a:t>
            </a:r>
          </a:p>
          <a:p>
            <a:pPr lvl="1" eaLnBrk="1" hangingPunct="1"/>
            <a:r>
              <a:rPr lang="en-US" altLang="en-US"/>
              <a:t>Privileged supervisor mode (aka kernel mode)</a:t>
            </a:r>
          </a:p>
          <a:p>
            <a:pPr lvl="1" eaLnBrk="1" hangingPunct="1"/>
            <a:r>
              <a:rPr lang="en-US" altLang="en-US"/>
              <a:t>Privileged instructions</a:t>
            </a:r>
          </a:p>
          <a:p>
            <a:pPr lvl="1" eaLnBrk="1" hangingPunct="1"/>
            <a:r>
              <a:rPr lang="en-US" altLang="en-US"/>
              <a:t>Page tables and other state information only accessible in supervisor mode</a:t>
            </a:r>
          </a:p>
          <a:p>
            <a:pPr lvl="1" eaLnBrk="1" hangingPunct="1"/>
            <a:r>
              <a:rPr lang="en-US" altLang="en-US"/>
              <a:t>System call exception (e.g., syscall in MIPS)</a:t>
            </a:r>
            <a:endParaRPr lang="en-AU" altLang="en-US"/>
          </a:p>
        </p:txBody>
      </p:sp>
    </p:spTree>
  </p:cSld>
  <p:clrMapOvr>
    <a:masterClrMapping/>
  </p:clrMapOvr>
  <p:transition spd="slow"/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Footer Placeholder 1">
            <a:extLst>
              <a:ext uri="{FF2B5EF4-FFF2-40B4-BE49-F238E27FC236}">
                <a16:creationId xmlns:a16="http://schemas.microsoft.com/office/drawing/2014/main" id="{4E54DE2D-FFA6-4506-9CA4-8F33C912C8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B651ADD-49DA-4A99-A6D4-9303403949E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151</a:t>
            </a:fld>
            <a:endParaRPr lang="en-AU" altLang="en-US" sz="140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Footer Placeholder 3">
            <a:extLst>
              <a:ext uri="{FF2B5EF4-FFF2-40B4-BE49-F238E27FC236}">
                <a16:creationId xmlns:a16="http://schemas.microsoft.com/office/drawing/2014/main" id="{5EC1FB44-8208-45C7-AE16-C8D1EA49F2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CD0AE72-8679-4809-A1C4-45A2A561E4F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152</a:t>
            </a:fld>
            <a:endParaRPr lang="en-AU" altLang="en-US" sz="1400"/>
          </a:p>
        </p:txBody>
      </p:sp>
      <p:sp>
        <p:nvSpPr>
          <p:cNvPr id="241667" name="Rectangle 5">
            <a:extLst>
              <a:ext uri="{FF2B5EF4-FFF2-40B4-BE49-F238E27FC236}">
                <a16:creationId xmlns:a16="http://schemas.microsoft.com/office/drawing/2014/main" id="{F331B9D9-902F-4D61-B62C-DBAFFAC10F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Memory Hierarchy</a:t>
            </a:r>
            <a:endParaRPr lang="en-AU" altLang="en-US"/>
          </a:p>
        </p:txBody>
      </p:sp>
      <p:sp>
        <p:nvSpPr>
          <p:cNvPr id="241668" name="Rectangle 6">
            <a:extLst>
              <a:ext uri="{FF2B5EF4-FFF2-40B4-BE49-F238E27FC236}">
                <a16:creationId xmlns:a16="http://schemas.microsoft.com/office/drawing/2014/main" id="{98489DAC-93C9-4DA8-8BB1-A7DC22BD3A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1554" y="1844675"/>
            <a:ext cx="8459787" cy="4392613"/>
          </a:xfrm>
        </p:spPr>
        <p:txBody>
          <a:bodyPr/>
          <a:lstStyle/>
          <a:p>
            <a:pPr eaLnBrk="1" hangingPunct="1"/>
            <a:r>
              <a:rPr lang="en-US" altLang="en-US" dirty="0"/>
              <a:t>Common principles apply at all levels of   the memory hierarchy</a:t>
            </a:r>
          </a:p>
          <a:p>
            <a:pPr lvl="1" eaLnBrk="1" hangingPunct="1"/>
            <a:r>
              <a:rPr lang="en-US" altLang="en-US" dirty="0"/>
              <a:t>Based on notion of caching</a:t>
            </a:r>
          </a:p>
          <a:p>
            <a:pPr eaLnBrk="1" hangingPunct="1"/>
            <a:r>
              <a:rPr lang="en-US" altLang="en-US" dirty="0"/>
              <a:t>Similar issues at each level in the hierarchy</a:t>
            </a:r>
          </a:p>
          <a:p>
            <a:pPr lvl="1" eaLnBrk="1" hangingPunct="1"/>
            <a:r>
              <a:rPr lang="en-US" altLang="en-US" dirty="0"/>
              <a:t>Block placement</a:t>
            </a:r>
          </a:p>
          <a:p>
            <a:pPr lvl="1" eaLnBrk="1" hangingPunct="1"/>
            <a:r>
              <a:rPr lang="en-US" altLang="en-US" dirty="0"/>
              <a:t>Finding a block</a:t>
            </a:r>
          </a:p>
          <a:p>
            <a:pPr lvl="1" eaLnBrk="1" hangingPunct="1"/>
            <a:r>
              <a:rPr lang="en-US" altLang="en-US" dirty="0"/>
              <a:t>Replacement on a miss</a:t>
            </a:r>
          </a:p>
          <a:p>
            <a:pPr lvl="1" eaLnBrk="1" hangingPunct="1"/>
            <a:r>
              <a:rPr lang="en-US" altLang="en-US" dirty="0"/>
              <a:t>Write policy</a:t>
            </a:r>
            <a:endParaRPr lang="en-AU" altLang="en-US" dirty="0"/>
          </a:p>
        </p:txBody>
      </p:sp>
      <p:sp>
        <p:nvSpPr>
          <p:cNvPr id="241669" name="Text Box 4">
            <a:extLst>
              <a:ext uri="{FF2B5EF4-FFF2-40B4-BE49-F238E27FC236}">
                <a16:creationId xmlns:a16="http://schemas.microsoft.com/office/drawing/2014/main" id="{388C1BC5-52BC-4199-84E2-DFE4A0AF8B4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220619" y="2556669"/>
            <a:ext cx="5480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§5.8 A Common Framework for Memory Hierarchies</a:t>
            </a:r>
          </a:p>
        </p:txBody>
      </p:sp>
      <p:sp>
        <p:nvSpPr>
          <p:cNvPr id="241670" name="Text Box 7">
            <a:extLst>
              <a:ext uri="{FF2B5EF4-FFF2-40B4-BE49-F238E27FC236}">
                <a16:creationId xmlns:a16="http://schemas.microsoft.com/office/drawing/2014/main" id="{51D48D01-72C2-403B-83AF-6BCB58D11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folHlink"/>
                </a:solidFill>
                <a:latin typeface="Arial Black" panose="020B0A04020102020204" pitchFamily="34" charset="0"/>
              </a:rPr>
              <a:t>The BIG Picture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Footer Placeholder 2">
            <a:extLst>
              <a:ext uri="{FF2B5EF4-FFF2-40B4-BE49-F238E27FC236}">
                <a16:creationId xmlns:a16="http://schemas.microsoft.com/office/drawing/2014/main" id="{A2CCA4AF-532C-4C33-A326-2D7FC0B9AC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42E189E-E3EB-4136-AE05-AA82E1EA38D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153</a:t>
            </a:fld>
            <a:endParaRPr lang="en-AU" altLang="en-US" sz="1400"/>
          </a:p>
        </p:txBody>
      </p:sp>
      <p:sp>
        <p:nvSpPr>
          <p:cNvPr id="244739" name="Rectangle 2">
            <a:extLst>
              <a:ext uri="{FF2B5EF4-FFF2-40B4-BE49-F238E27FC236}">
                <a16:creationId xmlns:a16="http://schemas.microsoft.com/office/drawing/2014/main" id="{8BDB97E6-EA85-47E8-900C-C48CB4B8A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Caching</a:t>
            </a:r>
            <a:endParaRPr lang="en-AU" altLang="en-US" dirty="0"/>
          </a:p>
        </p:txBody>
      </p:sp>
      <p:pic>
        <p:nvPicPr>
          <p:cNvPr id="244740" name="Picture 1">
            <a:extLst>
              <a:ext uri="{FF2B5EF4-FFF2-40B4-BE49-F238E27FC236}">
                <a16:creationId xmlns:a16="http://schemas.microsoft.com/office/drawing/2014/main" id="{9A229FA6-7573-4042-ABE5-EB8D9308E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700213"/>
            <a:ext cx="6059488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4741" name="Straight Arrow Connector 4">
            <a:extLst>
              <a:ext uri="{FF2B5EF4-FFF2-40B4-BE49-F238E27FC236}">
                <a16:creationId xmlns:a16="http://schemas.microsoft.com/office/drawing/2014/main" id="{3D9684C0-F0C4-4CA1-8C26-9861F503A99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59013" y="3573463"/>
            <a:ext cx="1368425" cy="714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4742" name="Straight Arrow Connector 15">
            <a:extLst>
              <a:ext uri="{FF2B5EF4-FFF2-40B4-BE49-F238E27FC236}">
                <a16:creationId xmlns:a16="http://schemas.microsoft.com/office/drawing/2014/main" id="{C0AB5634-E938-4828-B736-0A7F965B2A7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65375" y="4273550"/>
            <a:ext cx="1131888" cy="2333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4743" name="Rectangle 13">
            <a:extLst>
              <a:ext uri="{FF2B5EF4-FFF2-40B4-BE49-F238E27FC236}">
                <a16:creationId xmlns:a16="http://schemas.microsoft.com/office/drawing/2014/main" id="{CE1574CD-9625-4D82-A390-792ABB7F5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547321"/>
            <a:ext cx="1520702" cy="1497141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244744" name="Picture 16">
            <a:extLst>
              <a:ext uri="{FF2B5EF4-FFF2-40B4-BE49-F238E27FC236}">
                <a16:creationId xmlns:a16="http://schemas.microsoft.com/office/drawing/2014/main" id="{BE3A79E4-6175-422F-B51F-85B5F02BA2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413" y="4246563"/>
            <a:ext cx="1171575" cy="105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4745" name="Picture 17">
            <a:extLst>
              <a:ext uri="{FF2B5EF4-FFF2-40B4-BE49-F238E27FC236}">
                <a16:creationId xmlns:a16="http://schemas.microsoft.com/office/drawing/2014/main" id="{7AC609C2-BC15-41D6-A225-4A01F2AEAA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3197225"/>
            <a:ext cx="903288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B27DEC-5413-4879-ACEC-318A27FD4502}"/>
              </a:ext>
            </a:extLst>
          </p:cNvPr>
          <p:cNvSpPr txBox="1"/>
          <p:nvPr/>
        </p:nvSpPr>
        <p:spPr>
          <a:xfrm>
            <a:off x="3708400" y="2667000"/>
            <a:ext cx="839788" cy="37306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dirty="0"/>
              <a:t>Cache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F87B5-B9B6-4207-BA59-7F56FEFC679F}"/>
              </a:ext>
            </a:extLst>
          </p:cNvPr>
          <p:cNvSpPr txBox="1"/>
          <p:nvPr/>
        </p:nvSpPr>
        <p:spPr>
          <a:xfrm>
            <a:off x="6829995" y="4432255"/>
            <a:ext cx="182614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Magnetic disk/</a:t>
            </a:r>
          </a:p>
          <a:p>
            <a:pPr algn="ctr"/>
            <a:r>
              <a:rPr lang="en-US" sz="1200" b="1" dirty="0"/>
              <a:t>Solid</a:t>
            </a:r>
            <a:r>
              <a:rPr lang="en-US" sz="1200" dirty="0"/>
              <a:t>-</a:t>
            </a:r>
            <a:r>
              <a:rPr lang="en-US" sz="1200" b="1" dirty="0"/>
              <a:t>state drive</a:t>
            </a:r>
            <a:r>
              <a:rPr lang="en-US" sz="1200" dirty="0"/>
              <a:t> (</a:t>
            </a:r>
            <a:r>
              <a:rPr lang="en-US" sz="1200" b="1" dirty="0"/>
              <a:t>SSD</a:t>
            </a:r>
            <a:r>
              <a:rPr lang="en-US" sz="1200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EA70B0-EB07-4249-A204-BB346AB84A2F}"/>
              </a:ext>
            </a:extLst>
          </p:cNvPr>
          <p:cNvSpPr txBox="1"/>
          <p:nvPr/>
        </p:nvSpPr>
        <p:spPr>
          <a:xfrm>
            <a:off x="4824407" y="4728572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(512G~1TB)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ED9E56-4A03-46CF-9389-A0457C1086D7}"/>
              </a:ext>
            </a:extLst>
          </p:cNvPr>
          <p:cNvSpPr txBox="1"/>
          <p:nvPr/>
        </p:nvSpPr>
        <p:spPr>
          <a:xfrm>
            <a:off x="4902116" y="3474348"/>
            <a:ext cx="8627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(8~16GB)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1F2144-F4C2-47EC-963F-4197A23DDF32}"/>
              </a:ext>
            </a:extLst>
          </p:cNvPr>
          <p:cNvSpPr txBox="1"/>
          <p:nvPr/>
        </p:nvSpPr>
        <p:spPr>
          <a:xfrm>
            <a:off x="4990687" y="2892137"/>
            <a:ext cx="7008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(~8MB)</a:t>
            </a:r>
            <a:endParaRPr lang="en-US" sz="12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Footer Placeholder 2">
            <a:extLst>
              <a:ext uri="{FF2B5EF4-FFF2-40B4-BE49-F238E27FC236}">
                <a16:creationId xmlns:a16="http://schemas.microsoft.com/office/drawing/2014/main" id="{A2CCA4AF-532C-4C33-A326-2D7FC0B9AC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42E189E-E3EB-4136-AE05-AA82E1EA38D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154</a:t>
            </a:fld>
            <a:endParaRPr lang="en-AU" altLang="en-US" sz="1400"/>
          </a:p>
        </p:txBody>
      </p:sp>
      <p:sp>
        <p:nvSpPr>
          <p:cNvPr id="244739" name="Rectangle 2">
            <a:extLst>
              <a:ext uri="{FF2B5EF4-FFF2-40B4-BE49-F238E27FC236}">
                <a16:creationId xmlns:a16="http://schemas.microsoft.com/office/drawing/2014/main" id="{8BDB97E6-EA85-47E8-900C-C48CB4B8A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Virtual Memory</a:t>
            </a:r>
            <a:endParaRPr lang="en-AU" altLang="en-US" dirty="0"/>
          </a:p>
        </p:txBody>
      </p:sp>
      <p:pic>
        <p:nvPicPr>
          <p:cNvPr id="244740" name="Picture 1">
            <a:extLst>
              <a:ext uri="{FF2B5EF4-FFF2-40B4-BE49-F238E27FC236}">
                <a16:creationId xmlns:a16="http://schemas.microsoft.com/office/drawing/2014/main" id="{9A229FA6-7573-4042-ABE5-EB8D9308E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700213"/>
            <a:ext cx="6059488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4741" name="Straight Arrow Connector 4">
            <a:extLst>
              <a:ext uri="{FF2B5EF4-FFF2-40B4-BE49-F238E27FC236}">
                <a16:creationId xmlns:a16="http://schemas.microsoft.com/office/drawing/2014/main" id="{3D9684C0-F0C4-4CA1-8C26-9861F503A99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59013" y="3573463"/>
            <a:ext cx="1368425" cy="714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4742" name="Straight Arrow Connector 15">
            <a:extLst>
              <a:ext uri="{FF2B5EF4-FFF2-40B4-BE49-F238E27FC236}">
                <a16:creationId xmlns:a16="http://schemas.microsoft.com/office/drawing/2014/main" id="{C0AB5634-E938-4828-B736-0A7F965B2A7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65375" y="4273550"/>
            <a:ext cx="1131888" cy="2333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4743" name="Rectangle 13">
            <a:extLst>
              <a:ext uri="{FF2B5EF4-FFF2-40B4-BE49-F238E27FC236}">
                <a16:creationId xmlns:a16="http://schemas.microsoft.com/office/drawing/2014/main" id="{CE1574CD-9625-4D82-A390-792ABB7F5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3141663"/>
            <a:ext cx="1503362" cy="2224087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244744" name="Picture 16">
            <a:extLst>
              <a:ext uri="{FF2B5EF4-FFF2-40B4-BE49-F238E27FC236}">
                <a16:creationId xmlns:a16="http://schemas.microsoft.com/office/drawing/2014/main" id="{BE3A79E4-6175-422F-B51F-85B5F02BA2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413" y="4246563"/>
            <a:ext cx="1171575" cy="105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4745" name="Picture 17">
            <a:extLst>
              <a:ext uri="{FF2B5EF4-FFF2-40B4-BE49-F238E27FC236}">
                <a16:creationId xmlns:a16="http://schemas.microsoft.com/office/drawing/2014/main" id="{7AC609C2-BC15-41D6-A225-4A01F2AEAA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3197225"/>
            <a:ext cx="903288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B27DEC-5413-4879-ACEC-318A27FD4502}"/>
              </a:ext>
            </a:extLst>
          </p:cNvPr>
          <p:cNvSpPr txBox="1"/>
          <p:nvPr/>
        </p:nvSpPr>
        <p:spPr>
          <a:xfrm>
            <a:off x="3708400" y="2667000"/>
            <a:ext cx="839788" cy="37306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dirty="0"/>
              <a:t>Cache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F87B5-B9B6-4207-BA59-7F56FEFC679F}"/>
              </a:ext>
            </a:extLst>
          </p:cNvPr>
          <p:cNvSpPr txBox="1"/>
          <p:nvPr/>
        </p:nvSpPr>
        <p:spPr>
          <a:xfrm>
            <a:off x="6829995" y="4432255"/>
            <a:ext cx="182614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Magnetic disk/</a:t>
            </a:r>
          </a:p>
          <a:p>
            <a:pPr algn="ctr"/>
            <a:r>
              <a:rPr lang="en-US" sz="1200" b="1" dirty="0"/>
              <a:t>Solid</a:t>
            </a:r>
            <a:r>
              <a:rPr lang="en-US" sz="1200" dirty="0"/>
              <a:t>-</a:t>
            </a:r>
            <a:r>
              <a:rPr lang="en-US" sz="1200" b="1" dirty="0"/>
              <a:t>state drive</a:t>
            </a:r>
            <a:r>
              <a:rPr lang="en-US" sz="1200" dirty="0"/>
              <a:t> (</a:t>
            </a:r>
            <a:r>
              <a:rPr lang="en-US" sz="1200" b="1" dirty="0"/>
              <a:t>SSD</a:t>
            </a:r>
            <a:r>
              <a:rPr lang="en-US" sz="1200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EA70B0-EB07-4249-A204-BB346AB84A2F}"/>
              </a:ext>
            </a:extLst>
          </p:cNvPr>
          <p:cNvSpPr txBox="1"/>
          <p:nvPr/>
        </p:nvSpPr>
        <p:spPr>
          <a:xfrm>
            <a:off x="4824407" y="4728572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(512G~1TB)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ED9E56-4A03-46CF-9389-A0457C1086D7}"/>
              </a:ext>
            </a:extLst>
          </p:cNvPr>
          <p:cNvSpPr txBox="1"/>
          <p:nvPr/>
        </p:nvSpPr>
        <p:spPr>
          <a:xfrm>
            <a:off x="4902116" y="3474348"/>
            <a:ext cx="8627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(8~16GB)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1F2144-F4C2-47EC-963F-4197A23DDF32}"/>
              </a:ext>
            </a:extLst>
          </p:cNvPr>
          <p:cNvSpPr txBox="1"/>
          <p:nvPr/>
        </p:nvSpPr>
        <p:spPr>
          <a:xfrm>
            <a:off x="4990687" y="2892137"/>
            <a:ext cx="7008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(~8MB)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26216945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Footer Placeholder 2">
            <a:extLst>
              <a:ext uri="{FF2B5EF4-FFF2-40B4-BE49-F238E27FC236}">
                <a16:creationId xmlns:a16="http://schemas.microsoft.com/office/drawing/2014/main" id="{D94DD06A-DBD2-43DD-9B12-CE4B045CA0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AB25BFA-B420-4725-BE7B-7D1AF4F5C86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155</a:t>
            </a:fld>
            <a:endParaRPr lang="en-AU" altLang="en-US" sz="1400"/>
          </a:p>
        </p:txBody>
      </p:sp>
      <p:sp>
        <p:nvSpPr>
          <p:cNvPr id="246787" name="Rectangle 2">
            <a:extLst>
              <a:ext uri="{FF2B5EF4-FFF2-40B4-BE49-F238E27FC236}">
                <a16:creationId xmlns:a16="http://schemas.microsoft.com/office/drawing/2014/main" id="{61EBE185-83B6-436F-985A-ACA614170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Mapping Pages to Storage</a:t>
            </a:r>
            <a:endParaRPr lang="en-AU" altLang="en-US"/>
          </a:p>
        </p:txBody>
      </p:sp>
      <p:pic>
        <p:nvPicPr>
          <p:cNvPr id="246788" name="Picture 4" descr="f05-22-P374493">
            <a:extLst>
              <a:ext uri="{FF2B5EF4-FFF2-40B4-BE49-F238E27FC236}">
                <a16:creationId xmlns:a16="http://schemas.microsoft.com/office/drawing/2014/main" id="{143E260A-F6DC-436E-A6B3-D3DEB98C0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233488"/>
            <a:ext cx="6448425" cy="494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28BF7-41F6-47B5-A284-DFB0D03FE9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F272BCC-EC31-4D73-8ED1-AE34C13EED7A}" type="slidenum">
              <a:rPr lang="en-AU" altLang="en-US" smtClean="0"/>
              <a:pPr>
                <a:defRPr/>
              </a:pPr>
              <a:t>156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04723269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Footer Placeholder 3">
            <a:extLst>
              <a:ext uri="{FF2B5EF4-FFF2-40B4-BE49-F238E27FC236}">
                <a16:creationId xmlns:a16="http://schemas.microsoft.com/office/drawing/2014/main" id="{23221F82-B177-47E3-9D53-44DBEFCA8B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A865738-E416-453D-99F6-8E870DB9CA0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157</a:t>
            </a:fld>
            <a:endParaRPr lang="en-AU" altLang="en-US" sz="1400"/>
          </a:p>
        </p:txBody>
      </p:sp>
      <p:sp>
        <p:nvSpPr>
          <p:cNvPr id="248835" name="Rectangle 4">
            <a:extLst>
              <a:ext uri="{FF2B5EF4-FFF2-40B4-BE49-F238E27FC236}">
                <a16:creationId xmlns:a16="http://schemas.microsoft.com/office/drawing/2014/main" id="{B9B9E1FD-AB30-424B-AF4D-887E0B846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Block Placement</a:t>
            </a:r>
            <a:endParaRPr lang="en-AU" altLang="en-US" dirty="0"/>
          </a:p>
        </p:txBody>
      </p:sp>
      <p:sp>
        <p:nvSpPr>
          <p:cNvPr id="248836" name="Rectangle 5">
            <a:extLst>
              <a:ext uri="{FF2B5EF4-FFF2-40B4-BE49-F238E27FC236}">
                <a16:creationId xmlns:a16="http://schemas.microsoft.com/office/drawing/2014/main" id="{33AFFD2A-A40C-44B2-8CC7-DDB1F6CF37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9"/>
            <a:ext cx="8064500" cy="1295350"/>
          </a:xfrm>
        </p:spPr>
        <p:txBody>
          <a:bodyPr/>
          <a:lstStyle/>
          <a:p>
            <a:pPr eaLnBrk="1" hangingPunct="1"/>
            <a:r>
              <a:rPr lang="en-US" altLang="en-US" dirty="0"/>
              <a:t>Block Placement - Loading a page from disk storage to physical memory (RAM)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A00AD6-BE7A-4835-A40A-72D06414B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896" y="2709689"/>
            <a:ext cx="8064500" cy="230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en-US" kern="0" dirty="0"/>
              <a:t>Issue: How to choose the location in physical memory?</a:t>
            </a:r>
          </a:p>
          <a:p>
            <a:pPr eaLnBrk="1" hangingPunct="1"/>
            <a:r>
              <a:rPr lang="en-US" altLang="en-US" kern="0" dirty="0"/>
              <a:t>For virtual memory, only </a:t>
            </a:r>
            <a:r>
              <a:rPr lang="en-US" altLang="en-US" i="1" kern="0" dirty="0"/>
              <a:t>full associativity</a:t>
            </a:r>
            <a:r>
              <a:rPr lang="en-US" altLang="en-US" kern="0" dirty="0"/>
              <a:t> is feasible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Footer Placeholder 3">
            <a:extLst>
              <a:ext uri="{FF2B5EF4-FFF2-40B4-BE49-F238E27FC236}">
                <a16:creationId xmlns:a16="http://schemas.microsoft.com/office/drawing/2014/main" id="{2C857B4A-28DD-4946-A8AD-AB19447E07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99050B4-02B0-45CA-A9B5-3FF46E0B438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158</a:t>
            </a:fld>
            <a:endParaRPr lang="en-AU" altLang="en-US" sz="1400"/>
          </a:p>
        </p:txBody>
      </p:sp>
      <p:sp>
        <p:nvSpPr>
          <p:cNvPr id="250883" name="Rectangle 4">
            <a:extLst>
              <a:ext uri="{FF2B5EF4-FFF2-40B4-BE49-F238E27FC236}">
                <a16:creationId xmlns:a16="http://schemas.microsoft.com/office/drawing/2014/main" id="{D4D6519D-74B9-4184-A51D-2430A80BF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1338" y="169863"/>
            <a:ext cx="8259762" cy="738187"/>
          </a:xfrm>
        </p:spPr>
        <p:txBody>
          <a:bodyPr/>
          <a:lstStyle/>
          <a:p>
            <a:pPr eaLnBrk="1" hangingPunct="1"/>
            <a:r>
              <a:rPr lang="en-US" altLang="en-US" sz="4200"/>
              <a:t>Recall: Cache Block Placement</a:t>
            </a:r>
            <a:endParaRPr lang="en-AU" altLang="en-US" sz="4200"/>
          </a:p>
        </p:txBody>
      </p:sp>
      <p:sp>
        <p:nvSpPr>
          <p:cNvPr id="250884" name="Rectangle 5">
            <a:extLst>
              <a:ext uri="{FF2B5EF4-FFF2-40B4-BE49-F238E27FC236}">
                <a16:creationId xmlns:a16="http://schemas.microsoft.com/office/drawing/2014/main" id="{C517F4ED-DBD5-4C4F-AF94-D17332CE2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Determined by associativity</a:t>
            </a:r>
          </a:p>
          <a:p>
            <a:pPr lvl="1" eaLnBrk="1" hangingPunct="1"/>
            <a:r>
              <a:rPr lang="en-US" altLang="en-US" dirty="0"/>
              <a:t>Direct mapped (1-way associative)</a:t>
            </a:r>
          </a:p>
          <a:p>
            <a:pPr lvl="2" eaLnBrk="1" hangingPunct="1"/>
            <a:r>
              <a:rPr lang="en-US" altLang="en-US" dirty="0"/>
              <a:t>One choice for placement, fast operation</a:t>
            </a:r>
          </a:p>
          <a:p>
            <a:pPr lvl="1" eaLnBrk="1" hangingPunct="1"/>
            <a:r>
              <a:rPr lang="en-US" altLang="en-US" dirty="0"/>
              <a:t>n-way set associative</a:t>
            </a:r>
          </a:p>
          <a:p>
            <a:pPr lvl="2" eaLnBrk="1" hangingPunct="1"/>
            <a:r>
              <a:rPr lang="en-US" altLang="en-US" dirty="0"/>
              <a:t>n choices within a set - limited flexibility</a:t>
            </a:r>
          </a:p>
          <a:p>
            <a:pPr lvl="1" eaLnBrk="1" hangingPunct="1"/>
            <a:r>
              <a:rPr lang="en-US" altLang="en-US" dirty="0"/>
              <a:t>Fully associative</a:t>
            </a:r>
          </a:p>
          <a:p>
            <a:pPr lvl="2" eaLnBrk="1" hangingPunct="1"/>
            <a:r>
              <a:rPr lang="en-US" altLang="en-US" dirty="0"/>
              <a:t>Any location - full flexibility</a:t>
            </a:r>
          </a:p>
          <a:p>
            <a:pPr eaLnBrk="1" hangingPunct="1"/>
            <a:r>
              <a:rPr lang="en-US" altLang="en-US" dirty="0">
                <a:highlight>
                  <a:srgbClr val="FFFF00"/>
                </a:highlight>
              </a:rPr>
              <a:t>Higher associativity reduces miss rate</a:t>
            </a:r>
          </a:p>
          <a:p>
            <a:pPr lvl="1" eaLnBrk="1" hangingPunct="1"/>
            <a:r>
              <a:rPr lang="en-US" altLang="en-US" dirty="0">
                <a:highlight>
                  <a:srgbClr val="FFFF00"/>
                </a:highlight>
              </a:rPr>
              <a:t>But increases complexity/cost/access time</a:t>
            </a:r>
            <a:endParaRPr lang="en-AU" alt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Footer Placeholder 3">
            <a:extLst>
              <a:ext uri="{FF2B5EF4-FFF2-40B4-BE49-F238E27FC236}">
                <a16:creationId xmlns:a16="http://schemas.microsoft.com/office/drawing/2014/main" id="{9CB19BB4-2C6D-4F5B-B54B-7477045233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A4E1155-A707-41C0-AC5D-0DD4B374D9A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159</a:t>
            </a:fld>
            <a:endParaRPr lang="en-AU" altLang="en-US" sz="1400"/>
          </a:p>
        </p:txBody>
      </p:sp>
      <p:sp>
        <p:nvSpPr>
          <p:cNvPr id="252931" name="Rectangle 29">
            <a:extLst>
              <a:ext uri="{FF2B5EF4-FFF2-40B4-BE49-F238E27FC236}">
                <a16:creationId xmlns:a16="http://schemas.microsoft.com/office/drawing/2014/main" id="{1DD04F7A-9309-439B-9E27-1ECE7F511B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Finding a Block</a:t>
            </a:r>
            <a:endParaRPr lang="en-AU" altLang="en-US"/>
          </a:p>
        </p:txBody>
      </p:sp>
      <p:sp>
        <p:nvSpPr>
          <p:cNvPr id="252932" name="Rectangle 30">
            <a:extLst>
              <a:ext uri="{FF2B5EF4-FFF2-40B4-BE49-F238E27FC236}">
                <a16:creationId xmlns:a16="http://schemas.microsoft.com/office/drawing/2014/main" id="{6F0F10A6-BA18-4A86-90DA-882C795BB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5" y="3856038"/>
            <a:ext cx="8487544" cy="23812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Caches</a:t>
            </a:r>
            <a:r>
              <a:rPr lang="zh-TW" altLang="en-US" sz="2800" dirty="0">
                <a:ea typeface="PMingLiU" panose="020B0604030504040204" pitchFamily="18" charset="-120"/>
              </a:rPr>
              <a:t> </a:t>
            </a:r>
            <a:r>
              <a:rPr lang="en-US" altLang="zh-TW" sz="2800" dirty="0">
                <a:ea typeface="PMingLiU" panose="020B0604030504040204" pitchFamily="18" charset="-120"/>
              </a:rPr>
              <a:t>(</a:t>
            </a:r>
            <a:r>
              <a:rPr lang="en-US" altLang="en-US" sz="2800" dirty="0"/>
              <a:t>hardware, </a:t>
            </a:r>
            <a:r>
              <a:rPr lang="en-US" altLang="zh-TW" sz="2800" dirty="0">
                <a:ea typeface="PMingLiU" panose="020B0604030504040204" pitchFamily="18" charset="-120"/>
              </a:rPr>
              <a:t>between RAM and cache)</a:t>
            </a:r>
            <a:endParaRPr lang="en-US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Reduce comparisons to reduce cost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Virtual memory (software, between disk and RAM)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Full table lookup makes full associativity feasible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Benefit: reduced miss rate</a:t>
            </a:r>
            <a:endParaRPr lang="en-AU" altLang="en-US" sz="2400" dirty="0"/>
          </a:p>
        </p:txBody>
      </p:sp>
      <p:graphicFrame>
        <p:nvGraphicFramePr>
          <p:cNvPr id="355332" name="Group 4">
            <a:extLst>
              <a:ext uri="{FF2B5EF4-FFF2-40B4-BE49-F238E27FC236}">
                <a16:creationId xmlns:a16="http://schemas.microsoft.com/office/drawing/2014/main" id="{2B6D63D1-F06F-44B5-AF93-146E2DDE3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674250"/>
              </p:ext>
            </p:extLst>
          </p:nvPr>
        </p:nvGraphicFramePr>
        <p:xfrm>
          <a:off x="969664" y="1392198"/>
          <a:ext cx="7715002" cy="2286000"/>
        </p:xfrm>
        <a:graphic>
          <a:graphicData uri="http://schemas.openxmlformats.org/drawingml/2006/table">
            <a:tbl>
              <a:tblPr/>
              <a:tblGrid>
                <a:gridCol w="2572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9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Associativity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Location method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 comparisons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Direct mapped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n-way set associative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 index#, then search entries within the set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Fully associative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Search all entries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#entries (cache)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Full lookup table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(virtual memory)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Footer Placeholder 3">
            <a:extLst>
              <a:ext uri="{FF2B5EF4-FFF2-40B4-BE49-F238E27FC236}">
                <a16:creationId xmlns:a16="http://schemas.microsoft.com/office/drawing/2014/main" id="{40F54E6A-D20A-4A26-868F-9C55D72928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8A49E74-1AFE-4EF2-9F5F-21B882C57FB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160</a:t>
            </a:fld>
            <a:endParaRPr lang="en-AU" altLang="en-US" sz="1400"/>
          </a:p>
        </p:txBody>
      </p:sp>
      <p:sp>
        <p:nvSpPr>
          <p:cNvPr id="254979" name="Rectangle 4">
            <a:extLst>
              <a:ext uri="{FF2B5EF4-FFF2-40B4-BE49-F238E27FC236}">
                <a16:creationId xmlns:a16="http://schemas.microsoft.com/office/drawing/2014/main" id="{DE8C6D78-6A8F-415D-BF2A-3BD8889C2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Replacement</a:t>
            </a:r>
            <a:endParaRPr lang="en-AU" altLang="en-US"/>
          </a:p>
        </p:txBody>
      </p:sp>
      <p:sp>
        <p:nvSpPr>
          <p:cNvPr id="253956" name="Rectangle 5">
            <a:extLst>
              <a:ext uri="{FF2B5EF4-FFF2-40B4-BE49-F238E27FC236}">
                <a16:creationId xmlns:a16="http://schemas.microsoft.com/office/drawing/2014/main" id="{9457688C-8198-4F03-B0C3-7510073E7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Choice of entry to replace on a miss</a:t>
            </a:r>
          </a:p>
          <a:p>
            <a:pPr lvl="1" eaLnBrk="1" hangingPunct="1"/>
            <a:r>
              <a:rPr lang="en-US" altLang="en-US" dirty="0"/>
              <a:t>Least recently used (LRU)</a:t>
            </a:r>
          </a:p>
          <a:p>
            <a:pPr lvl="2" eaLnBrk="1" hangingPunct="1"/>
            <a:r>
              <a:rPr lang="en-US" altLang="en-US" dirty="0"/>
              <a:t>Complex and costly hardware for high associativity</a:t>
            </a:r>
          </a:p>
          <a:p>
            <a:pPr lvl="1" eaLnBrk="1" hangingPunct="1"/>
            <a:r>
              <a:rPr lang="en-US" altLang="en-US" dirty="0"/>
              <a:t>Random</a:t>
            </a:r>
          </a:p>
          <a:p>
            <a:pPr lvl="2" eaLnBrk="1" hangingPunct="1"/>
            <a:r>
              <a:rPr lang="en-US" altLang="en-US" dirty="0"/>
              <a:t>Close to LRU, easier to implement</a:t>
            </a:r>
          </a:p>
          <a:p>
            <a:pPr eaLnBrk="1" hangingPunct="1"/>
            <a:r>
              <a:rPr lang="en-US" altLang="en-US" dirty="0"/>
              <a:t>Virtual memory</a:t>
            </a:r>
          </a:p>
          <a:p>
            <a:pPr lvl="1" eaLnBrk="1" hangingPunct="1"/>
            <a:r>
              <a:rPr lang="en-US" altLang="en-US" dirty="0"/>
              <a:t>LRU approximation with hardware support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Use-bit set to 1 on access to page (meaning this page was just accessed)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Periodically cleared to 0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Choose “0”-pages for replacement </a:t>
            </a:r>
          </a:p>
          <a:p>
            <a:pPr lvl="2" eaLnBrk="1" hangingPunct="1"/>
            <a:endParaRPr lang="en-AU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Footer Placeholder 3">
            <a:extLst>
              <a:ext uri="{FF2B5EF4-FFF2-40B4-BE49-F238E27FC236}">
                <a16:creationId xmlns:a16="http://schemas.microsoft.com/office/drawing/2014/main" id="{D2E5EFED-8AA9-40E2-9FDB-F2605D184A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BE8DA51-237F-4159-91C6-6ED45CBCE7F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161</a:t>
            </a:fld>
            <a:endParaRPr lang="en-AU" altLang="en-US" sz="1400"/>
          </a:p>
        </p:txBody>
      </p:sp>
      <p:sp>
        <p:nvSpPr>
          <p:cNvPr id="257027" name="Rectangle 4">
            <a:extLst>
              <a:ext uri="{FF2B5EF4-FFF2-40B4-BE49-F238E27FC236}">
                <a16:creationId xmlns:a16="http://schemas.microsoft.com/office/drawing/2014/main" id="{A7983D02-7E99-4FA1-81FB-C01E944F29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 Policy</a:t>
            </a:r>
            <a:endParaRPr lang="en-AU" altLang="en-US"/>
          </a:p>
        </p:txBody>
      </p:sp>
      <p:sp>
        <p:nvSpPr>
          <p:cNvPr id="257028" name="Rectangle 5">
            <a:extLst>
              <a:ext uri="{FF2B5EF4-FFF2-40B4-BE49-F238E27FC236}">
                <a16:creationId xmlns:a16="http://schemas.microsoft.com/office/drawing/2014/main" id="{9CA5A8A6-AADF-4CBD-971A-D4DA987DE5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4688" y="1125538"/>
            <a:ext cx="8270875" cy="48244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Write-through (cache only)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Update both upper and lower levels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Simplifies replacement; may require write buffer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Write-back (cache and virtual memory)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Update upper level only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Update lower level when block is replaced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Need to keep more states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Virtual memory (disk-RAM)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Only write-back is feasible, because disk-write latency is too long (millions of cycles)</a:t>
            </a:r>
            <a:endParaRPr lang="en-AU" altLang="en-US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Footer Placeholder 3">
            <a:extLst>
              <a:ext uri="{FF2B5EF4-FFF2-40B4-BE49-F238E27FC236}">
                <a16:creationId xmlns:a16="http://schemas.microsoft.com/office/drawing/2014/main" id="{408DEC5B-4127-4927-8C7F-BE9D22E1AA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C5DDDE8-5D05-4854-A745-ECA0A15F8AF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162</a:t>
            </a:fld>
            <a:endParaRPr lang="en-AU" altLang="en-US" sz="1400"/>
          </a:p>
        </p:txBody>
      </p:sp>
      <p:sp>
        <p:nvSpPr>
          <p:cNvPr id="259076" name="Rectangle 5">
            <a:extLst>
              <a:ext uri="{FF2B5EF4-FFF2-40B4-BE49-F238E27FC236}">
                <a16:creationId xmlns:a16="http://schemas.microsoft.com/office/drawing/2014/main" id="{326FA00B-9822-4BEF-9121-E8C4ADAF8D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0713" y="1046163"/>
            <a:ext cx="8270875" cy="5191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Compulsory misses (aka cold start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First access to a block (empty, unavoidable)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Capacity misses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Due to finite cache size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A replaced block is later accessed again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Conflict misses (aka collision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In a non-fully associative cache, multiple blocks have the same cache address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Due to competition for entries in a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Would not occur in a fully associative cache of the same total size</a:t>
            </a:r>
            <a:endParaRPr lang="en-AU" altLang="en-US" dirty="0"/>
          </a:p>
        </p:txBody>
      </p:sp>
      <p:sp>
        <p:nvSpPr>
          <p:cNvPr id="259077" name="Rounded Rectangle 4">
            <a:extLst>
              <a:ext uri="{FF2B5EF4-FFF2-40B4-BE49-F238E27FC236}">
                <a16:creationId xmlns:a16="http://schemas.microsoft.com/office/drawing/2014/main" id="{F5245A9A-803D-497A-943A-4E9D7FE7F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060575"/>
            <a:ext cx="8416925" cy="41052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6AE1DD4-C20E-41F2-A832-EC6A486B0A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Sources of Misses</a:t>
            </a:r>
            <a:endParaRPr lang="en-AU" altLang="en-US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Footer Placeholder 3">
            <a:extLst>
              <a:ext uri="{FF2B5EF4-FFF2-40B4-BE49-F238E27FC236}">
                <a16:creationId xmlns:a16="http://schemas.microsoft.com/office/drawing/2014/main" id="{C495D47D-28EF-4A4C-9FAF-DABDAE0DC7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F8F291E-1E78-4F7B-BAE1-5A73B6DC023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163</a:t>
            </a:fld>
            <a:endParaRPr lang="en-AU" altLang="en-US" sz="1400"/>
          </a:p>
        </p:txBody>
      </p:sp>
      <p:sp>
        <p:nvSpPr>
          <p:cNvPr id="261123" name="Rectangle 4">
            <a:extLst>
              <a:ext uri="{FF2B5EF4-FFF2-40B4-BE49-F238E27FC236}">
                <a16:creationId xmlns:a16="http://schemas.microsoft.com/office/drawing/2014/main" id="{D8BE3C61-ACD2-443E-864A-5A15AED513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Sources of Misses</a:t>
            </a:r>
            <a:endParaRPr lang="en-AU" altLang="en-US" dirty="0"/>
          </a:p>
        </p:txBody>
      </p:sp>
      <p:sp>
        <p:nvSpPr>
          <p:cNvPr id="261124" name="Rectangle 5">
            <a:extLst>
              <a:ext uri="{FF2B5EF4-FFF2-40B4-BE49-F238E27FC236}">
                <a16:creationId xmlns:a16="http://schemas.microsoft.com/office/drawing/2014/main" id="{7CD21DAE-B322-4874-93F0-EBA254FCE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0713" y="1046163"/>
            <a:ext cx="8270875" cy="5191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Compulsory misses (aka cold start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First access to a block (empty, unavoidable)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Capacity misses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Due to finite cache size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A replaced block is later accessed again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Conflict misses (aka collision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In a non-fully associative cache, multiple blocks have the same cache address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Due to competition for entries in a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Would not occur in a fully associative cache of the same total size</a:t>
            </a:r>
            <a:endParaRPr lang="en-AU" altLang="en-US" dirty="0"/>
          </a:p>
        </p:txBody>
      </p:sp>
      <p:sp>
        <p:nvSpPr>
          <p:cNvPr id="261125" name="Rounded Rectangle 5">
            <a:extLst>
              <a:ext uri="{FF2B5EF4-FFF2-40B4-BE49-F238E27FC236}">
                <a16:creationId xmlns:a16="http://schemas.microsoft.com/office/drawing/2014/main" id="{EAE485AF-66B2-4238-8523-B478E061C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00438"/>
            <a:ext cx="8416925" cy="27368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Footer Placeholder 3">
            <a:extLst>
              <a:ext uri="{FF2B5EF4-FFF2-40B4-BE49-F238E27FC236}">
                <a16:creationId xmlns:a16="http://schemas.microsoft.com/office/drawing/2014/main" id="{6D1C0C99-B67F-4437-8A8C-49561B4C6C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31113EF-E5AE-4CC4-9601-443E5C845B1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164</a:t>
            </a:fld>
            <a:endParaRPr lang="en-AU" altLang="en-US" sz="1400"/>
          </a:p>
        </p:txBody>
      </p:sp>
      <p:sp>
        <p:nvSpPr>
          <p:cNvPr id="263171" name="Rectangle 4">
            <a:extLst>
              <a:ext uri="{FF2B5EF4-FFF2-40B4-BE49-F238E27FC236}">
                <a16:creationId xmlns:a16="http://schemas.microsoft.com/office/drawing/2014/main" id="{A38912A7-629C-4963-A68A-836236E97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Sources of Misses</a:t>
            </a:r>
            <a:endParaRPr lang="en-AU" altLang="en-US"/>
          </a:p>
        </p:txBody>
      </p:sp>
      <p:sp>
        <p:nvSpPr>
          <p:cNvPr id="263172" name="Rectangle 5">
            <a:extLst>
              <a:ext uri="{FF2B5EF4-FFF2-40B4-BE49-F238E27FC236}">
                <a16:creationId xmlns:a16="http://schemas.microsoft.com/office/drawing/2014/main" id="{2380AB8E-5D83-48E5-A85E-09862D7BE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0713" y="1046163"/>
            <a:ext cx="8270875" cy="5191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Compulsory misses (aka cold start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First access to a block (unavoidable)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Capacity misses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Due to finite cache size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A replaced block is later accessed again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Conflict misses (aka collision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In a non-fully associative cache, multiple blocks have the same cache address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Due to competition for entries in a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Would not occur in a fully associative cache of the same total size (not realistic)</a:t>
            </a:r>
            <a:endParaRPr lang="en-AU" altLang="en-US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Footer Placeholder 1">
            <a:extLst>
              <a:ext uri="{FF2B5EF4-FFF2-40B4-BE49-F238E27FC236}">
                <a16:creationId xmlns:a16="http://schemas.microsoft.com/office/drawing/2014/main" id="{9B481791-2389-424D-B747-B0DEF2F0DA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6F3DE2C-2358-41F5-87A7-CA77B44F02D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165</a:t>
            </a:fld>
            <a:endParaRPr lang="en-AU" altLang="en-US" sz="1400"/>
          </a:p>
        </p:txBody>
      </p:sp>
      <p:sp>
        <p:nvSpPr>
          <p:cNvPr id="265219" name="Rectangle 2">
            <a:extLst>
              <a:ext uri="{FF2B5EF4-FFF2-40B4-BE49-F238E27FC236}">
                <a16:creationId xmlns:a16="http://schemas.microsoft.com/office/drawing/2014/main" id="{91E2AA86-8B74-45FC-98C8-B6EC5B6942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66750" y="115888"/>
            <a:ext cx="7793038" cy="766762"/>
          </a:xfrm>
        </p:spPr>
        <p:txBody>
          <a:bodyPr/>
          <a:lstStyle/>
          <a:p>
            <a:pPr eaLnBrk="1" hangingPunct="1"/>
            <a:r>
              <a:rPr lang="en-US" altLang="en-US"/>
              <a:t>Cache Design Trade-offs</a:t>
            </a:r>
            <a:endParaRPr lang="en-AU" altLang="en-US"/>
          </a:p>
        </p:txBody>
      </p:sp>
      <p:graphicFrame>
        <p:nvGraphicFramePr>
          <p:cNvPr id="363523" name="Group 3">
            <a:extLst>
              <a:ext uri="{FF2B5EF4-FFF2-40B4-BE49-F238E27FC236}">
                <a16:creationId xmlns:a16="http://schemas.microsoft.com/office/drawing/2014/main" id="{3D0185CB-28E8-4D66-B455-B4D1AFB7D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002649"/>
              </p:ext>
            </p:extLst>
          </p:nvPr>
        </p:nvGraphicFramePr>
        <p:xfrm>
          <a:off x="684213" y="1163256"/>
          <a:ext cx="8135937" cy="4973775"/>
        </p:xfrm>
        <a:graphic>
          <a:graphicData uri="http://schemas.openxmlformats.org/drawingml/2006/table">
            <a:tbl>
              <a:tblPr/>
              <a:tblGrid>
                <a:gridCol w="271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3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70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Design change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0039A6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 scaled="0"/>
                      <a:tileRect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Effect on miss rate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0039A6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 scaled="0"/>
                      <a:tileRect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Negative performance effect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0039A6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 scaled="0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24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Increase cache size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Decrease capacity misses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May increase access time (bigger takes longer)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8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Increase associativity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Decrease conflict misses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May increase access time (more tag comparisons)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536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Increase block size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Decrease compulsory misses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Increases miss penalty. For very large block size, may increase miss rate due to loading in unused data (cache pollution</a:t>
                      </a: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Footer Placeholder 3">
            <a:extLst>
              <a:ext uri="{FF2B5EF4-FFF2-40B4-BE49-F238E27FC236}">
                <a16:creationId xmlns:a16="http://schemas.microsoft.com/office/drawing/2014/main" id="{A0BE6D78-30F7-4697-9D45-C607572243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A4B8D7B-C5CD-4BE9-B6DE-6FB5947B32B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166</a:t>
            </a:fld>
            <a:endParaRPr lang="en-AU" altLang="en-US" sz="1400"/>
          </a:p>
        </p:txBody>
      </p:sp>
      <p:sp>
        <p:nvSpPr>
          <p:cNvPr id="267267" name="Rectangle 2">
            <a:extLst>
              <a:ext uri="{FF2B5EF4-FFF2-40B4-BE49-F238E27FC236}">
                <a16:creationId xmlns:a16="http://schemas.microsoft.com/office/drawing/2014/main" id="{FD9238EB-7117-4860-95FA-EF4451B62D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Control</a:t>
            </a:r>
          </a:p>
        </p:txBody>
      </p:sp>
      <p:sp>
        <p:nvSpPr>
          <p:cNvPr id="267268" name="Rectangle 3">
            <a:extLst>
              <a:ext uri="{FF2B5EF4-FFF2-40B4-BE49-F238E27FC236}">
                <a16:creationId xmlns:a16="http://schemas.microsoft.com/office/drawing/2014/main" id="{09CB6378-BB0A-43AD-8903-6D9EC8134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9" y="1019175"/>
            <a:ext cx="8166100" cy="3838575"/>
          </a:xfrm>
        </p:spPr>
        <p:txBody>
          <a:bodyPr/>
          <a:lstStyle/>
          <a:p>
            <a:pPr eaLnBrk="1" hangingPunct="1"/>
            <a:r>
              <a:rPr lang="en-AU" altLang="en-US" sz="2800" dirty="0"/>
              <a:t>Example cache characteristics</a:t>
            </a:r>
          </a:p>
          <a:p>
            <a:pPr lvl="1" eaLnBrk="1" hangingPunct="1"/>
            <a:r>
              <a:rPr lang="en-AU" altLang="en-US" sz="2400" dirty="0"/>
              <a:t>Direct-mapped, write-back, write allocate               </a:t>
            </a:r>
            <a:r>
              <a:rPr lang="en-US" altLang="en-US" sz="2400" dirty="0"/>
              <a:t>(aka </a:t>
            </a:r>
            <a:r>
              <a:rPr lang="en-US" altLang="en-US" sz="2400" i="1" dirty="0"/>
              <a:t>fetch on write</a:t>
            </a:r>
            <a:r>
              <a:rPr lang="en-US" altLang="en-US" sz="2400" dirty="0"/>
              <a:t>)</a:t>
            </a:r>
            <a:endParaRPr lang="en-AU" altLang="en-US" sz="2400" dirty="0"/>
          </a:p>
          <a:p>
            <a:pPr lvl="1" eaLnBrk="1" hangingPunct="1"/>
            <a:r>
              <a:rPr lang="en-AU" altLang="en-US" sz="2400" dirty="0"/>
              <a:t>Block size: 4 words (16 bytes = 16 B)</a:t>
            </a:r>
          </a:p>
          <a:p>
            <a:pPr lvl="1" eaLnBrk="1" hangingPunct="1"/>
            <a:r>
              <a:rPr lang="en-AU" altLang="en-US" sz="2400" dirty="0"/>
              <a:t>Cache size: 16 KB</a:t>
            </a:r>
          </a:p>
          <a:p>
            <a:pPr lvl="2" eaLnBrk="1" hangingPunct="1"/>
            <a:r>
              <a:rPr lang="en-AU" altLang="en-US" sz="2000" dirty="0"/>
              <a:t>1K blocks = 2</a:t>
            </a:r>
            <a:r>
              <a:rPr lang="en-AU" altLang="en-US" sz="2000" baseline="30000" dirty="0"/>
              <a:t>10</a:t>
            </a:r>
            <a:r>
              <a:rPr lang="en-AU" altLang="en-US" sz="2000" dirty="0"/>
              <a:t> = 1024 blocks, 14-bit cache address (byte)</a:t>
            </a:r>
          </a:p>
          <a:p>
            <a:pPr lvl="1" eaLnBrk="1" hangingPunct="1"/>
            <a:r>
              <a:rPr lang="en-AU" altLang="en-US" sz="2400" dirty="0"/>
              <a:t>32-bit byte addresses</a:t>
            </a:r>
          </a:p>
          <a:p>
            <a:pPr lvl="1" eaLnBrk="1" hangingPunct="1"/>
            <a:r>
              <a:rPr lang="en-AU" altLang="en-US" sz="2400" dirty="0"/>
              <a:t>Valid bit and dirty bit per block</a:t>
            </a:r>
          </a:p>
          <a:p>
            <a:pPr lvl="1" eaLnBrk="1" hangingPunct="1"/>
            <a:r>
              <a:rPr lang="en-AU" altLang="en-US" sz="2400" dirty="0"/>
              <a:t>Blocking cache</a:t>
            </a:r>
          </a:p>
          <a:p>
            <a:pPr lvl="2" eaLnBrk="1" hangingPunct="1"/>
            <a:r>
              <a:rPr lang="en-AU" altLang="en-US" sz="2000" dirty="0"/>
              <a:t>CPU waits until access is complete</a:t>
            </a:r>
          </a:p>
        </p:txBody>
      </p:sp>
      <p:sp>
        <p:nvSpPr>
          <p:cNvPr id="267269" name="Text Box 4">
            <a:extLst>
              <a:ext uri="{FF2B5EF4-FFF2-40B4-BE49-F238E27FC236}">
                <a16:creationId xmlns:a16="http://schemas.microsoft.com/office/drawing/2014/main" id="{112334E2-143C-4161-9EE2-DEF95A09FA7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76119" y="3001169"/>
            <a:ext cx="6369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§5.9 </a:t>
            </a:r>
            <a:r>
              <a:rPr lang="en-AU" altLang="en-US" sz="1800">
                <a:solidFill>
                  <a:schemeClr val="folHlink"/>
                </a:solidFill>
              </a:rPr>
              <a:t>Using a Finite State Machine to Control A Simple Cache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grpSp>
        <p:nvGrpSpPr>
          <p:cNvPr id="267270" name="Group 18">
            <a:extLst>
              <a:ext uri="{FF2B5EF4-FFF2-40B4-BE49-F238E27FC236}">
                <a16:creationId xmlns:a16="http://schemas.microsoft.com/office/drawing/2014/main" id="{282DC823-6CEE-459E-A5C1-6843463E646B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5251204"/>
            <a:ext cx="5281612" cy="1082675"/>
            <a:chOff x="985" y="3127"/>
            <a:chExt cx="3327" cy="682"/>
          </a:xfrm>
        </p:grpSpPr>
        <p:sp>
          <p:nvSpPr>
            <p:cNvPr id="267271" name="Rectangle 6">
              <a:extLst>
                <a:ext uri="{FF2B5EF4-FFF2-40B4-BE49-F238E27FC236}">
                  <a16:creationId xmlns:a16="http://schemas.microsoft.com/office/drawing/2014/main" id="{F4187D11-FABB-423F-9BDE-C9FBB6315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" y="3336"/>
              <a:ext cx="1569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tag</a:t>
              </a:r>
              <a:endParaRPr lang="en-AU" altLang="en-US" sz="2400"/>
            </a:p>
          </p:txBody>
        </p:sp>
        <p:sp>
          <p:nvSpPr>
            <p:cNvPr id="267272" name="Rectangle 7">
              <a:extLst>
                <a:ext uri="{FF2B5EF4-FFF2-40B4-BE49-F238E27FC236}">
                  <a16:creationId xmlns:a16="http://schemas.microsoft.com/office/drawing/2014/main" id="{B1CA14AD-588A-4865-8C0D-6F9EF491F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3334"/>
              <a:ext cx="1017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index</a:t>
              </a:r>
              <a:endParaRPr lang="en-AU" altLang="en-US" sz="2400"/>
            </a:p>
          </p:txBody>
        </p:sp>
        <p:sp>
          <p:nvSpPr>
            <p:cNvPr id="267273" name="Rectangle 8">
              <a:extLst>
                <a:ext uri="{FF2B5EF4-FFF2-40B4-BE49-F238E27FC236}">
                  <a16:creationId xmlns:a16="http://schemas.microsoft.com/office/drawing/2014/main" id="{D7850068-2922-4A04-90F5-A8804A4EC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3334"/>
              <a:ext cx="635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offset</a:t>
              </a:r>
              <a:endParaRPr lang="en-AU" altLang="en-US" sz="2400"/>
            </a:p>
          </p:txBody>
        </p:sp>
        <p:sp>
          <p:nvSpPr>
            <p:cNvPr id="267274" name="Text Box 9">
              <a:extLst>
                <a:ext uri="{FF2B5EF4-FFF2-40B4-BE49-F238E27FC236}">
                  <a16:creationId xmlns:a16="http://schemas.microsoft.com/office/drawing/2014/main" id="{A3FF3B08-00BF-414E-9117-5E059FE37C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6" y="312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0</a:t>
              </a:r>
              <a:endParaRPr lang="en-AU" altLang="en-US" sz="1800" dirty="0"/>
            </a:p>
          </p:txBody>
        </p:sp>
        <p:sp>
          <p:nvSpPr>
            <p:cNvPr id="267275" name="Text Box 10">
              <a:extLst>
                <a:ext uri="{FF2B5EF4-FFF2-40B4-BE49-F238E27FC236}">
                  <a16:creationId xmlns:a16="http://schemas.microsoft.com/office/drawing/2014/main" id="{2FFECD90-4CB1-4A79-A061-045D15970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9" y="312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3</a:t>
              </a:r>
              <a:endParaRPr lang="en-AU" altLang="en-US" sz="1800"/>
            </a:p>
          </p:txBody>
        </p:sp>
        <p:sp>
          <p:nvSpPr>
            <p:cNvPr id="267276" name="Text Box 11">
              <a:extLst>
                <a:ext uri="{FF2B5EF4-FFF2-40B4-BE49-F238E27FC236}">
                  <a16:creationId xmlns:a16="http://schemas.microsoft.com/office/drawing/2014/main" id="{50D10FF6-480F-458F-8AFF-DD053684B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4" y="312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4</a:t>
              </a:r>
              <a:endParaRPr lang="en-AU" altLang="en-US" sz="1800"/>
            </a:p>
          </p:txBody>
        </p:sp>
        <p:sp>
          <p:nvSpPr>
            <p:cNvPr id="267277" name="Text Box 12">
              <a:extLst>
                <a:ext uri="{FF2B5EF4-FFF2-40B4-BE49-F238E27FC236}">
                  <a16:creationId xmlns:a16="http://schemas.microsoft.com/office/drawing/2014/main" id="{922DC16E-878E-43AB-9073-3CF65BECE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6" y="3127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13</a:t>
              </a:r>
              <a:endParaRPr lang="en-AU" altLang="en-US" sz="1800"/>
            </a:p>
          </p:txBody>
        </p:sp>
        <p:sp>
          <p:nvSpPr>
            <p:cNvPr id="267278" name="Text Box 13">
              <a:extLst>
                <a:ext uri="{FF2B5EF4-FFF2-40B4-BE49-F238E27FC236}">
                  <a16:creationId xmlns:a16="http://schemas.microsoft.com/office/drawing/2014/main" id="{712CBE7F-6D62-4E66-9189-EDF896A70D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6" y="3127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14</a:t>
              </a:r>
            </a:p>
          </p:txBody>
        </p:sp>
        <p:sp>
          <p:nvSpPr>
            <p:cNvPr id="267279" name="Text Box 14">
              <a:extLst>
                <a:ext uri="{FF2B5EF4-FFF2-40B4-BE49-F238E27FC236}">
                  <a16:creationId xmlns:a16="http://schemas.microsoft.com/office/drawing/2014/main" id="{972A3337-53B9-4E42-B423-A63F39B668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5" y="3127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31</a:t>
              </a:r>
              <a:endParaRPr lang="en-AU" altLang="en-US" sz="1800"/>
            </a:p>
          </p:txBody>
        </p:sp>
        <p:sp>
          <p:nvSpPr>
            <p:cNvPr id="267280" name="Text Box 15">
              <a:extLst>
                <a:ext uri="{FF2B5EF4-FFF2-40B4-BE49-F238E27FC236}">
                  <a16:creationId xmlns:a16="http://schemas.microsoft.com/office/drawing/2014/main" id="{E583B7DC-EEF3-48C6-A138-FD4AFEA79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1" y="3578"/>
              <a:ext cx="4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4 bits</a:t>
              </a:r>
              <a:endParaRPr lang="en-AU" altLang="en-US" sz="1800"/>
            </a:p>
          </p:txBody>
        </p:sp>
        <p:sp>
          <p:nvSpPr>
            <p:cNvPr id="267281" name="Text Box 16">
              <a:extLst>
                <a:ext uri="{FF2B5EF4-FFF2-40B4-BE49-F238E27FC236}">
                  <a16:creationId xmlns:a16="http://schemas.microsoft.com/office/drawing/2014/main" id="{CACD20F2-56FC-41EA-A415-6F50462D5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3578"/>
              <a:ext cx="5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10 bits</a:t>
              </a:r>
              <a:endParaRPr lang="en-AU" altLang="en-US" sz="1800"/>
            </a:p>
          </p:txBody>
        </p:sp>
        <p:sp>
          <p:nvSpPr>
            <p:cNvPr id="267282" name="Text Box 17">
              <a:extLst>
                <a:ext uri="{FF2B5EF4-FFF2-40B4-BE49-F238E27FC236}">
                  <a16:creationId xmlns:a16="http://schemas.microsoft.com/office/drawing/2014/main" id="{1DB7DC0B-E19A-48C8-95B7-F0D0ECA0A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578"/>
              <a:ext cx="5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18 bits</a:t>
              </a:r>
              <a:endParaRPr lang="en-AU" altLang="en-US" sz="1800"/>
            </a:p>
          </p:txBody>
        </p:sp>
      </p:grp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Footer Placeholder 2">
            <a:extLst>
              <a:ext uri="{FF2B5EF4-FFF2-40B4-BE49-F238E27FC236}">
                <a16:creationId xmlns:a16="http://schemas.microsoft.com/office/drawing/2014/main" id="{8E938229-0E14-402A-A1DE-D633204C74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1EE1FC8-0753-4C14-B86A-DA9622B3F66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167</a:t>
            </a:fld>
            <a:endParaRPr lang="en-AU" altLang="en-US" sz="1400"/>
          </a:p>
        </p:txBody>
      </p:sp>
      <p:sp>
        <p:nvSpPr>
          <p:cNvPr id="269315" name="Rectangle 2">
            <a:extLst>
              <a:ext uri="{FF2B5EF4-FFF2-40B4-BE49-F238E27FC236}">
                <a16:creationId xmlns:a16="http://schemas.microsoft.com/office/drawing/2014/main" id="{5CF61A98-578D-4AED-93A3-A26ED63827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Interface Signals</a:t>
            </a:r>
          </a:p>
        </p:txBody>
      </p:sp>
      <p:sp>
        <p:nvSpPr>
          <p:cNvPr id="269316" name="Rectangle 4">
            <a:extLst>
              <a:ext uri="{FF2B5EF4-FFF2-40B4-BE49-F238E27FC236}">
                <a16:creationId xmlns:a16="http://schemas.microsoft.com/office/drawing/2014/main" id="{E3EC8DB7-9B11-4FFA-891C-FE2A7FACE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1916113"/>
            <a:ext cx="1152525" cy="29527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Cache</a:t>
            </a:r>
          </a:p>
        </p:txBody>
      </p:sp>
      <p:sp>
        <p:nvSpPr>
          <p:cNvPr id="269317" name="Rectangle 5">
            <a:extLst>
              <a:ext uri="{FF2B5EF4-FFF2-40B4-BE49-F238E27FC236}">
                <a16:creationId xmlns:a16="http://schemas.microsoft.com/office/drawing/2014/main" id="{6C8CE99E-DB4D-434E-8A6B-DBB827C94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1987550"/>
            <a:ext cx="1152525" cy="29527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CPU</a:t>
            </a:r>
          </a:p>
        </p:txBody>
      </p:sp>
      <p:sp>
        <p:nvSpPr>
          <p:cNvPr id="269318" name="Rectangle 6">
            <a:extLst>
              <a:ext uri="{FF2B5EF4-FFF2-40B4-BE49-F238E27FC236}">
                <a16:creationId xmlns:a16="http://schemas.microsoft.com/office/drawing/2014/main" id="{CF0EF3BB-222D-4563-BF8C-9C4D1C4D0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1916113"/>
            <a:ext cx="1152525" cy="29527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Memory</a:t>
            </a:r>
          </a:p>
        </p:txBody>
      </p:sp>
      <p:sp>
        <p:nvSpPr>
          <p:cNvPr id="269319" name="Line 7">
            <a:extLst>
              <a:ext uri="{FF2B5EF4-FFF2-40B4-BE49-F238E27FC236}">
                <a16:creationId xmlns:a16="http://schemas.microsoft.com/office/drawing/2014/main" id="{0667D017-F675-443A-9131-A219757BD5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2347913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20" name="Line 8">
            <a:extLst>
              <a:ext uri="{FF2B5EF4-FFF2-40B4-BE49-F238E27FC236}">
                <a16:creationId xmlns:a16="http://schemas.microsoft.com/office/drawing/2014/main" id="{7E396922-F10A-4463-9D2B-C65D0A5A0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2706688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21" name="Text Box 9">
            <a:extLst>
              <a:ext uri="{FF2B5EF4-FFF2-40B4-BE49-F238E27FC236}">
                <a16:creationId xmlns:a16="http://schemas.microsoft.com/office/drawing/2014/main" id="{D2D78C0E-C623-4495-817D-E143F575A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058988"/>
            <a:ext cx="1327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Read/Write</a:t>
            </a:r>
          </a:p>
        </p:txBody>
      </p:sp>
      <p:sp>
        <p:nvSpPr>
          <p:cNvPr id="269322" name="Text Box 10">
            <a:extLst>
              <a:ext uri="{FF2B5EF4-FFF2-40B4-BE49-F238E27FC236}">
                <a16:creationId xmlns:a16="http://schemas.microsoft.com/office/drawing/2014/main" id="{D0C48B12-D028-4477-BF3F-C4C468EB9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419350"/>
            <a:ext cx="69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Valid</a:t>
            </a:r>
          </a:p>
        </p:txBody>
      </p:sp>
      <p:sp>
        <p:nvSpPr>
          <p:cNvPr id="269323" name="Line 11">
            <a:extLst>
              <a:ext uri="{FF2B5EF4-FFF2-40B4-BE49-F238E27FC236}">
                <a16:creationId xmlns:a16="http://schemas.microsoft.com/office/drawing/2014/main" id="{E026D94B-4DAD-4283-903B-1344432951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31400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24" name="Text Box 12">
            <a:extLst>
              <a:ext uri="{FF2B5EF4-FFF2-40B4-BE49-F238E27FC236}">
                <a16:creationId xmlns:a16="http://schemas.microsoft.com/office/drawing/2014/main" id="{69380E4F-8B54-4783-B7FB-A3184D23B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8527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Address</a:t>
            </a:r>
          </a:p>
        </p:txBody>
      </p:sp>
      <p:sp>
        <p:nvSpPr>
          <p:cNvPr id="269325" name="Line 13">
            <a:extLst>
              <a:ext uri="{FF2B5EF4-FFF2-40B4-BE49-F238E27FC236}">
                <a16:creationId xmlns:a16="http://schemas.microsoft.com/office/drawing/2014/main" id="{05092585-327B-4333-82F9-38404FD107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35718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26" name="Text Box 14">
            <a:extLst>
              <a:ext uri="{FF2B5EF4-FFF2-40B4-BE49-F238E27FC236}">
                <a16:creationId xmlns:a16="http://schemas.microsoft.com/office/drawing/2014/main" id="{973D634F-1601-4259-BE49-86CBAF3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3284538"/>
            <a:ext cx="126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Write Data</a:t>
            </a:r>
          </a:p>
        </p:txBody>
      </p:sp>
      <p:sp>
        <p:nvSpPr>
          <p:cNvPr id="269327" name="Line 15">
            <a:extLst>
              <a:ext uri="{FF2B5EF4-FFF2-40B4-BE49-F238E27FC236}">
                <a16:creationId xmlns:a16="http://schemas.microsoft.com/office/drawing/2014/main" id="{3E3B275D-CFDD-4800-AF79-916CA733E5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40036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28" name="Text Box 16">
            <a:extLst>
              <a:ext uri="{FF2B5EF4-FFF2-40B4-BE49-F238E27FC236}">
                <a16:creationId xmlns:a16="http://schemas.microsoft.com/office/drawing/2014/main" id="{15A96A6D-9AE0-4F03-9D1E-276CB2E40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3716338"/>
            <a:ext cx="1276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 Data</a:t>
            </a:r>
          </a:p>
        </p:txBody>
      </p:sp>
      <p:sp>
        <p:nvSpPr>
          <p:cNvPr id="269329" name="Line 17">
            <a:extLst>
              <a:ext uri="{FF2B5EF4-FFF2-40B4-BE49-F238E27FC236}">
                <a16:creationId xmlns:a16="http://schemas.microsoft.com/office/drawing/2014/main" id="{1A2612D7-49E6-4432-A7AE-104BBB778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4435475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0" name="Text Box 18">
            <a:extLst>
              <a:ext uri="{FF2B5EF4-FFF2-40B4-BE49-F238E27FC236}">
                <a16:creationId xmlns:a16="http://schemas.microsoft.com/office/drawing/2014/main" id="{E1FA2743-C8B5-4EA4-9EFB-282252CB7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14813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Ready</a:t>
            </a:r>
          </a:p>
        </p:txBody>
      </p:sp>
      <p:sp>
        <p:nvSpPr>
          <p:cNvPr id="269331" name="Line 19">
            <a:extLst>
              <a:ext uri="{FF2B5EF4-FFF2-40B4-BE49-F238E27FC236}">
                <a16:creationId xmlns:a16="http://schemas.microsoft.com/office/drawing/2014/main" id="{C1C4841E-09AB-4C7B-ABD7-EF08531CF5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6025" y="30670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2" name="Line 20">
            <a:extLst>
              <a:ext uri="{FF2B5EF4-FFF2-40B4-BE49-F238E27FC236}">
                <a16:creationId xmlns:a16="http://schemas.microsoft.com/office/drawing/2014/main" id="{03DF2F2A-01D0-4803-A9BE-A05910DFD3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6025" y="34988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3" name="Line 21">
            <a:extLst>
              <a:ext uri="{FF2B5EF4-FFF2-40B4-BE49-F238E27FC236}">
                <a16:creationId xmlns:a16="http://schemas.microsoft.com/office/drawing/2014/main" id="{CAB3A4E3-C751-4970-828B-AF1756A3F7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6025" y="3932238"/>
            <a:ext cx="144463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4" name="Text Box 22">
            <a:extLst>
              <a:ext uri="{FF2B5EF4-FFF2-40B4-BE49-F238E27FC236}">
                <a16:creationId xmlns:a16="http://schemas.microsoft.com/office/drawing/2014/main" id="{B49FFB8D-E5C9-412F-9872-D63946BE1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3" y="277812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32</a:t>
            </a:r>
          </a:p>
        </p:txBody>
      </p:sp>
      <p:sp>
        <p:nvSpPr>
          <p:cNvPr id="269335" name="Text Box 23">
            <a:extLst>
              <a:ext uri="{FF2B5EF4-FFF2-40B4-BE49-F238E27FC236}">
                <a16:creationId xmlns:a16="http://schemas.microsoft.com/office/drawing/2014/main" id="{B4CAF689-6415-4949-AA66-C3B76C784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3" y="3211513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32</a:t>
            </a:r>
          </a:p>
        </p:txBody>
      </p:sp>
      <p:sp>
        <p:nvSpPr>
          <p:cNvPr id="269336" name="Text Box 24">
            <a:extLst>
              <a:ext uri="{FF2B5EF4-FFF2-40B4-BE49-F238E27FC236}">
                <a16:creationId xmlns:a16="http://schemas.microsoft.com/office/drawing/2014/main" id="{15B362E5-FA74-4A85-A23C-8307B3139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3" y="3644900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32</a:t>
            </a:r>
          </a:p>
        </p:txBody>
      </p:sp>
      <p:sp>
        <p:nvSpPr>
          <p:cNvPr id="269337" name="Line 25">
            <a:extLst>
              <a:ext uri="{FF2B5EF4-FFF2-40B4-BE49-F238E27FC236}">
                <a16:creationId xmlns:a16="http://schemas.microsoft.com/office/drawing/2014/main" id="{D5891D09-A366-4456-90E1-B0CCC06FF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2347913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8" name="Line 26">
            <a:extLst>
              <a:ext uri="{FF2B5EF4-FFF2-40B4-BE49-F238E27FC236}">
                <a16:creationId xmlns:a16="http://schemas.microsoft.com/office/drawing/2014/main" id="{7AF428BC-8ADE-4567-9AEB-2C2465C62A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2706688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9" name="Text Box 27">
            <a:extLst>
              <a:ext uri="{FF2B5EF4-FFF2-40B4-BE49-F238E27FC236}">
                <a16:creationId xmlns:a16="http://schemas.microsoft.com/office/drawing/2014/main" id="{4E205193-05C1-4A88-9192-8E19ED0F3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2058988"/>
            <a:ext cx="1327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Read/Write</a:t>
            </a:r>
          </a:p>
        </p:txBody>
      </p:sp>
      <p:sp>
        <p:nvSpPr>
          <p:cNvPr id="269340" name="Text Box 28">
            <a:extLst>
              <a:ext uri="{FF2B5EF4-FFF2-40B4-BE49-F238E27FC236}">
                <a16:creationId xmlns:a16="http://schemas.microsoft.com/office/drawing/2014/main" id="{0B105EAA-5DF8-412F-938B-FB3940B7A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2419350"/>
            <a:ext cx="69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Valid</a:t>
            </a:r>
          </a:p>
        </p:txBody>
      </p:sp>
      <p:sp>
        <p:nvSpPr>
          <p:cNvPr id="269341" name="Line 29">
            <a:extLst>
              <a:ext uri="{FF2B5EF4-FFF2-40B4-BE49-F238E27FC236}">
                <a16:creationId xmlns:a16="http://schemas.microsoft.com/office/drawing/2014/main" id="{CDB4373E-81CD-4714-81E1-ABA50CF97C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31400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42" name="Text Box 30">
            <a:extLst>
              <a:ext uri="{FF2B5EF4-FFF2-40B4-BE49-F238E27FC236}">
                <a16:creationId xmlns:a16="http://schemas.microsoft.com/office/drawing/2014/main" id="{A0C7F89E-9B19-4E8C-B038-1030527B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28527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Address</a:t>
            </a:r>
          </a:p>
        </p:txBody>
      </p:sp>
      <p:sp>
        <p:nvSpPr>
          <p:cNvPr id="269343" name="Line 31">
            <a:extLst>
              <a:ext uri="{FF2B5EF4-FFF2-40B4-BE49-F238E27FC236}">
                <a16:creationId xmlns:a16="http://schemas.microsoft.com/office/drawing/2014/main" id="{2AD33A80-C8C1-4893-A8DF-5FAC7D386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35718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44" name="Text Box 32">
            <a:extLst>
              <a:ext uri="{FF2B5EF4-FFF2-40B4-BE49-F238E27FC236}">
                <a16:creationId xmlns:a16="http://schemas.microsoft.com/office/drawing/2014/main" id="{C01F2F19-331D-48BF-9219-9E731A6AB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3284538"/>
            <a:ext cx="126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Write Data</a:t>
            </a:r>
          </a:p>
        </p:txBody>
      </p:sp>
      <p:sp>
        <p:nvSpPr>
          <p:cNvPr id="269345" name="Line 33">
            <a:extLst>
              <a:ext uri="{FF2B5EF4-FFF2-40B4-BE49-F238E27FC236}">
                <a16:creationId xmlns:a16="http://schemas.microsoft.com/office/drawing/2014/main" id="{C03A53C1-003B-4B2C-9965-44DD0F0D2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40036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46" name="Text Box 34">
            <a:extLst>
              <a:ext uri="{FF2B5EF4-FFF2-40B4-BE49-F238E27FC236}">
                <a16:creationId xmlns:a16="http://schemas.microsoft.com/office/drawing/2014/main" id="{94E31F04-8D95-47C3-856F-FC2EA628D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3716338"/>
            <a:ext cx="1276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 Data</a:t>
            </a:r>
          </a:p>
        </p:txBody>
      </p:sp>
      <p:sp>
        <p:nvSpPr>
          <p:cNvPr id="269347" name="Line 35">
            <a:extLst>
              <a:ext uri="{FF2B5EF4-FFF2-40B4-BE49-F238E27FC236}">
                <a16:creationId xmlns:a16="http://schemas.microsoft.com/office/drawing/2014/main" id="{810384A3-34F5-4680-BB38-3071D09AD5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4435475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48" name="Text Box 36">
            <a:extLst>
              <a:ext uri="{FF2B5EF4-FFF2-40B4-BE49-F238E27FC236}">
                <a16:creationId xmlns:a16="http://schemas.microsoft.com/office/drawing/2014/main" id="{EAEAEF37-537A-4609-A2F6-946B341FC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414813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Ready</a:t>
            </a:r>
          </a:p>
        </p:txBody>
      </p:sp>
      <p:sp>
        <p:nvSpPr>
          <p:cNvPr id="269349" name="Line 37">
            <a:extLst>
              <a:ext uri="{FF2B5EF4-FFF2-40B4-BE49-F238E27FC236}">
                <a16:creationId xmlns:a16="http://schemas.microsoft.com/office/drawing/2014/main" id="{0221452E-08AF-4DAD-935B-B6966B1A9F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0575" y="30670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50" name="Line 38">
            <a:extLst>
              <a:ext uri="{FF2B5EF4-FFF2-40B4-BE49-F238E27FC236}">
                <a16:creationId xmlns:a16="http://schemas.microsoft.com/office/drawing/2014/main" id="{415E02E4-7A9C-4800-8476-F9B2115003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0575" y="34988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51" name="Line 39">
            <a:extLst>
              <a:ext uri="{FF2B5EF4-FFF2-40B4-BE49-F238E27FC236}">
                <a16:creationId xmlns:a16="http://schemas.microsoft.com/office/drawing/2014/main" id="{347E7E9F-0626-4964-9AE0-381368F59F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0575" y="3932238"/>
            <a:ext cx="144463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52" name="Text Box 40">
            <a:extLst>
              <a:ext uri="{FF2B5EF4-FFF2-40B4-BE49-F238E27FC236}">
                <a16:creationId xmlns:a16="http://schemas.microsoft.com/office/drawing/2014/main" id="{F856ADF4-C44A-4871-9E48-A1700EA51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513" y="277812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32</a:t>
            </a:r>
          </a:p>
        </p:txBody>
      </p:sp>
      <p:sp>
        <p:nvSpPr>
          <p:cNvPr id="269353" name="Text Box 41">
            <a:extLst>
              <a:ext uri="{FF2B5EF4-FFF2-40B4-BE49-F238E27FC236}">
                <a16:creationId xmlns:a16="http://schemas.microsoft.com/office/drawing/2014/main" id="{FE940F0F-B4DB-4BF4-B6BB-1CDAEA32D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3211513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128</a:t>
            </a:r>
          </a:p>
        </p:txBody>
      </p:sp>
      <p:sp>
        <p:nvSpPr>
          <p:cNvPr id="269354" name="Text Box 42">
            <a:extLst>
              <a:ext uri="{FF2B5EF4-FFF2-40B4-BE49-F238E27FC236}">
                <a16:creationId xmlns:a16="http://schemas.microsoft.com/office/drawing/2014/main" id="{16FE6BF8-4FC8-45A3-95C4-A3E0B70F2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36449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128</a:t>
            </a:r>
          </a:p>
        </p:txBody>
      </p:sp>
      <p:sp>
        <p:nvSpPr>
          <p:cNvPr id="269355" name="AutoShape 43">
            <a:extLst>
              <a:ext uri="{FF2B5EF4-FFF2-40B4-BE49-F238E27FC236}">
                <a16:creationId xmlns:a16="http://schemas.microsoft.com/office/drawing/2014/main" id="{4EA1312A-DBF3-4ECF-811A-EB804A224905}"/>
              </a:ext>
            </a:extLst>
          </p:cNvPr>
          <p:cNvSpPr>
            <a:spLocks/>
          </p:cNvSpPr>
          <p:nvPr/>
        </p:nvSpPr>
        <p:spPr bwMode="auto">
          <a:xfrm>
            <a:off x="4067175" y="5332413"/>
            <a:ext cx="1795463" cy="690562"/>
          </a:xfrm>
          <a:prstGeom prst="borderCallout1">
            <a:avLst>
              <a:gd name="adj1" fmla="val -3023"/>
              <a:gd name="adj2" fmla="val 101144"/>
              <a:gd name="adj3" fmla="val -95403"/>
              <a:gd name="adj4" fmla="val 13165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Multiple cycles per access</a:t>
            </a:r>
          </a:p>
        </p:txBody>
      </p:sp>
      <p:sp>
        <p:nvSpPr>
          <p:cNvPr id="269356" name="Rectangle 1">
            <a:extLst>
              <a:ext uri="{FF2B5EF4-FFF2-40B4-BE49-F238E27FC236}">
                <a16:creationId xmlns:a16="http://schemas.microsoft.com/office/drawing/2014/main" id="{4E58BD19-F464-4FF5-9037-03812BEB6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0" y="3211513"/>
            <a:ext cx="327025" cy="93027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69357" name="Rectangle 44">
            <a:extLst>
              <a:ext uri="{FF2B5EF4-FFF2-40B4-BE49-F238E27FC236}">
                <a16:creationId xmlns:a16="http://schemas.microsoft.com/office/drawing/2014/main" id="{15BB9364-CC43-4E82-B63A-52ECE802B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900" y="3217863"/>
            <a:ext cx="325438" cy="93027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69358" name="AutoShape 43">
            <a:extLst>
              <a:ext uri="{FF2B5EF4-FFF2-40B4-BE49-F238E27FC236}">
                <a16:creationId xmlns:a16="http://schemas.microsoft.com/office/drawing/2014/main" id="{9110A3AC-5DC6-417B-938E-BB377CD0816D}"/>
              </a:ext>
            </a:extLst>
          </p:cNvPr>
          <p:cNvSpPr>
            <a:spLocks/>
          </p:cNvSpPr>
          <p:nvPr/>
        </p:nvSpPr>
        <p:spPr bwMode="auto">
          <a:xfrm>
            <a:off x="6415088" y="5341938"/>
            <a:ext cx="1795462" cy="690562"/>
          </a:xfrm>
          <a:prstGeom prst="borderCallout1">
            <a:avLst>
              <a:gd name="adj1" fmla="val -1870"/>
              <a:gd name="adj2" fmla="val 56417"/>
              <a:gd name="adj3" fmla="val -168273"/>
              <a:gd name="adj4" fmla="val 5028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4-word block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= 128 bits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Footer Placeholder 3">
            <a:extLst>
              <a:ext uri="{FF2B5EF4-FFF2-40B4-BE49-F238E27FC236}">
                <a16:creationId xmlns:a16="http://schemas.microsoft.com/office/drawing/2014/main" id="{E38B6065-62E1-40F5-A683-7C5ECFDC70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B574781-ADCE-4F99-A09D-2401E2A453C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168</a:t>
            </a:fld>
            <a:endParaRPr lang="en-AU" altLang="en-US" sz="1400"/>
          </a:p>
        </p:txBody>
      </p:sp>
      <p:sp>
        <p:nvSpPr>
          <p:cNvPr id="271363" name="Rectangle 2">
            <a:extLst>
              <a:ext uri="{FF2B5EF4-FFF2-40B4-BE49-F238E27FC236}">
                <a16:creationId xmlns:a16="http://schemas.microsoft.com/office/drawing/2014/main" id="{10656754-F341-4932-938E-94912D3A2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354013"/>
            <a:ext cx="8259762" cy="554037"/>
          </a:xfrm>
        </p:spPr>
        <p:txBody>
          <a:bodyPr/>
          <a:lstStyle/>
          <a:p>
            <a:pPr eaLnBrk="1" hangingPunct="1"/>
            <a:r>
              <a:rPr lang="en-AU" altLang="en-US" sz="3000"/>
              <a:t>Finite State Machines for a Cache Controller</a:t>
            </a:r>
          </a:p>
        </p:txBody>
      </p:sp>
      <p:sp>
        <p:nvSpPr>
          <p:cNvPr id="271364" name="Rectangle 3">
            <a:extLst>
              <a:ext uri="{FF2B5EF4-FFF2-40B4-BE49-F238E27FC236}">
                <a16:creationId xmlns:a16="http://schemas.microsoft.com/office/drawing/2014/main" id="{4DCE9587-6711-41C3-A596-35DF33F5B8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135937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 dirty="0"/>
              <a:t>Use an FSM to sequence control steps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 dirty="0"/>
              <a:t>Set of states, transition on each clock edge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 dirty="0"/>
              <a:t>State values are binary encoded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 dirty="0"/>
              <a:t>Current state stored in a register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 dirty="0"/>
              <a:t>Next state = </a:t>
            </a:r>
            <a:r>
              <a:rPr lang="en-AU" altLang="en-US" sz="2400" i="1" dirty="0" err="1"/>
              <a:t>f</a:t>
            </a:r>
            <a:r>
              <a:rPr lang="en-AU" altLang="en-US" sz="2400" i="1" baseline="-25000" dirty="0" err="1"/>
              <a:t>n</a:t>
            </a:r>
            <a:r>
              <a:rPr lang="en-AU" altLang="en-US" sz="2400" dirty="0"/>
              <a:t> (current state, current inputs)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Control signals </a:t>
            </a:r>
            <a:r>
              <a:rPr lang="en-AU" altLang="en-US" sz="2800" dirty="0"/>
              <a:t>= </a:t>
            </a:r>
            <a:r>
              <a:rPr lang="en-AU" altLang="en-US" sz="2800" i="1" dirty="0" err="1"/>
              <a:t>f</a:t>
            </a:r>
            <a:r>
              <a:rPr lang="en-AU" altLang="en-US" sz="2800" i="1" baseline="-25000" dirty="0" err="1"/>
              <a:t>o</a:t>
            </a:r>
            <a:r>
              <a:rPr lang="en-AU" altLang="en-US" sz="2800" dirty="0"/>
              <a:t> (current state)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Footer Placeholder 3">
            <a:extLst>
              <a:ext uri="{FF2B5EF4-FFF2-40B4-BE49-F238E27FC236}">
                <a16:creationId xmlns:a16="http://schemas.microsoft.com/office/drawing/2014/main" id="{A7AB6FDF-2AAC-4FC1-A461-CBC0C7F6A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F2A963B-F13F-4D05-AADC-E5A912A7BED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169</a:t>
            </a:fld>
            <a:endParaRPr lang="en-AU" altLang="en-US" sz="1400"/>
          </a:p>
        </p:txBody>
      </p:sp>
      <p:pic>
        <p:nvPicPr>
          <p:cNvPr id="275459" name="Picture 6" descr="f05-33-P374493">
            <a:extLst>
              <a:ext uri="{FF2B5EF4-FFF2-40B4-BE49-F238E27FC236}">
                <a16:creationId xmlns:a16="http://schemas.microsoft.com/office/drawing/2014/main" id="{9D5DB0A3-4EFD-4DB7-99B9-0774EDBCA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1484313"/>
            <a:ext cx="5167312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5460" name="Rectangle 3">
            <a:extLst>
              <a:ext uri="{FF2B5EF4-FFF2-40B4-BE49-F238E27FC236}">
                <a16:creationId xmlns:a16="http://schemas.microsoft.com/office/drawing/2014/main" id="{7F081220-21BD-418B-A6EC-CA4E51CD5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378325"/>
            <a:ext cx="431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75461" name="Rectangle 8">
            <a:extLst>
              <a:ext uri="{FF2B5EF4-FFF2-40B4-BE49-F238E27FC236}">
                <a16:creationId xmlns:a16="http://schemas.microsoft.com/office/drawing/2014/main" id="{AE05D271-6291-41F9-AFD3-8A3C4875B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5154613"/>
            <a:ext cx="1223962" cy="5127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75462" name="Rectangle 9">
            <a:extLst>
              <a:ext uri="{FF2B5EF4-FFF2-40B4-BE49-F238E27FC236}">
                <a16:creationId xmlns:a16="http://schemas.microsoft.com/office/drawing/2014/main" id="{6C6CA7F0-977F-4FAF-8F54-74FE56895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763" y="3821113"/>
            <a:ext cx="766762" cy="1408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75463" name="Rectangle 2">
            <a:extLst>
              <a:ext uri="{FF2B5EF4-FFF2-40B4-BE49-F238E27FC236}">
                <a16:creationId xmlns:a16="http://schemas.microsoft.com/office/drawing/2014/main" id="{8C597D16-8B96-4695-AC6C-4811F61AC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Controller FSM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1">
            <a:extLst>
              <a:ext uri="{FF2B5EF4-FFF2-40B4-BE49-F238E27FC236}">
                <a16:creationId xmlns:a16="http://schemas.microsoft.com/office/drawing/2014/main" id="{7E682DC5-6203-4C98-8927-7C7E6FA45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3221038"/>
            <a:ext cx="3716338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3411" name="Footer Placeholder 2">
            <a:extLst>
              <a:ext uri="{FF2B5EF4-FFF2-40B4-BE49-F238E27FC236}">
                <a16:creationId xmlns:a16="http://schemas.microsoft.com/office/drawing/2014/main" id="{3E9C3FDA-AFBB-4BFB-9E85-6AC5BC7C8F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2C5D4E8-861C-452C-AC2C-13DEA45FEAE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170</a:t>
            </a:fld>
            <a:endParaRPr lang="en-AU" altLang="en-US" sz="1400"/>
          </a:p>
        </p:txBody>
      </p:sp>
      <p:pic>
        <p:nvPicPr>
          <p:cNvPr id="273412" name="Picture 6" descr="f05-34-P374493">
            <a:extLst>
              <a:ext uri="{FF2B5EF4-FFF2-40B4-BE49-F238E27FC236}">
                <a16:creationId xmlns:a16="http://schemas.microsoft.com/office/drawing/2014/main" id="{C9BF3FD9-7D62-47AE-B3BC-A8CA8A2FB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182688"/>
            <a:ext cx="5400675" cy="495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3413" name="Rectangle 2">
            <a:extLst>
              <a:ext uri="{FF2B5EF4-FFF2-40B4-BE49-F238E27FC236}">
                <a16:creationId xmlns:a16="http://schemas.microsoft.com/office/drawing/2014/main" id="{5664B59F-2260-43DF-8EF6-B69B2CE9D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Controller FSM</a:t>
            </a:r>
          </a:p>
        </p:txBody>
      </p:sp>
      <p:sp>
        <p:nvSpPr>
          <p:cNvPr id="273414" name="AutoShape 5">
            <a:extLst>
              <a:ext uri="{FF2B5EF4-FFF2-40B4-BE49-F238E27FC236}">
                <a16:creationId xmlns:a16="http://schemas.microsoft.com/office/drawing/2014/main" id="{C4C7A375-BDA1-4E6C-A582-797FDB43C07E}"/>
              </a:ext>
            </a:extLst>
          </p:cNvPr>
          <p:cNvSpPr>
            <a:spLocks/>
          </p:cNvSpPr>
          <p:nvPr/>
        </p:nvSpPr>
        <p:spPr bwMode="auto">
          <a:xfrm>
            <a:off x="6181725" y="1162050"/>
            <a:ext cx="1655763" cy="1800225"/>
          </a:xfrm>
          <a:prstGeom prst="borderCallout1">
            <a:avLst>
              <a:gd name="adj1" fmla="val 6347"/>
              <a:gd name="adj2" fmla="val -4602"/>
              <a:gd name="adj3" fmla="val 15440"/>
              <a:gd name="adj4" fmla="val -6139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Could partition into separate states to reduce clock cycle time</a:t>
            </a:r>
          </a:p>
        </p:txBody>
      </p:sp>
      <p:sp>
        <p:nvSpPr>
          <p:cNvPr id="273415" name="Rectangle 2">
            <a:extLst>
              <a:ext uri="{FF2B5EF4-FFF2-40B4-BE49-F238E27FC236}">
                <a16:creationId xmlns:a16="http://schemas.microsoft.com/office/drawing/2014/main" id="{BB8064E2-4CC0-4AEC-885D-8AF47F0F3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443038"/>
            <a:ext cx="766762" cy="720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/>
              <a:t>No memory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/>
              <a:t>access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Footer Placeholder 1">
            <a:extLst>
              <a:ext uri="{FF2B5EF4-FFF2-40B4-BE49-F238E27FC236}">
                <a16:creationId xmlns:a16="http://schemas.microsoft.com/office/drawing/2014/main" id="{9526EDA4-AE20-4D77-9EE4-8C12A064D3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0F7EEA1-FD7F-45D5-AA75-F62E8AB5EBE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171</a:t>
            </a:fld>
            <a:endParaRPr lang="en-AU" altLang="en-US" sz="140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Footer Placeholder 3">
            <a:extLst>
              <a:ext uri="{FF2B5EF4-FFF2-40B4-BE49-F238E27FC236}">
                <a16:creationId xmlns:a16="http://schemas.microsoft.com/office/drawing/2014/main" id="{C733A824-9CCE-4B97-A19E-F592550370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9B345DB-C6AF-4F45-9BFF-A8C45DF99DC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172</a:t>
            </a:fld>
            <a:endParaRPr lang="en-AU" altLang="en-US" sz="1400"/>
          </a:p>
        </p:txBody>
      </p:sp>
      <p:sp>
        <p:nvSpPr>
          <p:cNvPr id="278531" name="Rectangle 2">
            <a:extLst>
              <a:ext uri="{FF2B5EF4-FFF2-40B4-BE49-F238E27FC236}">
                <a16:creationId xmlns:a16="http://schemas.microsoft.com/office/drawing/2014/main" id="{A42F1901-E258-43A1-8467-7C2A145C2A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Problem</a:t>
            </a:r>
          </a:p>
        </p:txBody>
      </p:sp>
      <p:sp>
        <p:nvSpPr>
          <p:cNvPr id="278532" name="Rectangle 3">
            <a:extLst>
              <a:ext uri="{FF2B5EF4-FFF2-40B4-BE49-F238E27FC236}">
                <a16:creationId xmlns:a16="http://schemas.microsoft.com/office/drawing/2014/main" id="{37A89FC8-FCDF-4CB8-BBDB-DDACA3B61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78533" name="Text Box 4">
            <a:extLst>
              <a:ext uri="{FF2B5EF4-FFF2-40B4-BE49-F238E27FC236}">
                <a16:creationId xmlns:a16="http://schemas.microsoft.com/office/drawing/2014/main" id="{F2B727F0-0BCD-4491-B9D2-8B02B933AC5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sp>
        <p:nvSpPr>
          <p:cNvPr id="278534" name="Rectangle 2">
            <a:extLst>
              <a:ext uri="{FF2B5EF4-FFF2-40B4-BE49-F238E27FC236}">
                <a16:creationId xmlns:a16="http://schemas.microsoft.com/office/drawing/2014/main" id="{7DBD6224-B977-4B77-BA5C-D3E9CABF0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927350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78535" name="Rectangle 8">
            <a:extLst>
              <a:ext uri="{FF2B5EF4-FFF2-40B4-BE49-F238E27FC236}">
                <a16:creationId xmlns:a16="http://schemas.microsoft.com/office/drawing/2014/main" id="{C2A30BF5-1E9A-4C19-B782-9425E82F0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838575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0</a:t>
            </a:r>
          </a:p>
        </p:txBody>
      </p:sp>
      <p:sp>
        <p:nvSpPr>
          <p:cNvPr id="278536" name="Rectangle 9">
            <a:extLst>
              <a:ext uri="{FF2B5EF4-FFF2-40B4-BE49-F238E27FC236}">
                <a16:creationId xmlns:a16="http://schemas.microsoft.com/office/drawing/2014/main" id="{C429455F-11F7-4C52-A901-E8BBC0C78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924175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78537" name="Rectangle 10">
            <a:extLst>
              <a:ext uri="{FF2B5EF4-FFF2-40B4-BE49-F238E27FC236}">
                <a16:creationId xmlns:a16="http://schemas.microsoft.com/office/drawing/2014/main" id="{CB642BD5-FB0B-4055-916D-3C70DD23C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35400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78538" name="TextBox 3">
            <a:extLst>
              <a:ext uri="{FF2B5EF4-FFF2-40B4-BE49-F238E27FC236}">
                <a16:creationId xmlns:a16="http://schemas.microsoft.com/office/drawing/2014/main" id="{0E536474-78FF-483C-B11F-0A6C3C494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3908425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A</a:t>
            </a:r>
          </a:p>
        </p:txBody>
      </p:sp>
      <p:sp>
        <p:nvSpPr>
          <p:cNvPr id="278540" name="Rectangle 13">
            <a:extLst>
              <a:ext uri="{FF2B5EF4-FFF2-40B4-BE49-F238E27FC236}">
                <a16:creationId xmlns:a16="http://schemas.microsoft.com/office/drawing/2014/main" id="{1E5023E6-FCB3-4D01-A1F4-185E7B8EA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4797425"/>
            <a:ext cx="1008063" cy="15843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78541" name="TextBox 14">
            <a:extLst>
              <a:ext uri="{FF2B5EF4-FFF2-40B4-BE49-F238E27FC236}">
                <a16:creationId xmlns:a16="http://schemas.microsoft.com/office/drawing/2014/main" id="{4A8AA9A2-89FF-42F0-8742-6ED29E824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497289"/>
            <a:ext cx="1149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RAM (Mem)</a:t>
            </a:r>
          </a:p>
        </p:txBody>
      </p:sp>
      <p:sp>
        <p:nvSpPr>
          <p:cNvPr id="278542" name="Up-Down Arrow 4">
            <a:extLst>
              <a:ext uri="{FF2B5EF4-FFF2-40B4-BE49-F238E27FC236}">
                <a16:creationId xmlns:a16="http://schemas.microsoft.com/office/drawing/2014/main" id="{11DF5866-5299-4FA1-ABDA-C6D89B348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340225"/>
            <a:ext cx="179388" cy="447675"/>
          </a:xfrm>
          <a:prstGeom prst="upDownArrow">
            <a:avLst>
              <a:gd name="adj1" fmla="val 50000"/>
              <a:gd name="adj2" fmla="val 49946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278543" name="Straight Connector 6">
            <a:extLst>
              <a:ext uri="{FF2B5EF4-FFF2-40B4-BE49-F238E27FC236}">
                <a16:creationId xmlns:a16="http://schemas.microsoft.com/office/drawing/2014/main" id="{368EB3FB-3431-4E19-93CF-6AE3BA50106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21138" y="4332288"/>
            <a:ext cx="1047750" cy="142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2">
            <a:extLst>
              <a:ext uri="{FF2B5EF4-FFF2-40B4-BE49-F238E27FC236}">
                <a16:creationId xmlns:a16="http://schemas.microsoft.com/office/drawing/2014/main" id="{F42E78E5-FECB-487F-AA32-80078057E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432" y="3905250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B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Footer Placeholder 3">
            <a:extLst>
              <a:ext uri="{FF2B5EF4-FFF2-40B4-BE49-F238E27FC236}">
                <a16:creationId xmlns:a16="http://schemas.microsoft.com/office/drawing/2014/main" id="{39575913-B595-455D-AA05-1D947B1F88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BAD0E99-45B8-470B-A666-00C449AA62A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173</a:t>
            </a:fld>
            <a:endParaRPr lang="en-AU" altLang="en-US" sz="1400"/>
          </a:p>
        </p:txBody>
      </p:sp>
      <p:sp>
        <p:nvSpPr>
          <p:cNvPr id="280579" name="Rectangle 2">
            <a:extLst>
              <a:ext uri="{FF2B5EF4-FFF2-40B4-BE49-F238E27FC236}">
                <a16:creationId xmlns:a16="http://schemas.microsoft.com/office/drawing/2014/main" id="{8C6E8DF9-2B53-46DB-A2C7-9D8E37288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Problem</a:t>
            </a:r>
          </a:p>
        </p:txBody>
      </p:sp>
      <p:sp>
        <p:nvSpPr>
          <p:cNvPr id="280580" name="Rectangle 3">
            <a:extLst>
              <a:ext uri="{FF2B5EF4-FFF2-40B4-BE49-F238E27FC236}">
                <a16:creationId xmlns:a16="http://schemas.microsoft.com/office/drawing/2014/main" id="{61862F12-FE1C-4550-BB22-3280C004C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80581" name="Text Box 4">
            <a:extLst>
              <a:ext uri="{FF2B5EF4-FFF2-40B4-BE49-F238E27FC236}">
                <a16:creationId xmlns:a16="http://schemas.microsoft.com/office/drawing/2014/main" id="{6B753C42-FEFB-4BE8-90ED-94DACBB99090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sp>
        <p:nvSpPr>
          <p:cNvPr id="280582" name="Rectangle 2">
            <a:extLst>
              <a:ext uri="{FF2B5EF4-FFF2-40B4-BE49-F238E27FC236}">
                <a16:creationId xmlns:a16="http://schemas.microsoft.com/office/drawing/2014/main" id="{4D149D0F-A544-4828-8B48-C6F2E19E3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927350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80583" name="Rectangle 8">
            <a:extLst>
              <a:ext uri="{FF2B5EF4-FFF2-40B4-BE49-F238E27FC236}">
                <a16:creationId xmlns:a16="http://schemas.microsoft.com/office/drawing/2014/main" id="{6A873A10-5C49-4F6B-846F-3E40AD4C1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838575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0584" name="Rectangle 9">
            <a:extLst>
              <a:ext uri="{FF2B5EF4-FFF2-40B4-BE49-F238E27FC236}">
                <a16:creationId xmlns:a16="http://schemas.microsoft.com/office/drawing/2014/main" id="{ADDA0C3D-136D-49DD-B034-74B4D0726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924175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80585" name="Rectangle 10">
            <a:extLst>
              <a:ext uri="{FF2B5EF4-FFF2-40B4-BE49-F238E27FC236}">
                <a16:creationId xmlns:a16="http://schemas.microsoft.com/office/drawing/2014/main" id="{7BABD1DB-01DE-4365-89E0-2CA14A0E5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35400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80588" name="Rectangle 13">
            <a:extLst>
              <a:ext uri="{FF2B5EF4-FFF2-40B4-BE49-F238E27FC236}">
                <a16:creationId xmlns:a16="http://schemas.microsoft.com/office/drawing/2014/main" id="{A4EC64F3-7823-43EC-A7A0-BA326CA52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4797425"/>
            <a:ext cx="1008063" cy="15843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80590" name="Up-Down Arrow 4">
            <a:extLst>
              <a:ext uri="{FF2B5EF4-FFF2-40B4-BE49-F238E27FC236}">
                <a16:creationId xmlns:a16="http://schemas.microsoft.com/office/drawing/2014/main" id="{9550609C-179A-4990-BABD-0CC2608F0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340225"/>
            <a:ext cx="179388" cy="447675"/>
          </a:xfrm>
          <a:prstGeom prst="upDownArrow">
            <a:avLst>
              <a:gd name="adj1" fmla="val 50000"/>
              <a:gd name="adj2" fmla="val 49946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280591" name="Straight Connector 6">
            <a:extLst>
              <a:ext uri="{FF2B5EF4-FFF2-40B4-BE49-F238E27FC236}">
                <a16:creationId xmlns:a16="http://schemas.microsoft.com/office/drawing/2014/main" id="{0C0749DC-D518-4709-8792-5A948070817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21138" y="4332288"/>
            <a:ext cx="1047750" cy="142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0592" name="TextBox 3">
            <a:extLst>
              <a:ext uri="{FF2B5EF4-FFF2-40B4-BE49-F238E27FC236}">
                <a16:creationId xmlns:a16="http://schemas.microsoft.com/office/drawing/2014/main" id="{BEB5E139-4E9B-4D82-B246-75C305669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903663"/>
            <a:ext cx="936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A Write “1” to X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51F12EA7-88C4-4935-946D-2976EA74B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3908425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A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4238ED24-939F-4BA1-88A5-4D2532144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497289"/>
            <a:ext cx="1149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RAM (Mem)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A06B0193-8118-4EA1-90C0-49B9F16C1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432" y="3905250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B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Footer Placeholder 3">
            <a:extLst>
              <a:ext uri="{FF2B5EF4-FFF2-40B4-BE49-F238E27FC236}">
                <a16:creationId xmlns:a16="http://schemas.microsoft.com/office/drawing/2014/main" id="{890F9F8A-F2EE-4948-B92E-CBD8C55BDB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EE75C7D2-1EEA-439D-9E13-73E7C61B6C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174</a:t>
            </a:fld>
            <a:endParaRPr lang="en-AU" altLang="en-US" sz="1400"/>
          </a:p>
        </p:txBody>
      </p:sp>
      <p:sp>
        <p:nvSpPr>
          <p:cNvPr id="282627" name="Rectangle 2">
            <a:extLst>
              <a:ext uri="{FF2B5EF4-FFF2-40B4-BE49-F238E27FC236}">
                <a16:creationId xmlns:a16="http://schemas.microsoft.com/office/drawing/2014/main" id="{1C8CF0FB-6AF6-4585-88F6-DEF2BA5CF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Problem</a:t>
            </a:r>
          </a:p>
        </p:txBody>
      </p:sp>
      <p:sp>
        <p:nvSpPr>
          <p:cNvPr id="282628" name="Rectangle 3">
            <a:extLst>
              <a:ext uri="{FF2B5EF4-FFF2-40B4-BE49-F238E27FC236}">
                <a16:creationId xmlns:a16="http://schemas.microsoft.com/office/drawing/2014/main" id="{E1E89293-AEC9-45F8-85C8-CB7047DE3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82629" name="Text Box 4">
            <a:extLst>
              <a:ext uri="{FF2B5EF4-FFF2-40B4-BE49-F238E27FC236}">
                <a16:creationId xmlns:a16="http://schemas.microsoft.com/office/drawing/2014/main" id="{C8D7EA55-C489-405E-86AE-9C71A14E2511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sp>
        <p:nvSpPr>
          <p:cNvPr id="282630" name="Rectangle 2">
            <a:extLst>
              <a:ext uri="{FF2B5EF4-FFF2-40B4-BE49-F238E27FC236}">
                <a16:creationId xmlns:a16="http://schemas.microsoft.com/office/drawing/2014/main" id="{204C98FB-9C0A-4DC1-9096-0687E4281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927350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82631" name="Rectangle 8">
            <a:extLst>
              <a:ext uri="{FF2B5EF4-FFF2-40B4-BE49-F238E27FC236}">
                <a16:creationId xmlns:a16="http://schemas.microsoft.com/office/drawing/2014/main" id="{363316EB-56C0-436F-9937-C3E56EB01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838575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2632" name="Rectangle 9">
            <a:extLst>
              <a:ext uri="{FF2B5EF4-FFF2-40B4-BE49-F238E27FC236}">
                <a16:creationId xmlns:a16="http://schemas.microsoft.com/office/drawing/2014/main" id="{F682118C-BAF6-4B48-A55B-915AA4AB9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924175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82633" name="Rectangle 10">
            <a:extLst>
              <a:ext uri="{FF2B5EF4-FFF2-40B4-BE49-F238E27FC236}">
                <a16:creationId xmlns:a16="http://schemas.microsoft.com/office/drawing/2014/main" id="{D9968307-0BE6-4561-BB1B-4B5E99C03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35400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82636" name="Rectangle 13">
            <a:extLst>
              <a:ext uri="{FF2B5EF4-FFF2-40B4-BE49-F238E27FC236}">
                <a16:creationId xmlns:a16="http://schemas.microsoft.com/office/drawing/2014/main" id="{626F5B20-2C21-46F2-9938-AEBBE2E05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4797425"/>
            <a:ext cx="1008063" cy="15843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2638" name="Up-Down Arrow 4">
            <a:extLst>
              <a:ext uri="{FF2B5EF4-FFF2-40B4-BE49-F238E27FC236}">
                <a16:creationId xmlns:a16="http://schemas.microsoft.com/office/drawing/2014/main" id="{40396828-CACF-487A-8160-674030243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340225"/>
            <a:ext cx="179388" cy="447675"/>
          </a:xfrm>
          <a:prstGeom prst="upDownArrow">
            <a:avLst>
              <a:gd name="adj1" fmla="val 50000"/>
              <a:gd name="adj2" fmla="val 49946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282639" name="Straight Connector 6">
            <a:extLst>
              <a:ext uri="{FF2B5EF4-FFF2-40B4-BE49-F238E27FC236}">
                <a16:creationId xmlns:a16="http://schemas.microsoft.com/office/drawing/2014/main" id="{505E49C2-948E-4EE8-AA20-F3ACB6114C1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21138" y="4332288"/>
            <a:ext cx="1047750" cy="142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2640" name="Straight Arrow Connector 2">
            <a:extLst>
              <a:ext uri="{FF2B5EF4-FFF2-40B4-BE49-F238E27FC236}">
                <a16:creationId xmlns:a16="http://schemas.microsoft.com/office/drawing/2014/main" id="{7DEA487F-F874-49FA-A9F6-6EF3C540F34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4250" y="4086225"/>
            <a:ext cx="1079500" cy="12176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2641" name="TextBox 3">
            <a:extLst>
              <a:ext uri="{FF2B5EF4-FFF2-40B4-BE49-F238E27FC236}">
                <a16:creationId xmlns:a16="http://schemas.microsoft.com/office/drawing/2014/main" id="{6993120F-6AAA-439B-974D-4F3713798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038" y="4397375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Write-through</a:t>
            </a:r>
          </a:p>
        </p:txBody>
      </p:sp>
      <p:sp>
        <p:nvSpPr>
          <p:cNvPr id="282642" name="TextBox 3">
            <a:extLst>
              <a:ext uri="{FF2B5EF4-FFF2-40B4-BE49-F238E27FC236}">
                <a16:creationId xmlns:a16="http://schemas.microsoft.com/office/drawing/2014/main" id="{20F3B2BD-A33A-4A95-BFFE-AC759CEA6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903663"/>
            <a:ext cx="936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A Write “1” to X</a:t>
            </a: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DE82CDDF-E4E8-44EC-BBEA-7853D045C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3908425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A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38477B7E-4A16-4023-A394-C593293C6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497289"/>
            <a:ext cx="1149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RAM (Mem)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D92F1FBD-7F26-4263-A8CD-51988B09F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432" y="3905250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B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Footer Placeholder 3">
            <a:extLst>
              <a:ext uri="{FF2B5EF4-FFF2-40B4-BE49-F238E27FC236}">
                <a16:creationId xmlns:a16="http://schemas.microsoft.com/office/drawing/2014/main" id="{DB3E063E-6D75-460E-878A-31FEC1ACA5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48F5929-1C9F-4BE7-97E9-2A750E41100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175</a:t>
            </a:fld>
            <a:endParaRPr lang="en-AU" altLang="en-US" sz="1400"/>
          </a:p>
        </p:txBody>
      </p:sp>
      <p:sp>
        <p:nvSpPr>
          <p:cNvPr id="284675" name="Rectangle 2">
            <a:extLst>
              <a:ext uri="{FF2B5EF4-FFF2-40B4-BE49-F238E27FC236}">
                <a16:creationId xmlns:a16="http://schemas.microsoft.com/office/drawing/2014/main" id="{3CEF8F4B-364C-44DA-9A0B-933E1CDAFB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Problem</a:t>
            </a:r>
          </a:p>
        </p:txBody>
      </p:sp>
      <p:sp>
        <p:nvSpPr>
          <p:cNvPr id="284676" name="Rectangle 3">
            <a:extLst>
              <a:ext uri="{FF2B5EF4-FFF2-40B4-BE49-F238E27FC236}">
                <a16:creationId xmlns:a16="http://schemas.microsoft.com/office/drawing/2014/main" id="{0F3A44B8-95EF-4BC4-8914-864121DEC9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84677" name="Text Box 4">
            <a:extLst>
              <a:ext uri="{FF2B5EF4-FFF2-40B4-BE49-F238E27FC236}">
                <a16:creationId xmlns:a16="http://schemas.microsoft.com/office/drawing/2014/main" id="{5A62B68B-BBA7-4C9A-AF6D-DE205B61077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sp>
        <p:nvSpPr>
          <p:cNvPr id="284678" name="Rectangle 2">
            <a:extLst>
              <a:ext uri="{FF2B5EF4-FFF2-40B4-BE49-F238E27FC236}">
                <a16:creationId xmlns:a16="http://schemas.microsoft.com/office/drawing/2014/main" id="{7D6CED7F-687F-4E06-97E7-4E2428832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927350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84679" name="Rectangle 8">
            <a:extLst>
              <a:ext uri="{FF2B5EF4-FFF2-40B4-BE49-F238E27FC236}">
                <a16:creationId xmlns:a16="http://schemas.microsoft.com/office/drawing/2014/main" id="{80E23B9B-B4C0-4A83-8B6C-E05B57C44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838575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4680" name="Rectangle 9">
            <a:extLst>
              <a:ext uri="{FF2B5EF4-FFF2-40B4-BE49-F238E27FC236}">
                <a16:creationId xmlns:a16="http://schemas.microsoft.com/office/drawing/2014/main" id="{8105D7BF-8DBD-4D7E-A646-DB4188D88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924175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84681" name="Rectangle 10">
            <a:extLst>
              <a:ext uri="{FF2B5EF4-FFF2-40B4-BE49-F238E27FC236}">
                <a16:creationId xmlns:a16="http://schemas.microsoft.com/office/drawing/2014/main" id="{D64B7812-7225-44B0-823D-9948A95AF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35400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84684" name="Rectangle 13">
            <a:extLst>
              <a:ext uri="{FF2B5EF4-FFF2-40B4-BE49-F238E27FC236}">
                <a16:creationId xmlns:a16="http://schemas.microsoft.com/office/drawing/2014/main" id="{0499A2B1-58AC-4320-BAE9-D51F562E7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4797425"/>
            <a:ext cx="1008063" cy="15843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4686" name="Up-Down Arrow 4">
            <a:extLst>
              <a:ext uri="{FF2B5EF4-FFF2-40B4-BE49-F238E27FC236}">
                <a16:creationId xmlns:a16="http://schemas.microsoft.com/office/drawing/2014/main" id="{0599BC6D-337C-4E3E-B8A4-4C17DF018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340225"/>
            <a:ext cx="179388" cy="447675"/>
          </a:xfrm>
          <a:prstGeom prst="upDownArrow">
            <a:avLst>
              <a:gd name="adj1" fmla="val 50000"/>
              <a:gd name="adj2" fmla="val 49946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284687" name="Straight Connector 6">
            <a:extLst>
              <a:ext uri="{FF2B5EF4-FFF2-40B4-BE49-F238E27FC236}">
                <a16:creationId xmlns:a16="http://schemas.microsoft.com/office/drawing/2014/main" id="{5E343902-CBC5-4966-A684-7A8F725C51C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21138" y="4332288"/>
            <a:ext cx="1047750" cy="142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4688" name="Straight Arrow Connector 2">
            <a:extLst>
              <a:ext uri="{FF2B5EF4-FFF2-40B4-BE49-F238E27FC236}">
                <a16:creationId xmlns:a16="http://schemas.microsoft.com/office/drawing/2014/main" id="{91287E01-6BB9-405D-8AAF-5A253146F1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4250" y="4086225"/>
            <a:ext cx="1079500" cy="12176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4689" name="TextBox 3">
            <a:extLst>
              <a:ext uri="{FF2B5EF4-FFF2-40B4-BE49-F238E27FC236}">
                <a16:creationId xmlns:a16="http://schemas.microsoft.com/office/drawing/2014/main" id="{AB5229EC-150D-4E91-98A4-D16B2F346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038" y="4397375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Write-through</a:t>
            </a:r>
          </a:p>
        </p:txBody>
      </p:sp>
      <p:sp>
        <p:nvSpPr>
          <p:cNvPr id="284690" name="TextBox 3">
            <a:extLst>
              <a:ext uri="{FF2B5EF4-FFF2-40B4-BE49-F238E27FC236}">
                <a16:creationId xmlns:a16="http://schemas.microsoft.com/office/drawing/2014/main" id="{C37837DB-11A8-43C2-8F43-8EA9D5038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388" y="3898900"/>
            <a:ext cx="10398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B Reads X Wrong!</a:t>
            </a:r>
          </a:p>
        </p:txBody>
      </p:sp>
      <p:sp>
        <p:nvSpPr>
          <p:cNvPr id="284691" name="TextBox 3">
            <a:extLst>
              <a:ext uri="{FF2B5EF4-FFF2-40B4-BE49-F238E27FC236}">
                <a16:creationId xmlns:a16="http://schemas.microsoft.com/office/drawing/2014/main" id="{B544F21A-B657-4D8E-8CAF-37A24FE96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903663"/>
            <a:ext cx="936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A Write “1” to X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44B84259-4BD3-4BF8-AC83-A5A73F713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3908425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A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4FDC3321-D1A2-43DD-BA0C-B16BBB25F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497289"/>
            <a:ext cx="1149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RAM (Mem)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8355AE7A-1AD7-4D32-B6D8-7276771DA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432" y="3905250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B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Footer Placeholder 3">
            <a:extLst>
              <a:ext uri="{FF2B5EF4-FFF2-40B4-BE49-F238E27FC236}">
                <a16:creationId xmlns:a16="http://schemas.microsoft.com/office/drawing/2014/main" id="{58F46049-F92A-44BA-888F-88759A665D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2CD072F-EC01-45D9-9C7B-5E604E6F42D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176</a:t>
            </a:fld>
            <a:endParaRPr lang="en-AU" altLang="en-US" sz="1400"/>
          </a:p>
        </p:txBody>
      </p:sp>
      <p:sp>
        <p:nvSpPr>
          <p:cNvPr id="286723" name="Rectangle 2">
            <a:extLst>
              <a:ext uri="{FF2B5EF4-FFF2-40B4-BE49-F238E27FC236}">
                <a16:creationId xmlns:a16="http://schemas.microsoft.com/office/drawing/2014/main" id="{477086F6-F519-4887-9033-9B2FDFADC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</a:t>
            </a:r>
            <a:r>
              <a:rPr lang="en-AU" altLang="en-US">
                <a:solidFill>
                  <a:srgbClr val="0039A6"/>
                </a:solidFill>
              </a:rPr>
              <a:t>ere</a:t>
            </a:r>
            <a:r>
              <a:rPr lang="en-AU" altLang="en-US"/>
              <a:t>nce Problem</a:t>
            </a:r>
          </a:p>
        </p:txBody>
      </p:sp>
      <p:sp>
        <p:nvSpPr>
          <p:cNvPr id="286724" name="Rectangle 3">
            <a:extLst>
              <a:ext uri="{FF2B5EF4-FFF2-40B4-BE49-F238E27FC236}">
                <a16:creationId xmlns:a16="http://schemas.microsoft.com/office/drawing/2014/main" id="{DB7E397D-45B0-46EA-9ED0-86152D073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86725" name="Text Box 4">
            <a:extLst>
              <a:ext uri="{FF2B5EF4-FFF2-40B4-BE49-F238E27FC236}">
                <a16:creationId xmlns:a16="http://schemas.microsoft.com/office/drawing/2014/main" id="{1EA11FFC-6704-4EDC-A140-D31E7BD1A21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sp>
        <p:nvSpPr>
          <p:cNvPr id="286726" name="Rectangle 2">
            <a:extLst>
              <a:ext uri="{FF2B5EF4-FFF2-40B4-BE49-F238E27FC236}">
                <a16:creationId xmlns:a16="http://schemas.microsoft.com/office/drawing/2014/main" id="{AFE0ECAF-ADF4-4119-829A-0BC033534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927350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86727" name="Rectangle 8">
            <a:extLst>
              <a:ext uri="{FF2B5EF4-FFF2-40B4-BE49-F238E27FC236}">
                <a16:creationId xmlns:a16="http://schemas.microsoft.com/office/drawing/2014/main" id="{D0B2E051-8921-4AB1-8D5F-13A9714EB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838575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6728" name="Rectangle 9">
            <a:extLst>
              <a:ext uri="{FF2B5EF4-FFF2-40B4-BE49-F238E27FC236}">
                <a16:creationId xmlns:a16="http://schemas.microsoft.com/office/drawing/2014/main" id="{0C0935BE-023E-4E29-B432-695BC1F71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924175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86729" name="Rectangle 10">
            <a:extLst>
              <a:ext uri="{FF2B5EF4-FFF2-40B4-BE49-F238E27FC236}">
                <a16:creationId xmlns:a16="http://schemas.microsoft.com/office/drawing/2014/main" id="{4287CB27-30FD-4996-813D-F2DE162AF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35400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86732" name="Rectangle 13">
            <a:extLst>
              <a:ext uri="{FF2B5EF4-FFF2-40B4-BE49-F238E27FC236}">
                <a16:creationId xmlns:a16="http://schemas.microsoft.com/office/drawing/2014/main" id="{64631C0C-EFC2-4A11-990A-840D9BDBD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4797425"/>
            <a:ext cx="1008063" cy="15843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6734" name="Up-Down Arrow 4">
            <a:extLst>
              <a:ext uri="{FF2B5EF4-FFF2-40B4-BE49-F238E27FC236}">
                <a16:creationId xmlns:a16="http://schemas.microsoft.com/office/drawing/2014/main" id="{D5E0BBE2-462C-460E-9FCA-6745DF5BF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340225"/>
            <a:ext cx="179388" cy="447675"/>
          </a:xfrm>
          <a:prstGeom prst="upDownArrow">
            <a:avLst>
              <a:gd name="adj1" fmla="val 50000"/>
              <a:gd name="adj2" fmla="val 49946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286735" name="Straight Connector 6">
            <a:extLst>
              <a:ext uri="{FF2B5EF4-FFF2-40B4-BE49-F238E27FC236}">
                <a16:creationId xmlns:a16="http://schemas.microsoft.com/office/drawing/2014/main" id="{BFF05472-E0FD-48CF-AFAA-2F188539C92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21138" y="4332288"/>
            <a:ext cx="1047750" cy="142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36" name="Straight Arrow Connector 2">
            <a:extLst>
              <a:ext uri="{FF2B5EF4-FFF2-40B4-BE49-F238E27FC236}">
                <a16:creationId xmlns:a16="http://schemas.microsoft.com/office/drawing/2014/main" id="{88841F78-4C28-4A75-8BE3-9D08A2E71DA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4250" y="4086225"/>
            <a:ext cx="1079500" cy="12176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737" name="TextBox 3">
            <a:extLst>
              <a:ext uri="{FF2B5EF4-FFF2-40B4-BE49-F238E27FC236}">
                <a16:creationId xmlns:a16="http://schemas.microsoft.com/office/drawing/2014/main" id="{02E8AAE5-57E8-45D1-A430-1408E165B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038" y="4397375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Write-through</a:t>
            </a:r>
          </a:p>
        </p:txBody>
      </p:sp>
      <p:sp>
        <p:nvSpPr>
          <p:cNvPr id="286738" name="TextBox 3">
            <a:extLst>
              <a:ext uri="{FF2B5EF4-FFF2-40B4-BE49-F238E27FC236}">
                <a16:creationId xmlns:a16="http://schemas.microsoft.com/office/drawing/2014/main" id="{4178D44F-281B-4C1E-B39D-B317724D2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388" y="3898900"/>
            <a:ext cx="10398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B Reads X Wrong!</a:t>
            </a:r>
          </a:p>
        </p:txBody>
      </p:sp>
      <p:sp>
        <p:nvSpPr>
          <p:cNvPr id="286739" name="TextBox 3">
            <a:extLst>
              <a:ext uri="{FF2B5EF4-FFF2-40B4-BE49-F238E27FC236}">
                <a16:creationId xmlns:a16="http://schemas.microsoft.com/office/drawing/2014/main" id="{08FF6008-7595-4DFD-90C0-93E5801F4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903663"/>
            <a:ext cx="936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A Write “1” to X</a:t>
            </a:r>
          </a:p>
        </p:txBody>
      </p:sp>
      <p:sp>
        <p:nvSpPr>
          <p:cNvPr id="286740" name="TextBox 3">
            <a:extLst>
              <a:ext uri="{FF2B5EF4-FFF2-40B4-BE49-F238E27FC236}">
                <a16:creationId xmlns:a16="http://schemas.microsoft.com/office/drawing/2014/main" id="{D2479EAD-E6B6-4AAD-B7FB-1ECABDD61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4635500"/>
            <a:ext cx="20716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800" b="1" dirty="0">
                <a:solidFill>
                  <a:srgbClr val="0039A6"/>
                </a:solidFill>
                <a:highlight>
                  <a:srgbClr val="FFFF00"/>
                </a:highlight>
              </a:rPr>
              <a:t>Coherence Problem!</a:t>
            </a:r>
            <a:endParaRPr lang="en-US" altLang="en-US" sz="2800" b="1" dirty="0">
              <a:solidFill>
                <a:srgbClr val="0039A6"/>
              </a:solidFill>
              <a:highlight>
                <a:srgbClr val="FFFF00"/>
              </a:highlight>
            </a:endParaRP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86325BD7-599B-4098-B820-706EF4D2A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3908425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A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58AC8F48-50B1-4534-B7B6-3C05B8613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497289"/>
            <a:ext cx="1149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RAM (Mem)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36A0B502-6340-4DB2-A855-41A5F04A8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432" y="3905250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B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Footer Placeholder 3">
            <a:extLst>
              <a:ext uri="{FF2B5EF4-FFF2-40B4-BE49-F238E27FC236}">
                <a16:creationId xmlns:a16="http://schemas.microsoft.com/office/drawing/2014/main" id="{37754513-6C1B-4716-AFDA-F30BE55C0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9BD7FB5-6843-4392-BBCE-5A5210B2DBB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177</a:t>
            </a:fld>
            <a:endParaRPr lang="en-AU" altLang="en-US" sz="1400"/>
          </a:p>
        </p:txBody>
      </p:sp>
      <p:sp>
        <p:nvSpPr>
          <p:cNvPr id="288771" name="Rectangle 2">
            <a:extLst>
              <a:ext uri="{FF2B5EF4-FFF2-40B4-BE49-F238E27FC236}">
                <a16:creationId xmlns:a16="http://schemas.microsoft.com/office/drawing/2014/main" id="{B7B44235-F544-4A6D-9DCF-A66D857FC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Problem</a:t>
            </a:r>
          </a:p>
        </p:txBody>
      </p:sp>
      <p:sp>
        <p:nvSpPr>
          <p:cNvPr id="288772" name="Rectangle 3">
            <a:extLst>
              <a:ext uri="{FF2B5EF4-FFF2-40B4-BE49-F238E27FC236}">
                <a16:creationId xmlns:a16="http://schemas.microsoft.com/office/drawing/2014/main" id="{4EE55AF0-49C1-4D44-9D72-B9702DCEB3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704137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88773" name="Text Box 4">
            <a:extLst>
              <a:ext uri="{FF2B5EF4-FFF2-40B4-BE49-F238E27FC236}">
                <a16:creationId xmlns:a16="http://schemas.microsoft.com/office/drawing/2014/main" id="{A34D6D92-D8ED-4279-9C6A-7A8E34A1D9EC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graphicFrame>
        <p:nvGraphicFramePr>
          <p:cNvPr id="388164" name="Group 68">
            <a:extLst>
              <a:ext uri="{FF2B5EF4-FFF2-40B4-BE49-F238E27FC236}">
                <a16:creationId xmlns:a16="http://schemas.microsoft.com/office/drawing/2014/main" id="{6F7FC514-EAD3-4B72-BE39-26379DDC1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390967"/>
              </p:ext>
            </p:extLst>
          </p:nvPr>
        </p:nvGraphicFramePr>
        <p:xfrm>
          <a:off x="684213" y="3125788"/>
          <a:ext cx="7845425" cy="2735263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7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74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7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Cycle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Event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A’s cache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B’s cache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X: 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 reads </a:t>
                      </a:r>
                      <a:r>
                        <a:rPr kumimoji="0" lang="en-AU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</a:t>
                      </a: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X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X: 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B reads X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X: 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 writes 1 to X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X: </a:t>
                      </a: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Footer Placeholder 3">
            <a:extLst>
              <a:ext uri="{FF2B5EF4-FFF2-40B4-BE49-F238E27FC236}">
                <a16:creationId xmlns:a16="http://schemas.microsoft.com/office/drawing/2014/main" id="{B591171E-EE8E-4302-A47A-EFC92B24C7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AC70F73-E8E0-4F45-B3A3-A2D7FC78C9A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178</a:t>
            </a:fld>
            <a:endParaRPr lang="en-AU" altLang="en-US" sz="1400"/>
          </a:p>
        </p:txBody>
      </p:sp>
      <p:sp>
        <p:nvSpPr>
          <p:cNvPr id="290819" name="Rectangle 2">
            <a:extLst>
              <a:ext uri="{FF2B5EF4-FFF2-40B4-BE49-F238E27FC236}">
                <a16:creationId xmlns:a16="http://schemas.microsoft.com/office/drawing/2014/main" id="{C2C9C448-29AC-4304-8C99-BA70F9BA9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pPr eaLnBrk="1" hangingPunct="1"/>
            <a:r>
              <a:rPr lang="en-AU" altLang="en-US" sz="4000"/>
              <a:t>Define What “Coherence” Means</a:t>
            </a:r>
          </a:p>
        </p:txBody>
      </p:sp>
      <p:sp>
        <p:nvSpPr>
          <p:cNvPr id="290820" name="Rectangle 3">
            <a:extLst>
              <a:ext uri="{FF2B5EF4-FFF2-40B4-BE49-F238E27FC236}">
                <a16:creationId xmlns:a16="http://schemas.microsoft.com/office/drawing/2014/main" id="{601D0287-BF97-431F-B1BE-29801183C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54100"/>
            <a:ext cx="8270875" cy="5254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/>
              <a:t>Informally: Reads should always return most recently written value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Formally: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P writes X; P reads X (no intervening writes)</a:t>
            </a:r>
            <a:br>
              <a:rPr lang="en-AU" altLang="en-US"/>
            </a:br>
            <a:r>
              <a:rPr lang="en-AU" altLang="en-US">
                <a:sym typeface="Symbol" panose="05050102010706020507" pitchFamily="18" charset="2"/>
              </a:rPr>
              <a:t> read returns written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>
                <a:sym typeface="Symbol" panose="05050102010706020507" pitchFamily="18" charset="2"/>
              </a:rPr>
              <a:t>P</a:t>
            </a:r>
            <a:r>
              <a:rPr lang="en-AU" altLang="en-US" baseline="-25000">
                <a:sym typeface="Symbol" panose="05050102010706020507" pitchFamily="18" charset="2"/>
              </a:rPr>
              <a:t>1</a:t>
            </a:r>
            <a:r>
              <a:rPr lang="en-AU" altLang="en-US">
                <a:sym typeface="Symbol" panose="05050102010706020507" pitchFamily="18" charset="2"/>
              </a:rPr>
              <a:t> writes X; P</a:t>
            </a:r>
            <a:r>
              <a:rPr lang="en-AU" altLang="en-US" baseline="-25000">
                <a:sym typeface="Symbol" panose="05050102010706020507" pitchFamily="18" charset="2"/>
              </a:rPr>
              <a:t>2</a:t>
            </a:r>
            <a:r>
              <a:rPr lang="en-AU" altLang="en-US">
                <a:sym typeface="Symbol" panose="05050102010706020507" pitchFamily="18" charset="2"/>
              </a:rPr>
              <a:t> reads X (sufficiently later, after X in P</a:t>
            </a:r>
            <a:r>
              <a:rPr lang="en-AU" altLang="en-US" baseline="-25000">
                <a:sym typeface="Symbol" panose="05050102010706020507" pitchFamily="18" charset="2"/>
              </a:rPr>
              <a:t>2</a:t>
            </a:r>
            <a:r>
              <a:rPr lang="en-AU" altLang="en-US">
                <a:sym typeface="Symbol" panose="05050102010706020507" pitchFamily="18" charset="2"/>
              </a:rPr>
              <a:t>’s cache is updated)</a:t>
            </a:r>
            <a:br>
              <a:rPr lang="en-AU" altLang="en-US">
                <a:sym typeface="Symbol" panose="05050102010706020507" pitchFamily="18" charset="2"/>
              </a:rPr>
            </a:br>
            <a:r>
              <a:rPr lang="en-AU" altLang="en-US">
                <a:sym typeface="Symbol" panose="05050102010706020507" pitchFamily="18" charset="2"/>
              </a:rPr>
              <a:t> read returns written value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en-US">
                <a:sym typeface="Symbol" panose="05050102010706020507" pitchFamily="18" charset="2"/>
              </a:rPr>
              <a:t>c.f. CPU B reading X after step 3 in 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>
                <a:sym typeface="Symbol" panose="05050102010706020507" pitchFamily="18" charset="2"/>
              </a:rPr>
              <a:t>P</a:t>
            </a:r>
            <a:r>
              <a:rPr lang="en-AU" altLang="en-US" baseline="-25000">
                <a:sym typeface="Symbol" panose="05050102010706020507" pitchFamily="18" charset="2"/>
              </a:rPr>
              <a:t>1</a:t>
            </a:r>
            <a:r>
              <a:rPr lang="en-AU" altLang="en-US">
                <a:sym typeface="Symbol" panose="05050102010706020507" pitchFamily="18" charset="2"/>
              </a:rPr>
              <a:t> writes X, then P</a:t>
            </a:r>
            <a:r>
              <a:rPr lang="en-AU" altLang="en-US" baseline="-25000">
                <a:sym typeface="Symbol" panose="05050102010706020507" pitchFamily="18" charset="2"/>
              </a:rPr>
              <a:t>2</a:t>
            </a:r>
            <a:r>
              <a:rPr lang="en-AU" altLang="en-US">
                <a:sym typeface="Symbol" panose="05050102010706020507" pitchFamily="18" charset="2"/>
              </a:rPr>
              <a:t> writes X</a:t>
            </a:r>
            <a:br>
              <a:rPr lang="en-AU" altLang="en-US">
                <a:sym typeface="Symbol" panose="05050102010706020507" pitchFamily="18" charset="2"/>
              </a:rPr>
            </a:br>
            <a:r>
              <a:rPr lang="en-AU" altLang="en-US">
                <a:sym typeface="Symbol" panose="05050102010706020507" pitchFamily="18" charset="2"/>
              </a:rPr>
              <a:t> all processors see writes in the same order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en-US">
                <a:sym typeface="Symbol" panose="05050102010706020507" pitchFamily="18" charset="2"/>
              </a:rPr>
              <a:t>End up with the same final value for mem addr X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Footer Placeholder 3">
            <a:extLst>
              <a:ext uri="{FF2B5EF4-FFF2-40B4-BE49-F238E27FC236}">
                <a16:creationId xmlns:a16="http://schemas.microsoft.com/office/drawing/2014/main" id="{E489BC6E-0344-44F8-9364-7F04DA9BD0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AA3F9D0-3AF2-45CC-83DD-767B3EDD6A3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179</a:t>
            </a:fld>
            <a:endParaRPr lang="en-AU" altLang="en-US" sz="1400"/>
          </a:p>
        </p:txBody>
      </p:sp>
      <p:sp>
        <p:nvSpPr>
          <p:cNvPr id="292867" name="Rectangle 2">
            <a:extLst>
              <a:ext uri="{FF2B5EF4-FFF2-40B4-BE49-F238E27FC236}">
                <a16:creationId xmlns:a16="http://schemas.microsoft.com/office/drawing/2014/main" id="{174A8669-88EC-4A93-ABF3-D857798748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Protocols</a:t>
            </a:r>
          </a:p>
        </p:txBody>
      </p:sp>
      <p:sp>
        <p:nvSpPr>
          <p:cNvPr id="292868" name="Rectangle 3">
            <a:extLst>
              <a:ext uri="{FF2B5EF4-FFF2-40B4-BE49-F238E27FC236}">
                <a16:creationId xmlns:a16="http://schemas.microsoft.com/office/drawing/2014/main" id="{36038705-7110-4332-9B62-ABDEF0341D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/>
              <a:t>Operations performed by caches in multiprocessors to ensure coherence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Migration of data to local caches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en-US"/>
              <a:t>Reduces bandwidth for shared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Replication of read-shared data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en-US"/>
              <a:t>Reduces contention for access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Snooping protocols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Each cache monitors bus reads/writes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Directory-based protocols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Caches and memory record sharing status of blocks in a directory</a:t>
            </a:r>
          </a:p>
        </p:txBody>
      </p:sp>
    </p:spTree>
  </p:cSld>
  <p:clrMapOvr>
    <a:masterClrMapping/>
  </p:clrMapOvr>
  <p:transition spd="slow"/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Footer Placeholder 3">
            <a:extLst>
              <a:ext uri="{FF2B5EF4-FFF2-40B4-BE49-F238E27FC236}">
                <a16:creationId xmlns:a16="http://schemas.microsoft.com/office/drawing/2014/main" id="{35823ECC-B9B5-4007-8BD8-9F6FE02463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A8FCD6D-F3F4-4B91-91DC-E00400A1D18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180</a:t>
            </a:fld>
            <a:endParaRPr lang="en-AU" altLang="en-US" sz="1400"/>
          </a:p>
        </p:txBody>
      </p:sp>
      <p:sp>
        <p:nvSpPr>
          <p:cNvPr id="294915" name="Rectangle 2">
            <a:extLst>
              <a:ext uri="{FF2B5EF4-FFF2-40B4-BE49-F238E27FC236}">
                <a16:creationId xmlns:a16="http://schemas.microsoft.com/office/drawing/2014/main" id="{911610C6-6119-4143-883C-C0B957D9B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AU" altLang="en-US" sz="4000"/>
              <a:t>Invalidating Snooping Protocols</a:t>
            </a:r>
          </a:p>
        </p:txBody>
      </p:sp>
      <p:sp>
        <p:nvSpPr>
          <p:cNvPr id="294916" name="Rectangle 3">
            <a:extLst>
              <a:ext uri="{FF2B5EF4-FFF2-40B4-BE49-F238E27FC236}">
                <a16:creationId xmlns:a16="http://schemas.microsoft.com/office/drawing/2014/main" id="{4DEA4835-AA0F-4FBC-9388-5995F53A33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17345"/>
            <a:ext cx="8270875" cy="26717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dirty="0"/>
              <a:t>Cache gets exclusive access to a block when it is to be written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dirty="0">
                <a:highlight>
                  <a:srgbClr val="FFFF00"/>
                </a:highlight>
              </a:rPr>
              <a:t>Broadcasts an invalidate message on the bus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dirty="0"/>
              <a:t>Subsequent read in another cache will be a miss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en-US" dirty="0"/>
              <a:t>Owning cache supplies updated value</a:t>
            </a:r>
          </a:p>
        </p:txBody>
      </p:sp>
      <p:graphicFrame>
        <p:nvGraphicFramePr>
          <p:cNvPr id="412750" name="Group 78">
            <a:extLst>
              <a:ext uri="{FF2B5EF4-FFF2-40B4-BE49-F238E27FC236}">
                <a16:creationId xmlns:a16="http://schemas.microsoft.com/office/drawing/2014/main" id="{99EF2D40-B423-464B-AD08-1C1C4AE7F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284662"/>
              </p:ext>
            </p:extLst>
          </p:nvPr>
        </p:nvGraphicFramePr>
        <p:xfrm>
          <a:off x="619980" y="3694238"/>
          <a:ext cx="8281987" cy="2742900"/>
        </p:xfrm>
        <a:graphic>
          <a:graphicData uri="http://schemas.openxmlformats.org/drawingml/2006/table">
            <a:tbl>
              <a:tblPr/>
              <a:tblGrid>
                <a:gridCol w="223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activity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Bus activity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A’s cache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B’s cache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 reads X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miss for X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B reads X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miss for X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 writes 1 to X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Invalidate for X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Invalid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B reads X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miss for X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(miss &amp; reload)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Footer Placeholder 3">
            <a:extLst>
              <a:ext uri="{FF2B5EF4-FFF2-40B4-BE49-F238E27FC236}">
                <a16:creationId xmlns:a16="http://schemas.microsoft.com/office/drawing/2014/main" id="{E9718310-765E-45E5-AEE3-1B3E6D80D1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004648F-B705-4CA4-A8C3-B252A637850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181</a:t>
            </a:fld>
            <a:endParaRPr lang="en-AU" altLang="en-US" sz="1400"/>
          </a:p>
        </p:txBody>
      </p:sp>
      <p:sp>
        <p:nvSpPr>
          <p:cNvPr id="296963" name="Rectangle 2">
            <a:extLst>
              <a:ext uri="{FF2B5EF4-FFF2-40B4-BE49-F238E27FC236}">
                <a16:creationId xmlns:a16="http://schemas.microsoft.com/office/drawing/2014/main" id="{56C0023E-F205-4189-9736-79F2DEEA7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Memory Consistency</a:t>
            </a:r>
          </a:p>
        </p:txBody>
      </p:sp>
      <p:sp>
        <p:nvSpPr>
          <p:cNvPr id="296964" name="Rectangle 3">
            <a:extLst>
              <a:ext uri="{FF2B5EF4-FFF2-40B4-BE49-F238E27FC236}">
                <a16:creationId xmlns:a16="http://schemas.microsoft.com/office/drawing/2014/main" id="{5E4CE101-089D-4815-9DEA-4089F81996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93788"/>
            <a:ext cx="8270875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Make sure writes seen by other processors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“Seen” means a read returns the written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Can’t be instantaneously – should read “sufficiently” later after write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Assumptions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A write completes only when all processors have  seen it – wait sufficiently long after actual write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A processor does not reorder writes with other accesses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Consequence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P writes X then writes Y</a:t>
            </a:r>
            <a:br>
              <a:rPr lang="en-AU" altLang="en-US" sz="2400"/>
            </a:br>
            <a:r>
              <a:rPr lang="en-AU" altLang="en-US" sz="2400">
                <a:sym typeface="Symbol" panose="05050102010706020507" pitchFamily="18" charset="2"/>
              </a:rPr>
              <a:t> all processors that see new Y also see new X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>
                <a:sym typeface="Symbol" panose="05050102010706020507" pitchFamily="18" charset="2"/>
              </a:rPr>
              <a:t>Processors can reorder reads, but not writes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Footer Placeholder 2">
            <a:extLst>
              <a:ext uri="{FF2B5EF4-FFF2-40B4-BE49-F238E27FC236}">
                <a16:creationId xmlns:a16="http://schemas.microsoft.com/office/drawing/2014/main" id="{B2DCDA41-F331-4BB7-9BE1-529D0747D0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3351C46-06E8-4ECE-8629-C9CCD16DE81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182</a:t>
            </a:fld>
            <a:endParaRPr lang="en-AU" altLang="en-US" sz="1400"/>
          </a:p>
        </p:txBody>
      </p:sp>
      <p:sp>
        <p:nvSpPr>
          <p:cNvPr id="299011" name="Rectangle 2">
            <a:extLst>
              <a:ext uri="{FF2B5EF4-FFF2-40B4-BE49-F238E27FC236}">
                <a16:creationId xmlns:a16="http://schemas.microsoft.com/office/drawing/2014/main" id="{F5CAC877-7671-417B-A6DE-76597B06E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6100" y="323850"/>
            <a:ext cx="8259763" cy="615950"/>
          </a:xfrm>
        </p:spPr>
        <p:txBody>
          <a:bodyPr/>
          <a:lstStyle/>
          <a:p>
            <a:pPr eaLnBrk="1" hangingPunct="1"/>
            <a:r>
              <a:rPr lang="en-AU" altLang="en-US" sz="3400"/>
              <a:t>Real Stuff - Multilevel On-Chip Caches</a:t>
            </a:r>
          </a:p>
        </p:txBody>
      </p:sp>
      <p:sp>
        <p:nvSpPr>
          <p:cNvPr id="299012" name="Text Box 4">
            <a:extLst>
              <a:ext uri="{FF2B5EF4-FFF2-40B4-BE49-F238E27FC236}">
                <a16:creationId xmlns:a16="http://schemas.microsoft.com/office/drawing/2014/main" id="{2DBAF130-24BD-41A5-BA0F-311FC54CFA55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574506" y="3198019"/>
            <a:ext cx="6772275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§5.13 The ARM Cortex-A8 and Intel Core i7 Memory Hierarchies</a:t>
            </a:r>
          </a:p>
        </p:txBody>
      </p:sp>
      <p:pic>
        <p:nvPicPr>
          <p:cNvPr id="299013" name="Picture 9">
            <a:extLst>
              <a:ext uri="{FF2B5EF4-FFF2-40B4-BE49-F238E27FC236}">
                <a16:creationId xmlns:a16="http://schemas.microsoft.com/office/drawing/2014/main" id="{2D6AD50B-19DA-4CF6-86B3-7D4607900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8" y="1196975"/>
            <a:ext cx="6334125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Footer Placeholder 2">
            <a:extLst>
              <a:ext uri="{FF2B5EF4-FFF2-40B4-BE49-F238E27FC236}">
                <a16:creationId xmlns:a16="http://schemas.microsoft.com/office/drawing/2014/main" id="{6BEBA068-2619-4E05-8D43-43DC38847C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817AB40-E75F-41FC-9418-A45E8B69F5E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183</a:t>
            </a:fld>
            <a:endParaRPr lang="en-AU" altLang="en-US" sz="1400"/>
          </a:p>
        </p:txBody>
      </p:sp>
      <p:sp>
        <p:nvSpPr>
          <p:cNvPr id="301059" name="Rectangle 2">
            <a:extLst>
              <a:ext uri="{FF2B5EF4-FFF2-40B4-BE49-F238E27FC236}">
                <a16:creationId xmlns:a16="http://schemas.microsoft.com/office/drawing/2014/main" id="{35A6810C-AC78-4490-8EE9-75D054353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92100"/>
            <a:ext cx="8259762" cy="615950"/>
          </a:xfrm>
        </p:spPr>
        <p:txBody>
          <a:bodyPr/>
          <a:lstStyle/>
          <a:p>
            <a:pPr eaLnBrk="1" hangingPunct="1"/>
            <a:r>
              <a:rPr lang="en-AU" altLang="en-US" sz="3400"/>
              <a:t>2-Level TLB Organization</a:t>
            </a:r>
          </a:p>
        </p:txBody>
      </p:sp>
      <p:pic>
        <p:nvPicPr>
          <p:cNvPr id="301060" name="Picture 38">
            <a:extLst>
              <a:ext uri="{FF2B5EF4-FFF2-40B4-BE49-F238E27FC236}">
                <a16:creationId xmlns:a16="http://schemas.microsoft.com/office/drawing/2014/main" id="{6983CDAF-306E-420A-B622-173C4F729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25538"/>
            <a:ext cx="7516813" cy="498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Footer Placeholder 3">
            <a:extLst>
              <a:ext uri="{FF2B5EF4-FFF2-40B4-BE49-F238E27FC236}">
                <a16:creationId xmlns:a16="http://schemas.microsoft.com/office/drawing/2014/main" id="{46EEB1CD-8F89-40F7-94ED-24295E7DA8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84F82FF-E830-4965-B547-5788ABCC5F1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184</a:t>
            </a:fld>
            <a:endParaRPr lang="en-AU" altLang="en-US" sz="1400"/>
          </a:p>
        </p:txBody>
      </p:sp>
      <p:sp>
        <p:nvSpPr>
          <p:cNvPr id="303107" name="Rectangle 2">
            <a:extLst>
              <a:ext uri="{FF2B5EF4-FFF2-40B4-BE49-F238E27FC236}">
                <a16:creationId xmlns:a16="http://schemas.microsoft.com/office/drawing/2014/main" id="{45E1C980-FE61-440D-96F1-83705238AC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Supporting Multiple Issue</a:t>
            </a:r>
          </a:p>
        </p:txBody>
      </p:sp>
      <p:sp>
        <p:nvSpPr>
          <p:cNvPr id="303108" name="Rectangle 3">
            <a:extLst>
              <a:ext uri="{FF2B5EF4-FFF2-40B4-BE49-F238E27FC236}">
                <a16:creationId xmlns:a16="http://schemas.microsoft.com/office/drawing/2014/main" id="{16DDA00F-9725-4529-B609-7A32A6575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Both have multi-banked caches that allow multiple accesses per cycle assuming no bank conflicts</a:t>
            </a:r>
          </a:p>
          <a:p>
            <a:pPr eaLnBrk="1" hangingPunct="1"/>
            <a:r>
              <a:rPr lang="en-AU" altLang="en-US"/>
              <a:t>Core i7 cache optimizations</a:t>
            </a:r>
          </a:p>
          <a:p>
            <a:pPr lvl="1" eaLnBrk="1" hangingPunct="1"/>
            <a:r>
              <a:rPr lang="en-AU" altLang="en-US"/>
              <a:t>Return requested word first</a:t>
            </a:r>
          </a:p>
          <a:p>
            <a:pPr lvl="1" eaLnBrk="1" hangingPunct="1"/>
            <a:r>
              <a:rPr lang="en-AU" altLang="en-US"/>
              <a:t>Non-blocking cache</a:t>
            </a:r>
          </a:p>
          <a:p>
            <a:pPr lvl="2" eaLnBrk="1" hangingPunct="1"/>
            <a:r>
              <a:rPr lang="en-AU" altLang="en-US"/>
              <a:t>Hit under miss</a:t>
            </a:r>
          </a:p>
          <a:p>
            <a:pPr lvl="2" eaLnBrk="1" hangingPunct="1"/>
            <a:r>
              <a:rPr lang="en-AU" altLang="en-US"/>
              <a:t>Miss under miss</a:t>
            </a:r>
          </a:p>
          <a:p>
            <a:pPr lvl="1" eaLnBrk="1" hangingPunct="1"/>
            <a:r>
              <a:rPr lang="en-AU" altLang="en-US"/>
              <a:t>Data prefetching</a:t>
            </a:r>
          </a:p>
        </p:txBody>
      </p:sp>
    </p:spTree>
  </p:cSld>
  <p:clrMapOvr>
    <a:masterClrMapping/>
  </p:clrMapOvr>
  <p:transition spd="slow"/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Title 1">
            <a:extLst>
              <a:ext uri="{FF2B5EF4-FFF2-40B4-BE49-F238E27FC236}">
                <a16:creationId xmlns:a16="http://schemas.microsoft.com/office/drawing/2014/main" id="{7EE9552D-9B40-4A86-AF20-74A308704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DGEMM</a:t>
            </a:r>
          </a:p>
        </p:txBody>
      </p:sp>
      <p:sp>
        <p:nvSpPr>
          <p:cNvPr id="305155" name="Content Placeholder 2">
            <a:extLst>
              <a:ext uri="{FF2B5EF4-FFF2-40B4-BE49-F238E27FC236}">
                <a16:creationId xmlns:a16="http://schemas.microsoft.com/office/drawing/2014/main" id="{72EDEFCD-B1FB-4DA5-92A9-4F29BEE153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Combine cache blocking and subword parallelism</a:t>
            </a:r>
          </a:p>
        </p:txBody>
      </p:sp>
      <p:sp>
        <p:nvSpPr>
          <p:cNvPr id="305156" name="Footer Placeholder 3">
            <a:extLst>
              <a:ext uri="{FF2B5EF4-FFF2-40B4-BE49-F238E27FC236}">
                <a16:creationId xmlns:a16="http://schemas.microsoft.com/office/drawing/2014/main" id="{63854857-DC0C-488B-AA25-EECC5A6522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115E0C1-A9C9-4CF0-A5D1-900B5DC7269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185</a:t>
            </a:fld>
            <a:endParaRPr lang="en-AU" altLang="en-US" sz="1400"/>
          </a:p>
        </p:txBody>
      </p:sp>
      <p:sp>
        <p:nvSpPr>
          <p:cNvPr id="305157" name="Text Box 4">
            <a:extLst>
              <a:ext uri="{FF2B5EF4-FFF2-40B4-BE49-F238E27FC236}">
                <a16:creationId xmlns:a16="http://schemas.microsoft.com/office/drawing/2014/main" id="{4709CA23-7520-4897-9EF5-EB3F67768A44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982494" y="2794794"/>
            <a:ext cx="5956300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§5.14 Going Faster:  Cache Blocking and Matrix Multiply</a:t>
            </a:r>
          </a:p>
        </p:txBody>
      </p:sp>
      <p:pic>
        <p:nvPicPr>
          <p:cNvPr id="305158" name="Picture 3">
            <a:extLst>
              <a:ext uri="{FF2B5EF4-FFF2-40B4-BE49-F238E27FC236}">
                <a16:creationId xmlns:a16="http://schemas.microsoft.com/office/drawing/2014/main" id="{5D49B4E1-CD69-44FF-AA88-BE70C8D46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205038"/>
            <a:ext cx="6985000" cy="392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Footer Placeholder 3">
            <a:extLst>
              <a:ext uri="{FF2B5EF4-FFF2-40B4-BE49-F238E27FC236}">
                <a16:creationId xmlns:a16="http://schemas.microsoft.com/office/drawing/2014/main" id="{359370D4-D22E-49BC-A111-D883447E96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694E377-015F-4DBC-B567-4C13C3509EE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186</a:t>
            </a:fld>
            <a:endParaRPr lang="en-AU" altLang="en-US" sz="1400"/>
          </a:p>
        </p:txBody>
      </p:sp>
      <p:sp>
        <p:nvSpPr>
          <p:cNvPr id="306179" name="Rectangle 2">
            <a:extLst>
              <a:ext uri="{FF2B5EF4-FFF2-40B4-BE49-F238E27FC236}">
                <a16:creationId xmlns:a16="http://schemas.microsoft.com/office/drawing/2014/main" id="{224C0B3B-DF32-4793-B05F-14D8563979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Pitfalls</a:t>
            </a:r>
          </a:p>
        </p:txBody>
      </p:sp>
      <p:sp>
        <p:nvSpPr>
          <p:cNvPr id="306180" name="Rectangle 3">
            <a:extLst>
              <a:ext uri="{FF2B5EF4-FFF2-40B4-BE49-F238E27FC236}">
                <a16:creationId xmlns:a16="http://schemas.microsoft.com/office/drawing/2014/main" id="{9A829E89-0425-4DF3-8F53-9AAEE922C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Byte vs. word addressing</a:t>
            </a:r>
          </a:p>
          <a:p>
            <a:pPr lvl="1" eaLnBrk="1" hangingPunct="1"/>
            <a:r>
              <a:rPr lang="en-AU" altLang="en-US"/>
              <a:t>Example: 32-byte direct-mapped cache,</a:t>
            </a:r>
            <a:br>
              <a:rPr lang="en-AU" altLang="en-US"/>
            </a:br>
            <a:r>
              <a:rPr lang="en-AU" altLang="en-US"/>
              <a:t>4-byte blocks</a:t>
            </a:r>
          </a:p>
          <a:p>
            <a:pPr lvl="2" eaLnBrk="1" hangingPunct="1"/>
            <a:r>
              <a:rPr lang="en-AU" altLang="en-US"/>
              <a:t>Byte 36 maps to block 1</a:t>
            </a:r>
          </a:p>
          <a:p>
            <a:pPr lvl="2" eaLnBrk="1" hangingPunct="1"/>
            <a:r>
              <a:rPr lang="en-AU" altLang="en-US"/>
              <a:t>Word 36 maps to block 4</a:t>
            </a:r>
          </a:p>
          <a:p>
            <a:pPr eaLnBrk="1" hangingPunct="1"/>
            <a:r>
              <a:rPr lang="en-AU" altLang="en-US"/>
              <a:t>Ignoring memory system effects when writing or generating code</a:t>
            </a:r>
          </a:p>
          <a:p>
            <a:pPr lvl="1" eaLnBrk="1" hangingPunct="1"/>
            <a:r>
              <a:rPr lang="en-AU" altLang="en-US"/>
              <a:t>Example: iterating over rows vs. columns of arrays</a:t>
            </a:r>
          </a:p>
          <a:p>
            <a:pPr lvl="1" eaLnBrk="1" hangingPunct="1"/>
            <a:r>
              <a:rPr lang="en-AU" altLang="en-US"/>
              <a:t>Large strides result in poor locality</a:t>
            </a:r>
          </a:p>
        </p:txBody>
      </p:sp>
      <p:sp>
        <p:nvSpPr>
          <p:cNvPr id="306181" name="Text Box 4">
            <a:extLst>
              <a:ext uri="{FF2B5EF4-FFF2-40B4-BE49-F238E27FC236}">
                <a16:creationId xmlns:a16="http://schemas.microsoft.com/office/drawing/2014/main" id="{BDFE2471-2D69-41A6-92C6-FFEB620788B9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509669" y="1267619"/>
            <a:ext cx="2901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§5.15 Fallacies and Pitfalls</a:t>
            </a:r>
          </a:p>
        </p:txBody>
      </p:sp>
    </p:spTree>
  </p:cSld>
  <p:clrMapOvr>
    <a:masterClrMapping/>
  </p:clrMapOvr>
  <p:transition spd="slow"/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Footer Placeholder 3">
            <a:extLst>
              <a:ext uri="{FF2B5EF4-FFF2-40B4-BE49-F238E27FC236}">
                <a16:creationId xmlns:a16="http://schemas.microsoft.com/office/drawing/2014/main" id="{E756124A-64E3-4D18-955E-5901E659E1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AAA97A8-2141-481E-87EB-64C8F4FCFDE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187</a:t>
            </a:fld>
            <a:endParaRPr lang="en-AU" altLang="en-US" sz="1400"/>
          </a:p>
        </p:txBody>
      </p:sp>
      <p:sp>
        <p:nvSpPr>
          <p:cNvPr id="308227" name="Rectangle 2">
            <a:extLst>
              <a:ext uri="{FF2B5EF4-FFF2-40B4-BE49-F238E27FC236}">
                <a16:creationId xmlns:a16="http://schemas.microsoft.com/office/drawing/2014/main" id="{997940F5-EAF2-4B8A-A70B-7BFAF2074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Pitfalls</a:t>
            </a:r>
          </a:p>
        </p:txBody>
      </p:sp>
      <p:sp>
        <p:nvSpPr>
          <p:cNvPr id="308228" name="Rectangle 3">
            <a:extLst>
              <a:ext uri="{FF2B5EF4-FFF2-40B4-BE49-F238E27FC236}">
                <a16:creationId xmlns:a16="http://schemas.microsoft.com/office/drawing/2014/main" id="{A130A23C-F95C-491C-849A-36283896D9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In multiprocessor with shared L2 or L3 cache</a:t>
            </a:r>
          </a:p>
          <a:p>
            <a:pPr lvl="1" eaLnBrk="1" hangingPunct="1"/>
            <a:r>
              <a:rPr lang="en-AU" altLang="en-US"/>
              <a:t>Less associativity than cores results in conflict misses</a:t>
            </a:r>
          </a:p>
          <a:p>
            <a:pPr lvl="1" eaLnBrk="1" hangingPunct="1"/>
            <a:r>
              <a:rPr lang="en-AU" altLang="en-US"/>
              <a:t>More cores </a:t>
            </a:r>
            <a:r>
              <a:rPr lang="en-AU" altLang="en-US">
                <a:sym typeface="Symbol" panose="05050102010706020507" pitchFamily="18" charset="2"/>
              </a:rPr>
              <a:t> need to increase associativity</a:t>
            </a:r>
          </a:p>
          <a:p>
            <a:pPr eaLnBrk="1" hangingPunct="1"/>
            <a:r>
              <a:rPr lang="en-AU" altLang="en-US">
                <a:sym typeface="Symbol" panose="05050102010706020507" pitchFamily="18" charset="2"/>
              </a:rPr>
              <a:t>Using AMAT to evaluate performance of out-of-order processors</a:t>
            </a:r>
          </a:p>
          <a:p>
            <a:pPr lvl="1" eaLnBrk="1" hangingPunct="1"/>
            <a:r>
              <a:rPr lang="en-AU" altLang="en-US">
                <a:sym typeface="Symbol" panose="05050102010706020507" pitchFamily="18" charset="2"/>
              </a:rPr>
              <a:t>Ignores effect of non-blocked accesses</a:t>
            </a:r>
          </a:p>
          <a:p>
            <a:pPr lvl="1" eaLnBrk="1" hangingPunct="1"/>
            <a:r>
              <a:rPr lang="en-AU" altLang="en-US">
                <a:sym typeface="Symbol" panose="05050102010706020507" pitchFamily="18" charset="2"/>
              </a:rPr>
              <a:t>Instead, evaluate performance by simulation</a:t>
            </a:r>
          </a:p>
        </p:txBody>
      </p:sp>
    </p:spTree>
  </p:cSld>
  <p:clrMapOvr>
    <a:masterClrMapping/>
  </p:clrMapOvr>
  <p:transition spd="slow"/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Footer Placeholder 3">
            <a:extLst>
              <a:ext uri="{FF2B5EF4-FFF2-40B4-BE49-F238E27FC236}">
                <a16:creationId xmlns:a16="http://schemas.microsoft.com/office/drawing/2014/main" id="{5274DC26-1B4B-4958-97B4-624EED6D09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1EE9084-0971-48E3-B8AA-0AFCE3B9D65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188</a:t>
            </a:fld>
            <a:endParaRPr lang="en-AU" altLang="en-US" sz="1400"/>
          </a:p>
        </p:txBody>
      </p:sp>
      <p:sp>
        <p:nvSpPr>
          <p:cNvPr id="310275" name="Rectangle 2">
            <a:extLst>
              <a:ext uri="{FF2B5EF4-FFF2-40B4-BE49-F238E27FC236}">
                <a16:creationId xmlns:a16="http://schemas.microsoft.com/office/drawing/2014/main" id="{7518FF44-C2FE-48EB-A471-1E568DB33B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Pitfalls</a:t>
            </a:r>
          </a:p>
        </p:txBody>
      </p:sp>
      <p:sp>
        <p:nvSpPr>
          <p:cNvPr id="310276" name="Rectangle 3">
            <a:extLst>
              <a:ext uri="{FF2B5EF4-FFF2-40B4-BE49-F238E27FC236}">
                <a16:creationId xmlns:a16="http://schemas.microsoft.com/office/drawing/2014/main" id="{EDA00079-BB1A-45C9-997B-63494790D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Extending address range using segments</a:t>
            </a:r>
          </a:p>
          <a:p>
            <a:pPr lvl="1" eaLnBrk="1" hangingPunct="1"/>
            <a:r>
              <a:rPr lang="en-AU" altLang="en-US"/>
              <a:t>E.g., Intel 80286</a:t>
            </a:r>
          </a:p>
          <a:p>
            <a:pPr lvl="1" eaLnBrk="1" hangingPunct="1"/>
            <a:r>
              <a:rPr lang="en-AU" altLang="en-US"/>
              <a:t>But a segment is not always big enough</a:t>
            </a:r>
          </a:p>
          <a:p>
            <a:pPr lvl="1" eaLnBrk="1" hangingPunct="1"/>
            <a:r>
              <a:rPr lang="en-AU" altLang="en-US"/>
              <a:t>Makes address arithmetic complicated</a:t>
            </a:r>
          </a:p>
          <a:p>
            <a:pPr eaLnBrk="1" hangingPunct="1"/>
            <a:r>
              <a:rPr lang="en-AU" altLang="en-US"/>
              <a:t>Implementing a VMM on an ISA not designed for virtualization</a:t>
            </a:r>
          </a:p>
          <a:p>
            <a:pPr lvl="1" eaLnBrk="1" hangingPunct="1"/>
            <a:r>
              <a:rPr lang="en-AU" altLang="en-US"/>
              <a:t>E.g., non-privileged instructions accessing hardware resources</a:t>
            </a:r>
          </a:p>
          <a:p>
            <a:pPr lvl="1" eaLnBrk="1" hangingPunct="1"/>
            <a:r>
              <a:rPr lang="en-AU" altLang="en-US"/>
              <a:t>Either extend ISA, or require guest OS not to use problematic instructions</a:t>
            </a:r>
          </a:p>
        </p:txBody>
      </p:sp>
    </p:spTree>
  </p:cSld>
  <p:clrMapOvr>
    <a:masterClrMapping/>
  </p:clrMapOvr>
  <p:transition spd="slow"/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Footer Placeholder 3">
            <a:extLst>
              <a:ext uri="{FF2B5EF4-FFF2-40B4-BE49-F238E27FC236}">
                <a16:creationId xmlns:a16="http://schemas.microsoft.com/office/drawing/2014/main" id="{79015827-70BD-4910-93EA-0A88CC1835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1C0539A-CD74-4CC0-82A2-D58C4E53A00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189</a:t>
            </a:fld>
            <a:endParaRPr lang="en-AU" altLang="en-US" sz="1400"/>
          </a:p>
        </p:txBody>
      </p:sp>
      <p:sp>
        <p:nvSpPr>
          <p:cNvPr id="312323" name="Rectangle 5">
            <a:extLst>
              <a:ext uri="{FF2B5EF4-FFF2-40B4-BE49-F238E27FC236}">
                <a16:creationId xmlns:a16="http://schemas.microsoft.com/office/drawing/2014/main" id="{1AE0505F-0965-4D4B-8DE8-FA7480F04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Concluding Remarks</a:t>
            </a:r>
            <a:endParaRPr lang="en-AU" altLang="en-US"/>
          </a:p>
        </p:txBody>
      </p:sp>
      <p:sp>
        <p:nvSpPr>
          <p:cNvPr id="312324" name="Rectangle 6">
            <a:extLst>
              <a:ext uri="{FF2B5EF4-FFF2-40B4-BE49-F238E27FC236}">
                <a16:creationId xmlns:a16="http://schemas.microsoft.com/office/drawing/2014/main" id="{52220176-0B23-4052-8AE0-5B8D4034E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848600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Fast memories are small, large memories are slow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We really want fast, large memories </a:t>
            </a:r>
            <a:r>
              <a:rPr lang="en-US" altLang="en-US" sz="2400">
                <a:sym typeface="Wingdings" panose="05000000000000000000" pitchFamily="2" charset="2"/>
              </a:rPr>
              <a:t>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ym typeface="Wingdings" panose="05000000000000000000" pitchFamily="2" charset="2"/>
              </a:rPr>
              <a:t>Caching gives this </a:t>
            </a:r>
            <a:r>
              <a:rPr lang="en-US" altLang="en-US" sz="2400" b="1" i="1">
                <a:solidFill>
                  <a:srgbClr val="E60000"/>
                </a:solidFill>
                <a:sym typeface="Wingdings" panose="05000000000000000000" pitchFamily="2" charset="2"/>
              </a:rPr>
              <a:t>illusion</a:t>
            </a:r>
            <a:r>
              <a:rPr lang="en-US" altLang="en-US" sz="2400">
                <a:sym typeface="Wingdings" panose="05000000000000000000" pitchFamily="2" charset="2"/>
              </a:rPr>
              <a:t> 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Principle of locality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Programs use a small part of their memory space frequently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Memory hierarchy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L1 cache </a:t>
            </a:r>
            <a:r>
              <a:rPr lang="en-US" altLang="en-US" sz="2400">
                <a:sym typeface="Symbol" panose="05050102010706020507" pitchFamily="18" charset="2"/>
              </a:rPr>
              <a:t> L2 cache  …  DRAM memory</a:t>
            </a:r>
            <a:br>
              <a:rPr lang="en-US" altLang="en-US" sz="2400">
                <a:sym typeface="Symbol" panose="05050102010706020507" pitchFamily="18" charset="2"/>
              </a:rPr>
            </a:br>
            <a:r>
              <a:rPr lang="en-US" altLang="en-US" sz="2400">
                <a:sym typeface="Symbol" panose="05050102010706020507" pitchFamily="18" charset="2"/>
              </a:rPr>
              <a:t> disk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ym typeface="Symbol" panose="05050102010706020507" pitchFamily="18" charset="2"/>
              </a:rPr>
              <a:t>Memory system design is critical for multiprocessors</a:t>
            </a:r>
          </a:p>
        </p:txBody>
      </p:sp>
      <p:sp>
        <p:nvSpPr>
          <p:cNvPr id="312325" name="Text Box 4">
            <a:extLst>
              <a:ext uri="{FF2B5EF4-FFF2-40B4-BE49-F238E27FC236}">
                <a16:creationId xmlns:a16="http://schemas.microsoft.com/office/drawing/2014/main" id="{3795681A-24AB-4F19-B1DA-5DDDB3DDFD5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476331" y="1297781"/>
            <a:ext cx="296862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§5.16 Concluding Remarks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cod4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od4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7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cod4e</Template>
  <TotalTime>43334</TotalTime>
  <Words>13543</Words>
  <Application>Microsoft Macintosh PowerPoint</Application>
  <PresentationFormat>On-screen Show (4:3)</PresentationFormat>
  <Paragraphs>2546</Paragraphs>
  <Slides>189</Slides>
  <Notes>156</Notes>
  <HiddenSlides>23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189</vt:i4>
      </vt:variant>
    </vt:vector>
  </HeadingPairs>
  <TitlesOfParts>
    <vt:vector size="203" baseType="lpstr">
      <vt:lpstr>Arial Unicode MS</vt:lpstr>
      <vt:lpstr>PMingLiU</vt:lpstr>
      <vt:lpstr>SimSun</vt:lpstr>
      <vt:lpstr>Arial</vt:lpstr>
      <vt:lpstr>Arial Black</vt:lpstr>
      <vt:lpstr>Calibri</vt:lpstr>
      <vt:lpstr>Cambria Math</vt:lpstr>
      <vt:lpstr>Corbel</vt:lpstr>
      <vt:lpstr>Courier New</vt:lpstr>
      <vt:lpstr>Symbol</vt:lpstr>
      <vt:lpstr>Times New Roman</vt:lpstr>
      <vt:lpstr>Wingdings</vt:lpstr>
      <vt:lpstr>cod4e</vt:lpstr>
      <vt:lpstr>Chart</vt:lpstr>
      <vt:lpstr>Chapter 5</vt:lpstr>
      <vt:lpstr>PowerPoint Presentation</vt:lpstr>
      <vt:lpstr>Principle of Locality</vt:lpstr>
      <vt:lpstr>Principle of Locality</vt:lpstr>
      <vt:lpstr>Principle of Locality</vt:lpstr>
      <vt:lpstr>Principle of Locality</vt:lpstr>
      <vt:lpstr>Taking Advantage of Locality</vt:lpstr>
      <vt:lpstr>Taking Advantage of Locality</vt:lpstr>
      <vt:lpstr>Memory Hierarchy</vt:lpstr>
      <vt:lpstr>Taking Advantage of Locality</vt:lpstr>
      <vt:lpstr>Memory Hierarchy</vt:lpstr>
      <vt:lpstr>Taking Advantage of Locality</vt:lpstr>
      <vt:lpstr>Memory Hierarchy</vt:lpstr>
      <vt:lpstr>PowerPoint Presentation</vt:lpstr>
      <vt:lpstr>PowerPoint Presentation</vt:lpstr>
      <vt:lpstr>Memory Hierarchy</vt:lpstr>
      <vt:lpstr>Memory Hierarchy Levels</vt:lpstr>
      <vt:lpstr>Memory Technology</vt:lpstr>
      <vt:lpstr>DRAM Technology</vt:lpstr>
      <vt:lpstr>DRAM</vt:lpstr>
      <vt:lpstr>Advanced DRAM Organization</vt:lpstr>
      <vt:lpstr>DRAM Generations</vt:lpstr>
      <vt:lpstr>Raising DRAM Performance</vt:lpstr>
      <vt:lpstr>Increasing Memory Bandwidth</vt:lpstr>
      <vt:lpstr>Increasing Memory Bandwidth</vt:lpstr>
      <vt:lpstr>Increasing Memory Bandwidth</vt:lpstr>
      <vt:lpstr>Flash Storage (Solid State)</vt:lpstr>
      <vt:lpstr>Flash Types</vt:lpstr>
      <vt:lpstr>Disk Storage (Hard Disk)</vt:lpstr>
      <vt:lpstr>Disk Storage (Hard Disk)</vt:lpstr>
      <vt:lpstr>Disk Sectors and Access</vt:lpstr>
      <vt:lpstr>Disk Sectors and Access</vt:lpstr>
      <vt:lpstr>Disk Access Example</vt:lpstr>
      <vt:lpstr>Disk Performance Issues</vt:lpstr>
      <vt:lpstr>PowerPoint Presentation</vt:lpstr>
      <vt:lpstr>PowerPoint Presentation</vt:lpstr>
      <vt:lpstr>Memory Hierarchy Levels</vt:lpstr>
      <vt:lpstr>Cache</vt:lpstr>
      <vt:lpstr>Direct Mapped Cache</vt:lpstr>
      <vt:lpstr>Tags and Valid Bits</vt:lpstr>
      <vt:lpstr>PowerPoint Presentation</vt:lpstr>
      <vt:lpstr>Cache Example</vt:lpstr>
      <vt:lpstr>Cache Example</vt:lpstr>
      <vt:lpstr>Cache Example</vt:lpstr>
      <vt:lpstr>Cache Example</vt:lpstr>
      <vt:lpstr>Cache Example</vt:lpstr>
      <vt:lpstr>Cache Example</vt:lpstr>
      <vt:lpstr>Address Subdivision</vt:lpstr>
      <vt:lpstr>Address Subdivision</vt:lpstr>
      <vt:lpstr>Larger Block Size - Example</vt:lpstr>
      <vt:lpstr>Single-word vs. Multi-word Cache</vt:lpstr>
      <vt:lpstr>Single-word vs. Multi-word Cache</vt:lpstr>
      <vt:lpstr>Single-word vs. Multi-word Cache</vt:lpstr>
      <vt:lpstr>Block Size Considerations</vt:lpstr>
      <vt:lpstr>Block Size Considerations</vt:lpstr>
      <vt:lpstr>Block Size Considerations</vt:lpstr>
      <vt:lpstr>Memory Hierarchy Levels</vt:lpstr>
      <vt:lpstr>Cache Hits</vt:lpstr>
      <vt:lpstr>Cache Misses</vt:lpstr>
      <vt:lpstr>Issues on Hit: Write-Through</vt:lpstr>
      <vt:lpstr>Write-Through (on Hit)</vt:lpstr>
      <vt:lpstr>Write-Through (on Hit)</vt:lpstr>
      <vt:lpstr>Write-Through (on Hit)</vt:lpstr>
      <vt:lpstr>Write-Through</vt:lpstr>
      <vt:lpstr>Alternative: Write-Back</vt:lpstr>
      <vt:lpstr>Alternative: Write-Back</vt:lpstr>
      <vt:lpstr>Write Allocate in Cache</vt:lpstr>
      <vt:lpstr>Write Allocation</vt:lpstr>
      <vt:lpstr>Write Allocation</vt:lpstr>
      <vt:lpstr>Write Allocate</vt:lpstr>
      <vt:lpstr>Real example: Intrinsity FastMATH</vt:lpstr>
      <vt:lpstr>Memory Hierarchy Levels</vt:lpstr>
      <vt:lpstr>Example: Intrinsity FastMATH</vt:lpstr>
      <vt:lpstr>Real example: Intrinsity FastMATH</vt:lpstr>
      <vt:lpstr>Cache Performance Example</vt:lpstr>
      <vt:lpstr>Average Access Time</vt:lpstr>
      <vt:lpstr>PowerPoint Presentation</vt:lpstr>
      <vt:lpstr>PowerPoint Presentation</vt:lpstr>
      <vt:lpstr>Direct Mapped Cache</vt:lpstr>
      <vt:lpstr>Associative Caches</vt:lpstr>
      <vt:lpstr>Associative Caches</vt:lpstr>
      <vt:lpstr>Associative Caches</vt:lpstr>
      <vt:lpstr>Associative Cache Example</vt:lpstr>
      <vt:lpstr>Spectrum of Associativity</vt:lpstr>
      <vt:lpstr>Associative Cache Example</vt:lpstr>
      <vt:lpstr>Associative Cache Example</vt:lpstr>
      <vt:lpstr>Associative Cache Example</vt:lpstr>
      <vt:lpstr>How Much Associativity</vt:lpstr>
      <vt:lpstr>Set Associative Cache Organization</vt:lpstr>
      <vt:lpstr>Issue: Replacement Policy</vt:lpstr>
      <vt:lpstr>Issue: Replacement Policy</vt:lpstr>
      <vt:lpstr>Issue: Replacement Policy</vt:lpstr>
      <vt:lpstr>Multi-level Caches</vt:lpstr>
      <vt:lpstr>PowerPoint Presentation</vt:lpstr>
      <vt:lpstr>Multilevel Cache Example</vt:lpstr>
      <vt:lpstr>Example (cont.)</vt:lpstr>
      <vt:lpstr>PowerPoint Presentation</vt:lpstr>
      <vt:lpstr>Multilevel Cache Considerations</vt:lpstr>
      <vt:lpstr>Interactions with Advanced CPUs</vt:lpstr>
      <vt:lpstr>Interactions with Software</vt:lpstr>
      <vt:lpstr>Software Optimization via Blocking</vt:lpstr>
      <vt:lpstr>DGEMM Access Pattern</vt:lpstr>
      <vt:lpstr>Cache Blocked DGEMM</vt:lpstr>
      <vt:lpstr>Blocked DGEMM Access Pattern</vt:lpstr>
      <vt:lpstr>Dependability of Mem Hierchy</vt:lpstr>
      <vt:lpstr>Dependability Measures</vt:lpstr>
      <vt:lpstr>PowerPoint Presentation</vt:lpstr>
      <vt:lpstr>Errors in Memory/Storage</vt:lpstr>
      <vt:lpstr>Errors in Memory/Storage</vt:lpstr>
      <vt:lpstr>PowerPoint Presentation</vt:lpstr>
      <vt:lpstr>Error Detection - The Hamming  SEC Code (Single-Error Correcting)</vt:lpstr>
      <vt:lpstr>Error Detection - The Hamming  SEC Code</vt:lpstr>
      <vt:lpstr>Even-Parity Code – Detect 1-Bit Error</vt:lpstr>
      <vt:lpstr>Encoding SEC – Identify 1-Bit Error</vt:lpstr>
      <vt:lpstr>Encoding SEC – Identify 1-Bit Error</vt:lpstr>
      <vt:lpstr>Encoding SEC Example</vt:lpstr>
      <vt:lpstr>Encoding SEC Example</vt:lpstr>
      <vt:lpstr>Decoding SEC</vt:lpstr>
      <vt:lpstr>Encoding SEC Example</vt:lpstr>
      <vt:lpstr>Encoding SEC Example</vt:lpstr>
      <vt:lpstr>SEC/DED Code</vt:lpstr>
      <vt:lpstr>PowerPoint Presentation</vt:lpstr>
      <vt:lpstr>Virtual Machines</vt:lpstr>
      <vt:lpstr>Virtual Machine Monitor</vt:lpstr>
      <vt:lpstr>Example: Timer Virtualization</vt:lpstr>
      <vt:lpstr>Instruction Set Support</vt:lpstr>
      <vt:lpstr>PowerPoint Presentation</vt:lpstr>
      <vt:lpstr>Virtual Memory</vt:lpstr>
      <vt:lpstr>Virtual Memory</vt:lpstr>
      <vt:lpstr>Virtual Memory</vt:lpstr>
      <vt:lpstr>Address Translation</vt:lpstr>
      <vt:lpstr>Page Fault Penalty</vt:lpstr>
      <vt:lpstr>Page Table</vt:lpstr>
      <vt:lpstr>Memory Hierarchy Levels</vt:lpstr>
      <vt:lpstr>Page Tables</vt:lpstr>
      <vt:lpstr>Page Tables</vt:lpstr>
      <vt:lpstr>Translation Using a Page Table</vt:lpstr>
      <vt:lpstr>Mapping Pages to Storage</vt:lpstr>
      <vt:lpstr>Replacement and Writes</vt:lpstr>
      <vt:lpstr>Replacement and Writes</vt:lpstr>
      <vt:lpstr>Fast Translation Using a TLB</vt:lpstr>
      <vt:lpstr>Fast Translation Using a TLB</vt:lpstr>
      <vt:lpstr>Mapping Pages to Storage</vt:lpstr>
      <vt:lpstr>Fast Translation Using a TLB</vt:lpstr>
      <vt:lpstr>TLB Misses – Page not in TLB</vt:lpstr>
      <vt:lpstr>TLB Misses – Page not in TLB</vt:lpstr>
      <vt:lpstr>TLB Miss Handler</vt:lpstr>
      <vt:lpstr>Page Fault Handler</vt:lpstr>
      <vt:lpstr>TLB and Cache Interaction</vt:lpstr>
      <vt:lpstr>Memory Protection</vt:lpstr>
      <vt:lpstr>PowerPoint Presentation</vt:lpstr>
      <vt:lpstr>The Memory Hierarchy</vt:lpstr>
      <vt:lpstr>Caching</vt:lpstr>
      <vt:lpstr>Virtual Memory</vt:lpstr>
      <vt:lpstr>Mapping Pages to Storage</vt:lpstr>
      <vt:lpstr>PowerPoint Presentation</vt:lpstr>
      <vt:lpstr>Block Placement</vt:lpstr>
      <vt:lpstr>Recall: Cache Block Placement</vt:lpstr>
      <vt:lpstr>Finding a Block</vt:lpstr>
      <vt:lpstr>Replacement</vt:lpstr>
      <vt:lpstr>Write Policy</vt:lpstr>
      <vt:lpstr>Sources of Misses</vt:lpstr>
      <vt:lpstr>Sources of Misses</vt:lpstr>
      <vt:lpstr>Sources of Misses</vt:lpstr>
      <vt:lpstr>Cache Design Trade-offs</vt:lpstr>
      <vt:lpstr>Cache Control</vt:lpstr>
      <vt:lpstr>Interface Signals</vt:lpstr>
      <vt:lpstr>Finite State Machines for a Cache Controller</vt:lpstr>
      <vt:lpstr>Cache Controller FSM</vt:lpstr>
      <vt:lpstr>Cache Controller FSM</vt:lpstr>
      <vt:lpstr>PowerPoint Presentation</vt:lpstr>
      <vt:lpstr>Cache Coherence Problem</vt:lpstr>
      <vt:lpstr>Cache Coherence Problem</vt:lpstr>
      <vt:lpstr>Cache Coherence Problem</vt:lpstr>
      <vt:lpstr>Cache Coherence Problem</vt:lpstr>
      <vt:lpstr>Cache Coherence Problem</vt:lpstr>
      <vt:lpstr>Cache Coherence Problem</vt:lpstr>
      <vt:lpstr>Define What “Coherence” Means</vt:lpstr>
      <vt:lpstr>Cache Coherence Protocols</vt:lpstr>
      <vt:lpstr>Invalidating Snooping Protocols</vt:lpstr>
      <vt:lpstr>Memory Consistency</vt:lpstr>
      <vt:lpstr>Real Stuff - Multilevel On-Chip Caches</vt:lpstr>
      <vt:lpstr>2-Level TLB Organization</vt:lpstr>
      <vt:lpstr>Supporting Multiple Issue</vt:lpstr>
      <vt:lpstr>DGEMM</vt:lpstr>
      <vt:lpstr>Pitfalls</vt:lpstr>
      <vt:lpstr>Pitfalls</vt:lpstr>
      <vt:lpstr>Pitfalls</vt:lpstr>
      <vt:lpstr>Concluding Remarks</vt:lpstr>
    </vt:vector>
  </TitlesOfParts>
  <Company>Ashenden 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Peter Ashenden</dc:creator>
  <cp:lastModifiedBy>Neeraj Kumar Singh</cp:lastModifiedBy>
  <cp:revision>991</cp:revision>
  <dcterms:created xsi:type="dcterms:W3CDTF">2008-08-25T10:09:57Z</dcterms:created>
  <dcterms:modified xsi:type="dcterms:W3CDTF">2025-12-02T15:19:23Z</dcterms:modified>
</cp:coreProperties>
</file>